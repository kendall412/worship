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85" r:id="rId4"/>
    <p:sldId id="276" r:id="rId5"/>
    <p:sldId id="288" r:id="rId6"/>
    <p:sldId id="289" r:id="rId7"/>
    <p:sldId id="286" r:id="rId8"/>
    <p:sldId id="29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668"/>
  </p:normalViewPr>
  <p:slideViewPr>
    <p:cSldViewPr snapToGrid="0">
      <p:cViewPr varScale="1">
        <p:scale>
          <a:sx n="87" d="100"/>
          <a:sy n="87" d="100"/>
        </p:scale>
        <p:origin x="216" y="1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Build My Life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676" y="164123"/>
            <a:ext cx="11852031" cy="6529754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C / G C</a:t>
            </a:r>
            <a:endParaRPr lang="en-US" sz="3600" dirty="0">
              <a:solidFill>
                <a:schemeClr val="accent1">
                  <a:lumMod val="40000"/>
                  <a:lumOff val="60000"/>
                </a:schemeClr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C 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song we could ever sing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all the praise we could ever bring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breath we could ever breathe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DC5F68-2490-F980-1866-F66629E09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86BCCAC-B787-98A1-8EFC-165741C98B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676" y="164123"/>
            <a:ext cx="11852031" cy="6529754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C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name above every other name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only one that could ever save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breath we could ever breathe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</p:txBody>
      </p:sp>
    </p:spTree>
    <p:extLst>
      <p:ext uri="{BB962C8B-B14F-4D97-AF65-F5344CB8AC3E}">
        <p14:creationId xmlns:p14="http://schemas.microsoft.com/office/powerpoint/2010/main" val="512353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354" y="152400"/>
            <a:ext cx="11664461" cy="6506308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Am       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there is no one like You There is none beside You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Em 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Open up my eyes in wonder and Show me who You are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fill me with Your heart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lead me in Your love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Em                       C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those around me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62E725-FC7A-BD29-C0AD-DA0DD071F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DEAAF69-99FD-8610-CCC0-44B8461B4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676" y="164123"/>
            <a:ext cx="11852031" cy="6529754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C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name above every other name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only one that could ever save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breath we could ever breathe</a:t>
            </a:r>
          </a:p>
          <a:p>
            <a:pPr algn="l"/>
            <a:r>
              <a:rPr lang="en-US" sz="360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G</a:t>
            </a:r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We live for You</a:t>
            </a:r>
          </a:p>
        </p:txBody>
      </p:sp>
    </p:spTree>
    <p:extLst>
      <p:ext uri="{BB962C8B-B14F-4D97-AF65-F5344CB8AC3E}">
        <p14:creationId xmlns:p14="http://schemas.microsoft.com/office/powerpoint/2010/main" val="2870463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F75689-E941-5408-274B-1212DAFAC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006379-23F5-B41E-9471-D9A3225A0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354" y="152400"/>
            <a:ext cx="11664461" cy="6506308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Am       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there is no one like You There is none beside You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Em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Open up my eyes in wonder and Show me who You are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fill me with Your heart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lead me in Your love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Em                       C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those around me</a:t>
            </a:r>
          </a:p>
        </p:txBody>
      </p:sp>
    </p:spTree>
    <p:extLst>
      <p:ext uri="{BB962C8B-B14F-4D97-AF65-F5344CB8AC3E}">
        <p14:creationId xmlns:p14="http://schemas.microsoft.com/office/powerpoint/2010/main" val="1990706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063C65-6C59-9A38-2A0E-9AAD458EE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F6A5585-53BB-6F53-953E-D38B42F90E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355" y="152400"/>
            <a:ext cx="7181330" cy="6506308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D    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build my life, upon Your love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a firm foundation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D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put my trust, in You alone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will not be shaken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AB0EA6-34CF-4E27-BE3F-F58FA187821D}"/>
              </a:ext>
            </a:extLst>
          </p:cNvPr>
          <p:cNvSpPr txBox="1"/>
          <p:nvPr/>
        </p:nvSpPr>
        <p:spPr>
          <a:xfrm>
            <a:off x="8155858" y="6073933"/>
            <a:ext cx="40361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00"/>
                </a:solidFill>
              </a:rPr>
              <a:t>play twice &amp; to chorus</a:t>
            </a:r>
          </a:p>
        </p:txBody>
      </p:sp>
    </p:spTree>
    <p:extLst>
      <p:ext uri="{BB962C8B-B14F-4D97-AF65-F5344CB8AC3E}">
        <p14:creationId xmlns:p14="http://schemas.microsoft.com/office/powerpoint/2010/main" val="2030535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A3F554-34E3-3B1E-787D-C48115085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47F3F4D-C0D4-4A72-4951-1ABEC1BFE1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354" y="152400"/>
            <a:ext cx="11664461" cy="6506308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Am       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there is no one like You There is none beside You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Em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Open up my eyes in wonder and Show me who You are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fill me with Your heart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lead me in Your love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Em                       C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those around 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FD1541-FF07-8598-DC17-EC928F2098CE}"/>
              </a:ext>
            </a:extLst>
          </p:cNvPr>
          <p:cNvSpPr txBox="1"/>
          <p:nvPr/>
        </p:nvSpPr>
        <p:spPr>
          <a:xfrm>
            <a:off x="10751574" y="6073933"/>
            <a:ext cx="14404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00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547243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338</Words>
  <Application>Microsoft Macintosh PowerPoint</Application>
  <PresentationFormat>Widescreen</PresentationFormat>
  <Paragraphs>77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52</cp:revision>
  <dcterms:created xsi:type="dcterms:W3CDTF">2025-11-12T03:26:12Z</dcterms:created>
  <dcterms:modified xsi:type="dcterms:W3CDTF">2026-06-21T03:36:11Z</dcterms:modified>
</cp:coreProperties>
</file>