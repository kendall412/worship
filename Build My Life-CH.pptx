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8" r:id="rId6"/>
    <p:sldId id="289" r:id="rId7"/>
    <p:sldId id="286" r:id="rId8"/>
    <p:sldId id="29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232"/>
    <p:restoredTop sz="94668"/>
  </p:normalViewPr>
  <p:slideViewPr>
    <p:cSldViewPr snapToGrid="0">
      <p:cViewPr varScale="1">
        <p:scale>
          <a:sx n="87" d="100"/>
          <a:sy n="87" d="100"/>
        </p:scale>
        <p:origin x="216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Build My Life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we could ever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we could ever bring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C5F68-2490-F980-1866-F66629E09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6BCCAC-B787-98A1-8EFC-165741C98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512353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2E725-FC7A-BD29-C0AD-DA0DD071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EAAF69-99FD-8610-CCC0-44B8461B4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870463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75689-E941-5408-274B-1212DAF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006379-23F5-B41E-9471-D9A3225A0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1990706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63C65-6C59-9A38-2A0E-9AAD458EE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6A5585-53BB-6F53-953E-D38B42F90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5" y="152400"/>
            <a:ext cx="7181330" cy="6506308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upon Your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D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put my trust, in You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B0EA6-34CF-4E27-BE3F-F58FA187821D}"/>
              </a:ext>
            </a:extLst>
          </p:cNvPr>
          <p:cNvSpPr txBox="1"/>
          <p:nvPr/>
        </p:nvSpPr>
        <p:spPr>
          <a:xfrm>
            <a:off x="8155858" y="6073933"/>
            <a:ext cx="4036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FF00"/>
                </a:solidFill>
              </a:rPr>
              <a:t>play twice &amp; to chorus</a:t>
            </a:r>
          </a:p>
        </p:txBody>
      </p:sp>
    </p:spTree>
    <p:extLst>
      <p:ext uri="{BB962C8B-B14F-4D97-AF65-F5344CB8AC3E}">
        <p14:creationId xmlns:p14="http://schemas.microsoft.com/office/powerpoint/2010/main" val="2030535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3F554-34E3-3B1E-787D-C48115085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7F3F4D-C0D4-4A72-4951-1ABEC1BF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FD1541-FF07-8598-DC17-EC928F2098CE}"/>
              </a:ext>
            </a:extLst>
          </p:cNvPr>
          <p:cNvSpPr txBox="1"/>
          <p:nvPr/>
        </p:nvSpPr>
        <p:spPr>
          <a:xfrm>
            <a:off x="10751574" y="6073933"/>
            <a:ext cx="14404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FF0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47243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338</Words>
  <Application>Microsoft Macintosh PowerPoint</Application>
  <PresentationFormat>Widescreen</PresentationFormat>
  <Paragraphs>77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51</cp:revision>
  <dcterms:created xsi:type="dcterms:W3CDTF">2025-11-12T03:26:12Z</dcterms:created>
  <dcterms:modified xsi:type="dcterms:W3CDTF">2026-06-19T22:55:29Z</dcterms:modified>
</cp:coreProperties>
</file>