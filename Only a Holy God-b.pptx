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9" r:id="rId7"/>
    <p:sldId id="278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31"/>
    <p:restoredTop sz="94658"/>
  </p:normalViewPr>
  <p:slideViewPr>
    <p:cSldViewPr snapToGrid="0">
      <p:cViewPr varScale="1">
        <p:scale>
          <a:sx n="119" d="100"/>
          <a:sy n="119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2FD3F-6844-171B-75C6-E0B10DBB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48DAEF-3BC1-304E-FFFF-19C952686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2139143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D6076-183C-D81C-EBA3-D8969D3B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6CF681-D5C2-48F7-C8BB-4D44BB1BA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124129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317EC-1961-007B-9D77-878B0602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CB05F5-887D-B9B2-15C9-D104BAD59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</p:txBody>
      </p:sp>
    </p:spTree>
    <p:extLst>
      <p:ext uri="{BB962C8B-B14F-4D97-AF65-F5344CB8AC3E}">
        <p14:creationId xmlns:p14="http://schemas.microsoft.com/office/powerpoint/2010/main" val="8190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E7837-C86C-DF59-5616-63A3AF70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AE4AD9-59BD-88FF-3051-F99F71AA1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1204786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190</Words>
  <Application>Microsoft Macintosh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11</cp:revision>
  <dcterms:created xsi:type="dcterms:W3CDTF">2025-11-12T03:26:12Z</dcterms:created>
  <dcterms:modified xsi:type="dcterms:W3CDTF">2026-07-26T00:12:09Z</dcterms:modified>
</cp:coreProperties>
</file>