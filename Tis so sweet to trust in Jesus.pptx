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79" r:id="rId4"/>
    <p:sldId id="281" r:id="rId5"/>
    <p:sldId id="282" r:id="rId6"/>
    <p:sldId id="283" r:id="rId7"/>
    <p:sldId id="28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44"/>
  </p:normalViewPr>
  <p:slideViewPr>
    <p:cSldViewPr snapToGrid="0">
      <p:cViewPr varScale="1">
        <p:scale>
          <a:sx n="119" d="100"/>
          <a:sy n="119" d="100"/>
        </p:scale>
        <p:origin x="9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‘Tis </a:t>
            </a:r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Sweet </a:t>
            </a:r>
            <a:r>
              <a:rPr lang="en-US" sz="6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</a:t>
            </a:r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</a:t>
            </a:r>
            <a:r>
              <a:rPr lang="en-US" sz="6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rust </a:t>
            </a:r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7D249-FDD7-AFE6-AFC7-753B44B95B7A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by Louisa M.R. Stead (1882)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Music by William J. Kirkpatrick (1882)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Public Domain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Tis so sweet to trust in Jesus;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take Him at His word,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rest upon His promise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to know, "Thus saith the Lord."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o'er and o’er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ADE14-CF3F-D9D2-1ACF-F6970B18A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4F745D-DF94-CDE0-9229-6FB2B5E2C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how sweet to trust in Jesus;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trust His cleansing blood,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simple faith to plunge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'neath the healing,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cleansing flood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494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BA6D4-1A6C-F388-781A-724EFEF1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E78BC8-941B-4F49-1117-9E287D051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o'er and o’er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544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09D43-8BE3-0540-30B9-F4454AB26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54686F-3513-E968-9305-1A03FBDD9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Yes, 'tis sweet to trust in Jesus;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from sin and self to cease,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from Jesus simply taking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Life and rest, and joy and peace</a:t>
            </a:r>
          </a:p>
        </p:txBody>
      </p:sp>
    </p:spTree>
    <p:extLst>
      <p:ext uri="{BB962C8B-B14F-4D97-AF65-F5344CB8AC3E}">
        <p14:creationId xmlns:p14="http://schemas.microsoft.com/office/powerpoint/2010/main" val="482547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F7CEA-FB07-7913-DCA2-4CC1D828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85F47B-1085-F1E7-36AA-5DC9EC207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o'er and o’er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062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</TotalTime>
  <Words>214</Words>
  <Application>Microsoft Macintosh PowerPoint</Application>
  <PresentationFormat>On-screen Show (4:3)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24</cp:revision>
  <dcterms:created xsi:type="dcterms:W3CDTF">2025-11-12T03:26:12Z</dcterms:created>
  <dcterms:modified xsi:type="dcterms:W3CDTF">2026-10-16T18:43:12Z</dcterms:modified>
</cp:coreProperties>
</file>