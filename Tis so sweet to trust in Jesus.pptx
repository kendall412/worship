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79" r:id="rId4"/>
    <p:sldId id="281" r:id="rId5"/>
    <p:sldId id="282" r:id="rId6"/>
    <p:sldId id="283" r:id="rId7"/>
    <p:sldId id="284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9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Tis so sweet to trust in Jesus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Tis so sweet to trust in Jesus;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take Him at His word,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rest upon His promise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to know, "Thus saith the Lord."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o'er and o’er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6ADE14-CF3F-D9D2-1ACF-F6970B18A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4F745D-DF94-CDE0-9229-6FB2B5E2C3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how sweet to trust in Jesus;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trust His cleansing blood,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simple faith to plunge 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'neath the healing,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cleansing flood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494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CBA6D4-1A6C-F388-781A-724EFEF1D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E78BC8-941B-4F49-1117-9E287D051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o'er and o’er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544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09D43-8BE3-0540-30B9-F4454AB2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54686F-3513-E968-9305-1A03FBDD9A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Yes, 'tis sweet to trust in Jesus;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sin and self to cease,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Jesus simply taking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Life and rest, and joy and peace</a:t>
            </a:r>
          </a:p>
        </p:txBody>
      </p:sp>
    </p:spTree>
    <p:extLst>
      <p:ext uri="{BB962C8B-B14F-4D97-AF65-F5344CB8AC3E}">
        <p14:creationId xmlns:p14="http://schemas.microsoft.com/office/powerpoint/2010/main" val="482547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6F7CEA-FB07-7913-DCA2-4CC1D828C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85F47B-1085-F1E7-36AA-5DC9EC207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o'er and o’er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CF810-E07A-8E1E-88FD-A10AD65F9DFD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3677062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</TotalTime>
  <Words>190</Words>
  <Application>Microsoft Macintosh PowerPoint</Application>
  <PresentationFormat>On-screen Show (4:3)</PresentationFormat>
  <Paragraphs>42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2026-07-12T04:18:11Z</dcterms:modified>
</cp:coreProperties>
</file>