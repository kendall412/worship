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261"/>
    <p:restoredTop sz="94656"/>
  </p:normalViewPr>
  <p:slideViewPr>
    <p:cSldViewPr snapToGrid="0">
      <p:cViewPr varScale="1">
        <p:scale>
          <a:sx n="91" d="100"/>
          <a:sy n="91" d="100"/>
        </p:scale>
        <p:origin x="208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/ D / G / D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            G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            G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            G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	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D             G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  D                G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G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	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                   A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A     Bm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D             G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    G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D            G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	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                   A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A     Bm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D                G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  D     G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D                       G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	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                   A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	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A     Bm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367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2026-07-25T16:27:08Z</dcterms:modified>
</cp:coreProperties>
</file>