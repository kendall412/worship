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750"/>
    <p:restoredTop sz="94789"/>
  </p:normalViewPr>
  <p:slideViewPr>
    <p:cSldViewPr snapToGrid="0">
      <p:cViewPr varScale="1">
        <p:scale>
          <a:sx n="95" d="100"/>
          <a:sy n="95" d="100"/>
        </p:scale>
        <p:origin x="192" y="2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DF0956-46F3-94F4-C916-7DBB3D405DFA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Musci by Beth </a:t>
            </a:r>
            <a:r>
              <a:rPr lang="en-US" dirty="0" err="1">
                <a:solidFill>
                  <a:schemeClr val="bg1"/>
                </a:solidFill>
              </a:rPr>
              <a:t>RedmanMatt</a:t>
            </a:r>
            <a:r>
              <a:rPr lang="en-US" dirty="0">
                <a:solidFill>
                  <a:schemeClr val="bg1"/>
                </a:solidFill>
              </a:rPr>
              <a:t> Redman (2002)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2002 Thankyou Music Ltd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land that is plentiful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Your streams of abundance flow,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B750D-6A6D-7385-5860-A58C8946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1BEA6F-427C-16E7-F7B2-E093D7FAE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I'm found in the desert place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I walk through the wilderness,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81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15737-D66B-B261-C89D-05358418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19AFF1-FCD9-02EA-5482-D5C795014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12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8B94C-AAE7-0D8F-90B8-0180EE5C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70585E-014F-EC0C-25BA-EE4190A79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the Lord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35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E1F87-D215-A9D3-4A9C-9FED502F5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CA21A-8DD2-FA73-DA41-84386C841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sun's shining down on me                         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world's all as it should be,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496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8B5A3-B86E-9758-FF86-D26ADCA3A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C6A437-CFDE-C163-81BE-85B376CD8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on the road marked with suffering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there's pain in the offering,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54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87583-592A-86DD-991D-8488D76BE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4ABF3C-5D04-484F-753D-3C85893D9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420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DBEEA-E3C8-3D79-4D2E-D7AEE65B6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561C62-EBA1-6CA3-BF4C-0785C8612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the Lord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949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1C276-7542-E5DB-455D-87DC10D9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41A9F5-1072-3210-7467-2C16397E6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give and take away, You give and take away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heart will choose to say, "Lord, blessed be Your name"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701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75085-5E5E-F515-D87D-C9F0F288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3BA06C-B854-4CD8-757F-075538650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the Lord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24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</TotalTime>
  <Words>212</Words>
  <Application>Microsoft Macintosh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21</cp:revision>
  <dcterms:created xsi:type="dcterms:W3CDTF">2025-11-12T03:26:12Z</dcterms:created>
  <dcterms:modified xsi:type="dcterms:W3CDTF">2026-07-25T17:46:44Z</dcterms:modified>
</cp:coreProperties>
</file>