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1" r:id="rId2"/>
    <p:sldId id="274" r:id="rId3"/>
    <p:sldId id="282" r:id="rId4"/>
    <p:sldId id="283" r:id="rId5"/>
    <p:sldId id="28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688"/>
    <p:restoredTop sz="94626"/>
  </p:normalViewPr>
  <p:slideViewPr>
    <p:cSldViewPr snapToGrid="0">
      <p:cViewPr varScale="1">
        <p:scale>
          <a:sx n="80" d="100"/>
          <a:sy n="80" d="100"/>
        </p:scale>
        <p:origin x="200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E07FF3-ED51-42B0-B272-1B4F50EFC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B8280D-74D2-D21D-CA1B-5C1389428F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40" r="17526" b="7393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453A56-E25A-8265-17BC-0939A7C5C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000" i="1" dirty="0">
                <a:latin typeface="Avenir Oblique" panose="02000503020000020003" pitchFamily="2" charset="0"/>
                <a:ea typeface="Bodoni Ornaments" pitchFamily="2" charset="0"/>
              </a:rPr>
              <a:t>Praise To The Lord The Almighty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6636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 (Am)      Em         (D)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the Almighty, the King of creation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(Am)            Em        (D)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my soul, praise Him, for He is thy health and salvation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     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ye who hear, now to His temple draw near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Him in glad adoration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69FE4C-AB15-F92A-83D7-A1992E565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18A5CAC-F4EA-6A0A-92FD-9F5E46777F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              (Am)       Em         (D)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Who o’er all things so wondrously </a:t>
            </a:r>
            <a:r>
              <a:rPr lang="en-US" sz="28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reigneth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    (Am)        Em         (D)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Shelters thee under His wings, yea, so gently </a:t>
            </a:r>
            <a:r>
              <a:rPr lang="en-US" sz="28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sustaineth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     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Hast thou not seen how thy desires have been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D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Granted in what He </a:t>
            </a:r>
            <a:r>
              <a:rPr lang="en-US" sz="28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ordaineth</a:t>
            </a:r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00501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204DFA-E10F-241C-10DC-E5670D5A2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8AAAEDF-9D95-1EDB-3978-04FEA487F9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                 (Am)     Em         (D)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who doth prosper thy work and defend thee;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 (Am)     Em             (D)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Surely His goodness and mercy here daily attend thee;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Ponder anew what the Almighty can do,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If with His love He befriend thee.</a:t>
            </a:r>
          </a:p>
        </p:txBody>
      </p:sp>
    </p:spTree>
    <p:extLst>
      <p:ext uri="{BB962C8B-B14F-4D97-AF65-F5344CB8AC3E}">
        <p14:creationId xmlns:p14="http://schemas.microsoft.com/office/powerpoint/2010/main" val="3029662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58C935-8A55-EBD5-0993-5BDC54C9B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AAE9D0-C9A2-EA5C-DDD8-172BB8077F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(Am)     Em            (D)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O let all that is in me adore Him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              (Am)      Em           (D)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that hath life and breath, come now with praises before Him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the Amen sound from His people again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Gladly for aye we adore Him</a:t>
            </a:r>
          </a:p>
        </p:txBody>
      </p:sp>
    </p:spTree>
    <p:extLst>
      <p:ext uri="{BB962C8B-B14F-4D97-AF65-F5344CB8AC3E}">
        <p14:creationId xmlns:p14="http://schemas.microsoft.com/office/powerpoint/2010/main" val="1608373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247</Words>
  <Application>Microsoft Macintosh PowerPoint</Application>
  <PresentationFormat>Widescreen</PresentationFormat>
  <Paragraphs>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16</cp:revision>
  <dcterms:created xsi:type="dcterms:W3CDTF">2025-11-12T03:26:12Z</dcterms:created>
  <dcterms:modified xsi:type="dcterms:W3CDTF">2026-06-04T03:57:34Z</dcterms:modified>
</cp:coreProperties>
</file>