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79" r:id="rId5"/>
    <p:sldId id="286" r:id="rId6"/>
    <p:sldId id="278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26"/>
  </p:normalViewPr>
  <p:slideViewPr>
    <p:cSldViewPr snapToGrid="0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 A thousand Stories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Think you’re like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 The tender whisper of love in the dead of night</a:t>
            </a:r>
          </a:p>
          <a:p>
            <a:pPr algn="l"/>
            <a:r>
              <a:rPr lang="en-US" sz="28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You tell me That you’re pleased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Am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 many searching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we’re all searching for answers only you provide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1224-660B-DD80-6128-FE299E7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A1D367-2DA8-8404-3072-072741ED6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96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Em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Am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 Em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 so undeniable I, I can hardly speak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I, I can hardly think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 Love Love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8091-70AA-462F-5115-55E1623D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B8570-F5E9-088A-969B-210C183A0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B3A08-E673-23DB-661A-61AAD46C8A25}"/>
              </a:ext>
            </a:extLst>
          </p:cNvPr>
          <p:cNvSpPr txBox="1"/>
          <p:nvPr/>
        </p:nvSpPr>
        <p:spPr>
          <a:xfrm>
            <a:off x="10164418" y="6372805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31823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340</Words>
  <Application>Microsoft Macintosh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2026-06-14T02:51:09Z</dcterms:modified>
</cp:coreProperties>
</file>