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5" r:id="rId3"/>
    <p:sldId id="276" r:id="rId4"/>
    <p:sldId id="279" r:id="rId5"/>
    <p:sldId id="286" r:id="rId6"/>
    <p:sldId id="278" r:id="rId7"/>
    <p:sldId id="283" r:id="rId8"/>
    <p:sldId id="28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738"/>
    <p:restoredTop sz="94727"/>
  </p:normalViewPr>
  <p:slideViewPr>
    <p:cSldViewPr snapToGrid="0">
      <p:cViewPr varScale="1">
        <p:scale>
          <a:sx n="98" d="100"/>
          <a:sy n="98" d="100"/>
        </p:scale>
        <p:origin x="216" y="2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i="1" dirty="0">
                <a:latin typeface="Avenir Oblique" panose="02000503020000020003" pitchFamily="2" charset="0"/>
                <a:ea typeface="Bodoni Ornaments" pitchFamily="2" charset="0"/>
              </a:rPr>
              <a:t>Good Good Father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I’ve heard A thousand Stories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what they Think you’re like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I’ve heard The tender whisper of love in the dead of night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G                    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tell me That you’re pleased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Am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that I’m never alone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Am       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are, It’s who you are, It’s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Am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am, It’s who I am, It’s who I am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830C4-C7BF-C725-0399-DF228D2AA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0F9720-0C7A-AA64-085F-652726358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and I’ve seen many searching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answers Far and wide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 know we’re all searching for answers only you provide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know just what we need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before we ay a word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52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E1224-660B-DD80-6128-FE299E7D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2A1D367-2DA8-8404-3072-072741ED6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Am       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are, It’s who you are, It’s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Am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am, It’s who I am, It’s who I am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896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9AF7F-84B8-C777-E2D2-C20A75566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013F22-23DD-139A-B507-171419C8B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C                               Em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 In all of your ways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Am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 In all of your ways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C                                Em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 In all of your ways to us</a:t>
            </a:r>
          </a:p>
        </p:txBody>
      </p:sp>
    </p:spTree>
    <p:extLst>
      <p:ext uri="{BB962C8B-B14F-4D97-AF65-F5344CB8AC3E}">
        <p14:creationId xmlns:p14="http://schemas.microsoft.com/office/powerpoint/2010/main" val="3465435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22C8-EF11-6AFC-34F7-F83964896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FB4482-77A0-EF82-5468-35B3FE77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it’s love so undeniable I, I can hardly speak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Peace so unexplainable I, I can hardly think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 deeper still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 deeper still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 deeper still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Am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Into Love Love Love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911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888091-70AA-462F-5115-55E1623D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13B8570-F5E9-088A-969B-210C183A0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Am       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are, It’s who you are, It’s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Am     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am, It’s who I am, It’s who I am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1823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337</Words>
  <Application>Microsoft Macintosh PowerPoint</Application>
  <PresentationFormat>Widescreen</PresentationFormat>
  <Paragraphs>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2026-06-01T02:03:49Z</dcterms:modified>
</cp:coreProperties>
</file>