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75" r:id="rId3"/>
    <p:sldId id="263" r:id="rId4"/>
    <p:sldId id="265" r:id="rId5"/>
    <p:sldId id="267" r:id="rId6"/>
    <p:sldId id="276" r:id="rId7"/>
    <p:sldId id="271" r:id="rId8"/>
    <p:sldId id="27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710"/>
    <p:restoredTop sz="94614"/>
  </p:normalViewPr>
  <p:slideViewPr>
    <p:cSldViewPr snapToGrid="0">
      <p:cViewPr varScale="1">
        <p:scale>
          <a:sx n="106" d="100"/>
          <a:sy n="106" d="100"/>
        </p:scale>
        <p:origin x="216" y="1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F013-4574-2AD0-7BFD-6E771B7E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Matterhorn with snow and stars in the sky&#10;&#10;AI-generated content may be incorrect.">
            <a:extLst>
              <a:ext uri="{FF2B5EF4-FFF2-40B4-BE49-F238E27FC236}">
                <a16:creationId xmlns:a16="http://schemas.microsoft.com/office/drawing/2014/main" id="{20FF3D56-E105-8F19-A54E-4F173C83BF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59" t="9091" r="25205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D9A51-1655-DF8C-52C5-2398AD78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925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All sufficient merit</a:t>
            </a:r>
          </a:p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047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CAPO @ 4th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G       F      C  F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   sufficient merit    Shining like the sun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Am      G  F         C        F           G   F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fortune I   inherit      By no work I    have done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Am     F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righteousness I forfeit At my saviors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Am    F             G          C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all sufficient merit Did what I could not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002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7A8B09-2F31-905B-BD0E-1A22C68CD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957205-5518-134E-F4A7-AD9AB21DC5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497702"/>
            <a:ext cx="11778916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Am       G        F        C   F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love he condescended Eternal now in time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Am       G      F       C         F          G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life without a blemish The maker made to die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          Am              F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Law could never save us Our lawlessness had won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      Am        F               G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Until the pure and spotless Lamb had finally come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75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Am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 It is finished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Em F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694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F6EB98-5F43-3DA3-94A9-EB6300F45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DE054B-FBE9-55DC-2B7F-6146B7B7E5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44379"/>
            <a:ext cx="11694695" cy="6497053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G             F   C         F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lay down my garments Any empty boast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Am             G      F     C   F          G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 works now all corrupted By the sinful host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my LORD Jesus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F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crimson robe made white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Am             F                   G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fear of judgement His righteousness is mine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43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90E144-A34A-1A7E-3D93-EC5505F80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3D9DA3-F165-DFCF-2028-0E597DF9E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Am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 It is finished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Em F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876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8EAD9D-411B-BBB0-2853-4AE179FD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A9DF7F-CB55-F585-2E89-9D375B087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68442"/>
            <a:ext cx="11706725" cy="6509084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G     F      C   F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    Firm in life and death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Am    G         F  C            F         G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joy of my salvation Shall be my final breath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Am          F 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I stand accepted Before the throne of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          Am            F               G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I’ll gaze upon my Jesus And thank Him for the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F               G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Yes I’ll thank Him for the cross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309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8D0476-3A73-409D-C8D3-FE69BF612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C50E98-504C-878B-73B5-129D4080AD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9375569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Am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 It is finished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Em F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2670CC-27AB-26C0-285B-D385CE2DC875}"/>
              </a:ext>
            </a:extLst>
          </p:cNvPr>
          <p:cNvSpPr txBox="1"/>
          <p:nvPr/>
        </p:nvSpPr>
        <p:spPr>
          <a:xfrm>
            <a:off x="11005665" y="6273225"/>
            <a:ext cx="1007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465132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362</Words>
  <Application>Microsoft Macintosh PowerPoint</Application>
  <PresentationFormat>Widescreen</PresentationFormat>
  <Paragraphs>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23</cp:revision>
  <dcterms:created xsi:type="dcterms:W3CDTF">2025-11-12T03:26:12Z</dcterms:created>
  <dcterms:modified xsi:type="dcterms:W3CDTF">2026-08-16T03:41:57Z</dcterms:modified>
</cp:coreProperties>
</file>