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50"/>
    <p:restoredTop sz="94760"/>
  </p:normalViewPr>
  <p:slideViewPr>
    <p:cSldViewPr snapToGrid="0">
      <p:cViewPr varScale="1">
        <p:scale>
          <a:sx n="72" d="100"/>
          <a:sy n="72" d="100"/>
        </p:scale>
        <p:origin x="232" y="1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0ABA9-1082-4D4D-AE28-3C37326197A2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1C7954-E72A-0C45-BC58-D80F72BA6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92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1C7954-E72A-0C45-BC58-D80F72BA66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79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Book" panose="02000503020000020003" pitchFamily="2" charset="0"/>
              </a:rPr>
              <a:t>Revelation Song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Dm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Worthy is the Lamb who was slain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Holy holy is He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Dm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Sing a new song to him who sits on</a:t>
            </a:r>
          </a:p>
          <a:p>
            <a:pPr algn="l"/>
            <a:r>
              <a:rPr lang="en-US" sz="400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 C</a:t>
            </a:r>
            <a:endParaRPr lang="en-US" sz="4000" dirty="0">
              <a:solidFill>
                <a:srgbClr val="FFFF00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Heaven's mercy seat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3117A-6042-A657-2B22-26B3866FE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7F17-78A7-7E48-8A07-BBD9D8959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Book" panose="02000503020000020003" pitchFamily="2" charset="0"/>
              </a:rPr>
              <a:t>Revelation Song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DD5B0-7F78-0F68-61AE-CB05AC074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Holy, Holy, Holy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Is the Lord God Almighty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Who was and is and is to come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With all creation I sing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Praise to the King of Kings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my everything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And I will adore You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50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51CD7-5D3F-BCD6-DA2E-9D437BD4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7373-7BBE-5DA8-1BCE-6B9FD0DD9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Book" panose="02000503020000020003" pitchFamily="2" charset="0"/>
              </a:rPr>
              <a:t>Revelation Song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28AB0-F965-11B8-A248-DF031E9D1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G                                    Dm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Clothed in rainbows of living color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C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Flashes of lightning rolls of thunder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     Dm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Blessing and honor strength and glory and power be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        C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To You the only wise King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342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B0410-0301-A976-1EE5-2E82118D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7756-A781-65E8-F3DD-8C5C288E6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Book" panose="02000503020000020003" pitchFamily="2" charset="0"/>
              </a:rPr>
              <a:t>Revelation Song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CAD98-437E-ECE6-DB94-BFCA0A356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Dm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Filled with wonder awestruck wonder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          C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At the mention of your name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Jesus your name is power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Breath and living water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    C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Such a marvelous mystery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978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175</Words>
  <Application>Microsoft Macintosh PowerPoint</Application>
  <PresentationFormat>Widescreen</PresentationFormat>
  <Paragraphs>48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Avenir Book</vt:lpstr>
      <vt:lpstr>Office Theme</vt:lpstr>
      <vt:lpstr>Revelation Song</vt:lpstr>
      <vt:lpstr>Revelation Song</vt:lpstr>
      <vt:lpstr>Revelation Song</vt:lpstr>
      <vt:lpstr>Revelation Song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7</cp:revision>
  <dcterms:created xsi:type="dcterms:W3CDTF">2026-04-04T15:41:28Z</dcterms:created>
  <dcterms:modified xsi:type="dcterms:W3CDTF">2026-04-05T03:51:38Z</dcterms:modified>
</cp:coreProperties>
</file>