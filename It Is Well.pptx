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5" r:id="rId2"/>
    <p:sldId id="282" r:id="rId3"/>
    <p:sldId id="283" r:id="rId4"/>
    <p:sldId id="265" r:id="rId5"/>
    <p:sldId id="276" r:id="rId6"/>
    <p:sldId id="284" r:id="rId7"/>
    <p:sldId id="285" r:id="rId8"/>
    <p:sldId id="277" r:id="rId9"/>
    <p:sldId id="287" r:id="rId10"/>
    <p:sldId id="286" r:id="rId11"/>
    <p:sldId id="289" r:id="rId12"/>
    <p:sldId id="278" r:id="rId13"/>
    <p:sldId id="28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15"/>
    <p:restoredTop sz="94495"/>
  </p:normalViewPr>
  <p:slideViewPr>
    <p:cSldViewPr snapToGrid="0">
      <p:cViewPr varScale="1">
        <p:scale>
          <a:sx n="126" d="100"/>
          <a:sy n="126" d="100"/>
        </p:scale>
        <p:origin x="20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51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17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1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704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2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33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326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39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46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55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8/1/26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7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E750F7-3AE0-6F22-FBB9-4E47E95A492E}"/>
              </a:ext>
            </a:extLst>
          </p:cNvPr>
          <p:cNvSpPr txBox="1"/>
          <p:nvPr/>
        </p:nvSpPr>
        <p:spPr>
          <a:xfrm>
            <a:off x="168442" y="5444311"/>
            <a:ext cx="8807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by Horatio G. Spafford (1873) 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Music by by Philip P. Bliss (1876)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Public Domain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10CAC-CC85-A085-CDF1-E7AE19E7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E9B5AB-826A-D4BD-7A21-39449DF6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peace like a river </a:t>
            </a:r>
          </a:p>
          <a:p>
            <a:r>
              <a:rPr lang="en-US" sz="48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attendeth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my way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sorrows like sea billows roll</a:t>
            </a:r>
          </a:p>
        </p:txBody>
      </p:sp>
    </p:spTree>
    <p:extLst>
      <p:ext uri="{BB962C8B-B14F-4D97-AF65-F5344CB8AC3E}">
        <p14:creationId xmlns:p14="http://schemas.microsoft.com/office/powerpoint/2010/main" val="4269685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5E41F-B8B1-D8C4-8AF1-511363F5E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60025F-4FCF-C552-E9E8-85D802943B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Whatever my lot, Thou hast taught me to say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308102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4F416-7156-D40D-6F1E-5F0CE0EFF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6B456A-09A8-DA29-A2DD-F56E12DCC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Satan should buffet,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though trials should come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this blest assurance control</a:t>
            </a:r>
          </a:p>
        </p:txBody>
      </p:sp>
    </p:spTree>
    <p:extLst>
      <p:ext uri="{BB962C8B-B14F-4D97-AF65-F5344CB8AC3E}">
        <p14:creationId xmlns:p14="http://schemas.microsoft.com/office/powerpoint/2010/main" val="3540934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94BFF-F580-3282-8F95-C4B8C684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7B6973-6971-F008-ADB4-501338FC8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Christ has regarded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helpless estate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has shed His own blood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my soul</a:t>
            </a:r>
          </a:p>
        </p:txBody>
      </p:sp>
    </p:spTree>
    <p:extLst>
      <p:ext uri="{BB962C8B-B14F-4D97-AF65-F5344CB8AC3E}">
        <p14:creationId xmlns:p14="http://schemas.microsoft.com/office/powerpoint/2010/main" val="2933094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5E88DC-8790-5416-F2FD-FDA20BBBD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A6C7E63-464E-581C-536F-3CBB2FE885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7348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D33EFA-F7D0-9842-96CE-E6E8E483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081542-C896-4EDB-AEF8-63986A716E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O, the bliss of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glorious thought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sin - not in part but the whole</a:t>
            </a:r>
          </a:p>
        </p:txBody>
      </p:sp>
    </p:spTree>
    <p:extLst>
      <p:ext uri="{BB962C8B-B14F-4D97-AF65-F5344CB8AC3E}">
        <p14:creationId xmlns:p14="http://schemas.microsoft.com/office/powerpoint/2010/main" val="3555321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F8C16-46F9-5441-DE67-0D37807C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C088943-0F19-01F5-3B6C-1B5707841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Is nailed to the cross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bear it no more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the Lord, praise the Lord,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</a:t>
            </a:r>
          </a:p>
        </p:txBody>
      </p:sp>
    </p:spTree>
    <p:extLst>
      <p:ext uri="{BB962C8B-B14F-4D97-AF65-F5344CB8AC3E}">
        <p14:creationId xmlns:p14="http://schemas.microsoft.com/office/powerpoint/2010/main" val="13060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223C2-A5D0-054E-5748-575271C6E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317AD11-4223-D5E7-BEF7-90CC3A1D2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2073917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19FFCA-D5AD-7325-F5AD-48DC0A305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EBDBD0-2AA3-1D74-3D45-39435D488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And, Lord haste the day when the faith shall be sight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clouds be rolled back as a scroll</a:t>
            </a:r>
          </a:p>
        </p:txBody>
      </p:sp>
    </p:spTree>
    <p:extLst>
      <p:ext uri="{BB962C8B-B14F-4D97-AF65-F5344CB8AC3E}">
        <p14:creationId xmlns:p14="http://schemas.microsoft.com/office/powerpoint/2010/main" val="406705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4447A-720C-CA96-7725-4077679A1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735616B-7ADC-8E71-444D-852045398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trump shall resound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 Lord shall descend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Even so - it is well with my soul</a:t>
            </a:r>
          </a:p>
        </p:txBody>
      </p:sp>
    </p:spTree>
    <p:extLst>
      <p:ext uri="{BB962C8B-B14F-4D97-AF65-F5344CB8AC3E}">
        <p14:creationId xmlns:p14="http://schemas.microsoft.com/office/powerpoint/2010/main" val="2480558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1ECBDE-5290-C40C-FE29-81E43264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ED596F-8B21-C961-DECC-C058FC1B3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123" y="1230527"/>
            <a:ext cx="8119754" cy="4396947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 (it is well)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 (with my soul)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It is well, it is well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soul</a:t>
            </a:r>
          </a:p>
        </p:txBody>
      </p:sp>
    </p:spTree>
    <p:extLst>
      <p:ext uri="{BB962C8B-B14F-4D97-AF65-F5344CB8AC3E}">
        <p14:creationId xmlns:p14="http://schemas.microsoft.com/office/powerpoint/2010/main" val="379835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276</Words>
  <Application>Microsoft Macintosh PowerPoint</Application>
  <PresentationFormat>On-screen Show (4:3)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30</cp:revision>
  <dcterms:created xsi:type="dcterms:W3CDTF">2025-11-12T03:26:12Z</dcterms:created>
  <dcterms:modified xsi:type="dcterms:W3CDTF">2026-08-02T04:52:28Z</dcterms:modified>
</cp:coreProperties>
</file>