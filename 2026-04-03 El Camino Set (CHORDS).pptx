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2" r:id="rId2"/>
    <p:sldId id="321" r:id="rId3"/>
    <p:sldId id="290" r:id="rId4"/>
    <p:sldId id="276" r:id="rId5"/>
    <p:sldId id="292" r:id="rId6"/>
    <p:sldId id="293" r:id="rId7"/>
    <p:sldId id="294" r:id="rId8"/>
    <p:sldId id="323" r:id="rId9"/>
    <p:sldId id="296" r:id="rId10"/>
    <p:sldId id="277" r:id="rId11"/>
    <p:sldId id="297" r:id="rId12"/>
    <p:sldId id="286" r:id="rId13"/>
    <p:sldId id="287" r:id="rId14"/>
    <p:sldId id="298" r:id="rId15"/>
    <p:sldId id="299" r:id="rId16"/>
    <p:sldId id="291" r:id="rId17"/>
    <p:sldId id="300" r:id="rId18"/>
    <p:sldId id="324" r:id="rId19"/>
    <p:sldId id="302" r:id="rId20"/>
    <p:sldId id="328" r:id="rId21"/>
    <p:sldId id="285" r:id="rId22"/>
    <p:sldId id="327" r:id="rId23"/>
    <p:sldId id="305" r:id="rId24"/>
    <p:sldId id="306" r:id="rId25"/>
    <p:sldId id="325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26" r:id="rId35"/>
    <p:sldId id="317" r:id="rId36"/>
    <p:sldId id="318" r:id="rId37"/>
    <p:sldId id="279" r:id="rId38"/>
    <p:sldId id="319" r:id="rId39"/>
    <p:sldId id="280" r:id="rId40"/>
    <p:sldId id="320" r:id="rId41"/>
    <p:sldId id="28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85"/>
  </p:normalViewPr>
  <p:slideViewPr>
    <p:cSldViewPr snapToGrid="0">
      <p:cViewPr varScale="1">
        <p:scale>
          <a:sx n="109" d="100"/>
          <a:sy n="109" d="100"/>
        </p:scale>
        <p:origin x="21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7A6E-7CF1-2231-BAEC-43D6FC31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12904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C3456-A5E5-2D42-A103-4ACDAEDF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718326-A533-7B6A-5CB8-FF2FAE1E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G                                D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                Bm     D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62742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G                             D A Bm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Bm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You take our sins away oh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   Bm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Bm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  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3CB0-F136-9D28-1443-EEDD557B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45891-91A4-9749-9DC9-847A62F81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                           Bm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377088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2577D-9DFE-CCBB-7FF3-759CA54C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16AFBB-5648-A412-12B5-AAF9153A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G                      D A Bm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B6E8A-6FEF-5F04-25F3-8ADC54F9BF22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9052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0A77B-AB75-BF6D-8043-E6297E8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D7CF-6454-A416-DC51-CDFA16D3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595443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Am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2133440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2EE02-2A72-4F10-BE79-22C84E7A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7C506D-C8DB-6DDF-A8D1-F2F2FFE16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86024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F0AF7-D00B-B497-81A8-49AB0F2D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66DE7C-76F7-2441-63BD-C1F6F0BB2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700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G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71368-3770-015C-9760-39E3B0C5AD22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588A7-92A5-CF94-EA50-7D41CAA8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F2B6-2E1C-E4AE-9AD7-5442E73C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Living Hope</a:t>
            </a:r>
          </a:p>
        </p:txBody>
      </p:sp>
    </p:spTree>
    <p:extLst>
      <p:ext uri="{BB962C8B-B14F-4D97-AF65-F5344CB8AC3E}">
        <p14:creationId xmlns:p14="http://schemas.microsoft.com/office/powerpoint/2010/main" val="1550341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153277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1537759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EC02F8-6EB7-4702-31D0-C16F1763BF99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692C7-51CE-F43A-32A2-0E529503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D247-30A3-954C-2EE3-72C02126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Cornerstone</a:t>
            </a:r>
          </a:p>
        </p:txBody>
      </p:sp>
    </p:spTree>
    <p:extLst>
      <p:ext uri="{BB962C8B-B14F-4D97-AF65-F5344CB8AC3E}">
        <p14:creationId xmlns:p14="http://schemas.microsoft.com/office/powerpoint/2010/main" val="1926073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162525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15061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4D267-FD29-7786-DA18-FC68CCC71564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1283</Words>
  <Application>Microsoft Macintosh PowerPoint</Application>
  <PresentationFormat>Widescreen</PresentationFormat>
  <Paragraphs>293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Avenir Book</vt:lpstr>
      <vt:lpstr>Avenir Book Oblique</vt:lpstr>
      <vt:lpstr>Avenir Medium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Jesus Paid It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55</cp:revision>
  <dcterms:created xsi:type="dcterms:W3CDTF">2025-11-12T03:26:12Z</dcterms:created>
  <dcterms:modified xsi:type="dcterms:W3CDTF">2026-04-03T20:02:40Z</dcterms:modified>
</cp:coreProperties>
</file>