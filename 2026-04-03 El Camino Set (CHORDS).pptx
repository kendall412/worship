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22" r:id="rId2"/>
    <p:sldId id="321" r:id="rId3"/>
    <p:sldId id="290" r:id="rId4"/>
    <p:sldId id="276" r:id="rId5"/>
    <p:sldId id="292" r:id="rId6"/>
    <p:sldId id="293" r:id="rId7"/>
    <p:sldId id="294" r:id="rId8"/>
    <p:sldId id="323" r:id="rId9"/>
    <p:sldId id="296" r:id="rId10"/>
    <p:sldId id="277" r:id="rId11"/>
    <p:sldId id="297" r:id="rId12"/>
    <p:sldId id="286" r:id="rId13"/>
    <p:sldId id="287" r:id="rId14"/>
    <p:sldId id="298" r:id="rId15"/>
    <p:sldId id="299" r:id="rId16"/>
    <p:sldId id="291" r:id="rId17"/>
    <p:sldId id="300" r:id="rId18"/>
    <p:sldId id="324" r:id="rId19"/>
    <p:sldId id="302" r:id="rId20"/>
    <p:sldId id="303" r:id="rId21"/>
    <p:sldId id="285" r:id="rId22"/>
    <p:sldId id="304" r:id="rId23"/>
    <p:sldId id="305" r:id="rId24"/>
    <p:sldId id="306" r:id="rId25"/>
    <p:sldId id="325" r:id="rId26"/>
    <p:sldId id="308" r:id="rId27"/>
    <p:sldId id="309" r:id="rId28"/>
    <p:sldId id="310" r:id="rId29"/>
    <p:sldId id="311" r:id="rId30"/>
    <p:sldId id="312" r:id="rId31"/>
    <p:sldId id="313" r:id="rId32"/>
    <p:sldId id="314" r:id="rId33"/>
    <p:sldId id="315" r:id="rId34"/>
    <p:sldId id="326" r:id="rId35"/>
    <p:sldId id="317" r:id="rId36"/>
    <p:sldId id="318" r:id="rId37"/>
    <p:sldId id="279" r:id="rId38"/>
    <p:sldId id="319" r:id="rId39"/>
    <p:sldId id="280" r:id="rId40"/>
    <p:sldId id="320" r:id="rId41"/>
    <p:sldId id="281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68"/>
    <p:restoredTop sz="94685"/>
  </p:normalViewPr>
  <p:slideViewPr>
    <p:cSldViewPr snapToGrid="0">
      <p:cViewPr varScale="1">
        <p:scale>
          <a:sx n="78" d="100"/>
          <a:sy n="78" d="100"/>
        </p:scale>
        <p:origin x="192" y="1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B7A6E-7CF1-2231-BAEC-43D6FC311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/>
                </a:solidFill>
                <a:latin typeface="Avenir Book Oblique" panose="02000503020000020003" pitchFamily="2" charset="0"/>
              </a:rPr>
              <a:t>All The Earth Will Sing Your Praises</a:t>
            </a:r>
          </a:p>
        </p:txBody>
      </p:sp>
    </p:spTree>
    <p:extLst>
      <p:ext uri="{BB962C8B-B14F-4D97-AF65-F5344CB8AC3E}">
        <p14:creationId xmlns:p14="http://schemas.microsoft.com/office/powerpoint/2010/main" val="1129041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2C3456-A5E5-2D42-A103-4ACDAEDFF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4718326-A533-7B6A-5CB8-FF2FAE1E38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A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lived, You died, 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Bm             G                                D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said in three days You would rise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A                Bm     D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did, You're alive</a:t>
            </a:r>
          </a:p>
        </p:txBody>
      </p:sp>
    </p:spTree>
    <p:extLst>
      <p:ext uri="{BB962C8B-B14F-4D97-AF65-F5344CB8AC3E}">
        <p14:creationId xmlns:p14="http://schemas.microsoft.com/office/powerpoint/2010/main" val="627422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92C8A9-FD5B-C8C3-579C-25A94D421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B354DAF-AC77-8B53-63BE-CDE7DCB61B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A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rule, You reign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Bm      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said You're coming back again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A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know You will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G                             D A Bm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the earth will sing Your praises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0586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A                        Bm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took, You take our sins away oh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A                           Bm 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give, You gave Your life away for us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18245B-7C4D-3D8B-BE6D-77BEE3FDD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629BF-0E2A-3CDB-A647-593AFA8BE5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came down,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Bm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saved us through the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hearts are changed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                   A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because of Your great love</a:t>
            </a:r>
          </a:p>
        </p:txBody>
      </p:sp>
    </p:spTree>
    <p:extLst>
      <p:ext uri="{BB962C8B-B14F-4D97-AF65-F5344CB8AC3E}">
        <p14:creationId xmlns:p14="http://schemas.microsoft.com/office/powerpoint/2010/main" val="506020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B3CB0-F136-9D28-1443-EEDD557BB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7445891-91A4-9749-9DC9-847A62F814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A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lived, You died,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Bm                 G                 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said in three days You would rise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                           Bm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did, You're alive</a:t>
            </a:r>
          </a:p>
        </p:txBody>
      </p:sp>
    </p:spTree>
    <p:extLst>
      <p:ext uri="{BB962C8B-B14F-4D97-AF65-F5344CB8AC3E}">
        <p14:creationId xmlns:p14="http://schemas.microsoft.com/office/powerpoint/2010/main" val="3770882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42577D-9DFE-CCBB-7FF3-759CA54C3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816AFBB-5648-A412-12B5-AAF9153A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A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rule, You reign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Bm   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said You're coming back again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A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know You will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G                      D A Bm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the earth will sing Your praises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0520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088C09-3A26-A7C0-972E-A00D092EC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3D1AD-9BA5-5279-DCE6-9751FE20B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/>
                </a:solidFill>
                <a:latin typeface="Avenir Book Oblique" panose="02000503020000020003" pitchFamily="2" charset="0"/>
              </a:rPr>
              <a:t>Old Rugged Cross</a:t>
            </a:r>
          </a:p>
        </p:txBody>
      </p:sp>
    </p:spTree>
    <p:extLst>
      <p:ext uri="{BB962C8B-B14F-4D97-AF65-F5344CB8AC3E}">
        <p14:creationId xmlns:p14="http://schemas.microsoft.com/office/powerpoint/2010/main" val="3146943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a hill far away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stood an old rugged cross,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emblem of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suff’ring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shame,</a:t>
            </a:r>
          </a:p>
        </p:txBody>
      </p:sp>
    </p:spTree>
    <p:extLst>
      <p:ext uri="{BB962C8B-B14F-4D97-AF65-F5344CB8AC3E}">
        <p14:creationId xmlns:p14="http://schemas.microsoft.com/office/powerpoint/2010/main" val="464584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love that old cross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the Dearest and Best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D                        C                     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 world of lost sinners was slain.</a:t>
            </a:r>
          </a:p>
        </p:txBody>
      </p:sp>
    </p:spTree>
    <p:extLst>
      <p:ext uri="{BB962C8B-B14F-4D97-AF65-F5344CB8AC3E}">
        <p14:creationId xmlns:p14="http://schemas.microsoft.com/office/powerpoint/2010/main" val="2554902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D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for a crown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8368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737DA7-8C8E-FBA7-4464-713026D60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DA09BC1-4614-96C7-F99B-7D39C60338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that old rugged cross,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despised by the world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D 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Has a wondrous attraction for me</a:t>
            </a:r>
          </a:p>
        </p:txBody>
      </p:sp>
    </p:spTree>
    <p:extLst>
      <p:ext uri="{BB962C8B-B14F-4D97-AF65-F5344CB8AC3E}">
        <p14:creationId xmlns:p14="http://schemas.microsoft.com/office/powerpoint/2010/main" val="868937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69B19D-8C95-EA9E-68E8-5AC7D629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990EEF6-A5F3-3FA9-CAC7-9AEFF86CEC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the dear Lamb of God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left His glory above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C              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bear it to dark Calvary</a:t>
            </a:r>
          </a:p>
        </p:txBody>
      </p:sp>
    </p:spTree>
    <p:extLst>
      <p:ext uri="{BB962C8B-B14F-4D97-AF65-F5344CB8AC3E}">
        <p14:creationId xmlns:p14="http://schemas.microsoft.com/office/powerpoint/2010/main" val="34867743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B07D70-9136-2D21-FAB5-2F1D97971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488AF1-1A9F-5E29-7619-4887A868F9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D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for a crown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6843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E243F4-CB94-4B76-F4FF-E83C2857E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D418CD-25A3-F123-3FB3-BBD6FDAC04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old rugged cross,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stained with blood so divine,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wondrous beauty I see;</a:t>
            </a:r>
          </a:p>
        </p:txBody>
      </p:sp>
    </p:spTree>
    <p:extLst>
      <p:ext uri="{BB962C8B-B14F-4D97-AF65-F5344CB8AC3E}">
        <p14:creationId xmlns:p14="http://schemas.microsoft.com/office/powerpoint/2010/main" val="1369999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B7D9DD-9FDF-188B-B04F-CC4F610B7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3DC8BB0-FF14-6E79-C19F-DC425DCC2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’twas on that old cross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suffered and died,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                   C              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pardon and sanctify me</a:t>
            </a:r>
          </a:p>
        </p:txBody>
      </p:sp>
    </p:spTree>
    <p:extLst>
      <p:ext uri="{BB962C8B-B14F-4D97-AF65-F5344CB8AC3E}">
        <p14:creationId xmlns:p14="http://schemas.microsoft.com/office/powerpoint/2010/main" val="7433542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0CE6E1-3FFD-7C26-239E-DA4BE44AE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8FD1C5-E0F7-8987-8AF0-8FE910D5F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D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for a crown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7009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0A77B-AB75-BF6D-8043-E6297E83D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CD7CF-6454-A416-DC51-CDFA16D3B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/>
                </a:solidFill>
                <a:latin typeface="Avenir Book Oblique" panose="02000503020000020003" pitchFamily="2" charset="0"/>
              </a:rPr>
              <a:t>Jesus Paid It All</a:t>
            </a:r>
          </a:p>
        </p:txBody>
      </p:sp>
    </p:spTree>
    <p:extLst>
      <p:ext uri="{BB962C8B-B14F-4D97-AF65-F5344CB8AC3E}">
        <p14:creationId xmlns:p14="http://schemas.microsoft.com/office/powerpoint/2010/main" val="35954430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hear the Savior say,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strength indeed is small,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Am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Child of weakness, watch and pray,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          G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Find in Me thine all in all</a:t>
            </a:r>
          </a:p>
        </p:txBody>
      </p:sp>
    </p:spTree>
    <p:extLst>
      <p:ext uri="{BB962C8B-B14F-4D97-AF65-F5344CB8AC3E}">
        <p14:creationId xmlns:p14="http://schemas.microsoft.com/office/powerpoint/2010/main" val="21334400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12123178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2F8C4-C310-6695-445F-C543213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114C0F-41AF-61A4-4323-81CE7AB71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Lord, now indeed I find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Thine alone,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change the leper's spots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G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melt the heart of stone</a:t>
            </a:r>
          </a:p>
        </p:txBody>
      </p:sp>
    </p:spTree>
    <p:extLst>
      <p:ext uri="{BB962C8B-B14F-4D97-AF65-F5344CB8AC3E}">
        <p14:creationId xmlns:p14="http://schemas.microsoft.com/office/powerpoint/2010/main" val="14128335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FED0BD-7288-6664-B398-20315864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CDD8E7-01E1-7510-E28F-160CA71BE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20956195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F54B8-25E1-6A75-E03E-174BCDC4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131E-B062-B7B3-31AB-1DA75B1CA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when, before the throne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in Him complete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Am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died my soul to save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G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lips shall still repeat</a:t>
            </a:r>
          </a:p>
        </p:txBody>
      </p:sp>
    </p:spTree>
    <p:extLst>
      <p:ext uri="{BB962C8B-B14F-4D97-AF65-F5344CB8AC3E}">
        <p14:creationId xmlns:p14="http://schemas.microsoft.com/office/powerpoint/2010/main" val="26296074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471E6E-6905-72B8-04FB-3A90EC4F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EE3A6B-AAC4-EDD6-7960-6E110807F6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13485488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4588A7-92A5-CF94-EA50-7D41CAA82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5F2B6-2E1C-E4AE-9AD7-5442E73CA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/>
                </a:solidFill>
                <a:latin typeface="Avenir Book Oblique" panose="02000503020000020003" pitchFamily="2" charset="0"/>
              </a:rPr>
              <a:t>Living Hope</a:t>
            </a:r>
          </a:p>
        </p:txBody>
      </p:sp>
    </p:spTree>
    <p:extLst>
      <p:ext uri="{BB962C8B-B14F-4D97-AF65-F5344CB8AC3E}">
        <p14:creationId xmlns:p14="http://schemas.microsoft.com/office/powerpoint/2010/main" val="15503413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C / G C </a:t>
            </a:r>
            <a:r>
              <a:rPr lang="en-US" sz="3600" dirty="0">
                <a:solidFill>
                  <a:schemeClr val="accent1">
                    <a:lumMod val="40000"/>
                    <a:lumOff val="6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CAPO 4th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G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the chasm that lay between us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C                 Em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high the mountain I could not climb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 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desperation, I turned to heaven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spoke Your name into the night</a:t>
            </a:r>
          </a:p>
        </p:txBody>
      </p:sp>
    </p:spTree>
    <p:extLst>
      <p:ext uri="{BB962C8B-B14F-4D97-AF65-F5344CB8AC3E}">
        <p14:creationId xmlns:p14="http://schemas.microsoft.com/office/powerpoint/2010/main" val="1532771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37EF9-CF9F-D39D-36A5-3019E24E7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6F3AC8-E07E-264E-4D50-B3A09CBC0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through the darkness,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loving kindness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Em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Tore through the shadows of my soul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G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work is ﬁnished, the end is written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D         G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33738332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61DAC1-733C-4F5B-DF92-6058C435A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5ACE9C-EC07-A1D2-A30C-40E399AF0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could imagine so great a mercy?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C          Em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heart could fathom such boundless grace?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God of ages stepped down from glory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wear my sin and bear my shame</a:t>
            </a:r>
          </a:p>
        </p:txBody>
      </p:sp>
    </p:spTree>
    <p:extLst>
      <p:ext uri="{BB962C8B-B14F-4D97-AF65-F5344CB8AC3E}">
        <p14:creationId xmlns:p14="http://schemas.microsoft.com/office/powerpoint/2010/main" val="908263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69E5CE-ECF5-2C85-6F0D-D030C683A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0568BD-F994-B513-CD99-03F09EBF45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cross has spoken, I am forgiven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King of kings calls me His 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Beautiful Savior, I'm Yours forever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D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26742541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G                    D                        Em   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who set me free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G                    D                        Em   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       Em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   D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15377592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D5DAF-1228-688F-AC5D-84D789610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7DCF2B-D83E-E796-6421-AEAC1CE315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came the morning that sealed the promise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Em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buried body began to breathe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the silence, the Roaring Lion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C                     D           G   (Em)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Declared the grave has no claim on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C               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Yours is the victory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71310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AF1E6F-2771-ED35-A97D-BAD08296F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8E2F239-F4DC-5E9E-58FF-4D1AF8E3FE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G                    D                        Em   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who set me free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G                    D                        Em   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       Em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   D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3051142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5F4357-2370-385D-0B57-33EF9E113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0EDD212-770A-54CB-55F6-5B869B15EA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 D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C      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God, You are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40337328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7692C7-51CE-F43A-32A2-0E5295036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BD247-30A3-954C-2EE3-72C021266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/>
                </a:solidFill>
                <a:latin typeface="Avenir Book Oblique" panose="02000503020000020003" pitchFamily="2" charset="0"/>
              </a:rPr>
              <a:t>Cornerstone</a:t>
            </a:r>
          </a:p>
        </p:txBody>
      </p:sp>
    </p:spTree>
    <p:extLst>
      <p:ext uri="{BB962C8B-B14F-4D97-AF65-F5344CB8AC3E}">
        <p14:creationId xmlns:p14="http://schemas.microsoft.com/office/powerpoint/2010/main" val="19260733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/ Am / F / 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hope is built on nothing less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than Jesus' blood and righteousness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dare not trust the sweetest frame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G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wholly trust in Jesus' name</a:t>
            </a:r>
          </a:p>
        </p:txBody>
      </p:sp>
    </p:spTree>
    <p:extLst>
      <p:ext uri="{BB962C8B-B14F-4D97-AF65-F5344CB8AC3E}">
        <p14:creationId xmlns:p14="http://schemas.microsoft.com/office/powerpoint/2010/main" val="1625256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F           Am                 G 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F                        Am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G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3150613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0D214-6CD0-192E-513C-6EBAEE0C7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9888A38-53AD-A1E5-D9BD-2FB937D271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darkness seems to hide His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rest on His unchanging grace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every high and stormy gale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G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76833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A450C2-F585-2818-DB88-6DAAF58AF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4523004-3737-2609-3A53-DAC560E7E5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F           Am                 G 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F                        Am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G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26053076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1BA70-EDAF-C503-70B4-BD9E28EB4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B273C14-6FFF-4EA1-84DC-D2FCEAEE8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of all</a:t>
            </a:r>
          </a:p>
        </p:txBody>
      </p:sp>
    </p:spTree>
    <p:extLst>
      <p:ext uri="{BB962C8B-B14F-4D97-AF65-F5344CB8AC3E}">
        <p14:creationId xmlns:p14="http://schemas.microsoft.com/office/powerpoint/2010/main" val="29391499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9BC9E6-3282-0735-A5E8-51F73375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948E6D9-BA70-962F-0F7C-09DDB937E9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F           Am                 G 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F                        Am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G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36771490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0B95B7-2010-EFAD-A0C0-2D3DC98FB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C7AFAA-713E-549E-73AF-25A9DD3470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shall come with trumpet sound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may I then in Him be found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His righteousness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G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Faultless, stand before the throne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/ Am / G/  C</a:t>
            </a:r>
          </a:p>
        </p:txBody>
      </p:sp>
    </p:spTree>
    <p:extLst>
      <p:ext uri="{BB962C8B-B14F-4D97-AF65-F5344CB8AC3E}">
        <p14:creationId xmlns:p14="http://schemas.microsoft.com/office/powerpoint/2010/main" val="3374325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</TotalTime>
  <Words>1278</Words>
  <Application>Microsoft Macintosh PowerPoint</Application>
  <PresentationFormat>Widescreen</PresentationFormat>
  <Paragraphs>288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7" baseType="lpstr">
      <vt:lpstr>Aptos</vt:lpstr>
      <vt:lpstr>Aptos Display</vt:lpstr>
      <vt:lpstr>Arial</vt:lpstr>
      <vt:lpstr>Avenir Book Oblique</vt:lpstr>
      <vt:lpstr>Avenir Medium</vt:lpstr>
      <vt:lpstr>Office Theme</vt:lpstr>
      <vt:lpstr>All The Earth Will Sing Your Praises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Old Rugged Cross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Jesus Paid It All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Living Hope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Cornerstone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51</cp:revision>
  <dcterms:created xsi:type="dcterms:W3CDTF">2025-11-12T03:26:12Z</dcterms:created>
  <dcterms:modified xsi:type="dcterms:W3CDTF">2026-04-03T19:01:22Z</dcterms:modified>
</cp:coreProperties>
</file>