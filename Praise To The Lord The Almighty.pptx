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85" r:id="rId2"/>
    <p:sldId id="274" r:id="rId3"/>
    <p:sldId id="286" r:id="rId4"/>
    <p:sldId id="282" r:id="rId5"/>
    <p:sldId id="287" r:id="rId6"/>
    <p:sldId id="283" r:id="rId7"/>
    <p:sldId id="288" r:id="rId8"/>
    <p:sldId id="284" r:id="rId9"/>
    <p:sldId id="289" r:id="rId10"/>
    <p:sldId id="290" r:id="rId11"/>
    <p:sldId id="29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40917"/>
    <p:restoredTop sz="94626"/>
  </p:normalViewPr>
  <p:slideViewPr>
    <p:cSldViewPr snapToGrid="0">
      <p:cViewPr varScale="1">
        <p:scale>
          <a:sx n="94" d="100"/>
          <a:sy n="94" d="100"/>
        </p:scale>
        <p:origin x="208" y="8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51420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14336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13260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36528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16782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98198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97156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62922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75430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26460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87993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59A0DE-F190-5444-87AC-4719D5F20D15}" type="datetimeFigureOut">
              <a:rPr lang="en-US" smtClean="0"/>
              <a:t>6/11/26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33183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7DBCCAA-AEC2-E7D5-6DA0-2B454C3110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373690B-6ECA-2D8D-2D0C-253BF276AC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3772" y="204717"/>
            <a:ext cx="8748215" cy="6346208"/>
          </a:xfrm>
        </p:spPr>
        <p:txBody>
          <a:bodyPr>
            <a:noAutofit/>
          </a:bodyPr>
          <a:lstStyle/>
          <a:p>
            <a:endParaRPr lang="en-US" sz="2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8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Praise to the Lord the Almighty</a:t>
            </a:r>
          </a:p>
        </p:txBody>
      </p:sp>
    </p:spTree>
    <p:extLst>
      <p:ext uri="{BB962C8B-B14F-4D97-AF65-F5344CB8AC3E}">
        <p14:creationId xmlns:p14="http://schemas.microsoft.com/office/powerpoint/2010/main" val="21473335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7F1709-70D9-7011-5D92-F7E57F560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25DBF04-8174-1226-1E95-AC7FB0F1B0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5660" y="191069"/>
            <a:ext cx="8652680" cy="6469038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Praise to the Lord,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Almighty,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King of creation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 my soul, praise Him,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for He is thy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health and salvation</a:t>
            </a:r>
          </a:p>
        </p:txBody>
      </p:sp>
    </p:spTree>
    <p:extLst>
      <p:ext uri="{BB962C8B-B14F-4D97-AF65-F5344CB8AC3E}">
        <p14:creationId xmlns:p14="http://schemas.microsoft.com/office/powerpoint/2010/main" val="31641634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C3E5F54-082E-B264-7016-FD8776F626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75272F5-FDBA-31BC-129B-A81D97B5DE3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5660" y="191069"/>
            <a:ext cx="8652680" cy="6469038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ye who hear, now to His temple draw near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Praise Him in glad adoration</a:t>
            </a:r>
          </a:p>
        </p:txBody>
      </p:sp>
    </p:spTree>
    <p:extLst>
      <p:ext uri="{BB962C8B-B14F-4D97-AF65-F5344CB8AC3E}">
        <p14:creationId xmlns:p14="http://schemas.microsoft.com/office/powerpoint/2010/main" val="36924228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669FE4C-AB15-F92A-83D7-A1992E565F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18A5CAC-F4EA-6A0A-92FD-9F5E46777FE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86603" y="163773"/>
            <a:ext cx="8584442" cy="6455391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Praise to the Lord, Who o’er all things so wondrously </a:t>
            </a:r>
            <a:r>
              <a:rPr lang="en-US" sz="44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reigneth</a:t>
            </a:r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Shelters thee under His wings, yea, so gently </a:t>
            </a:r>
            <a:r>
              <a:rPr lang="en-US" sz="44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sustaineth</a:t>
            </a:r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005011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9A2A5A8-D337-CDC3-F7D1-395B7BCC91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8C72408-D342-B8C6-C15E-78148E74F2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86603" y="163773"/>
            <a:ext cx="8584442" cy="6455391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Hast thou not seen how thy desires have been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Granted in what He </a:t>
            </a:r>
            <a:r>
              <a:rPr lang="en-US" sz="44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ordaineth</a:t>
            </a:r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4498261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204DFA-E10F-241C-10DC-E5670D5A23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8AAAEDF-9D95-1EDB-3978-04FEA487F9F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5660" y="232013"/>
            <a:ext cx="8652680" cy="6469038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Praise to the Lord, who doth prosper thy work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defend thee;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Surely His goodness and mercy here daily attend thee;</a:t>
            </a:r>
          </a:p>
        </p:txBody>
      </p:sp>
    </p:spTree>
    <p:extLst>
      <p:ext uri="{BB962C8B-B14F-4D97-AF65-F5344CB8AC3E}">
        <p14:creationId xmlns:p14="http://schemas.microsoft.com/office/powerpoint/2010/main" val="30296628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FEFCC83-4336-6DA9-BC89-0C6B69F668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0619F17-B369-5308-027C-7D7849A926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5660" y="232013"/>
            <a:ext cx="8652680" cy="6469038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Ponder anew what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Almighty can do,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If with His love He befriend thee</a:t>
            </a:r>
          </a:p>
        </p:txBody>
      </p:sp>
    </p:spTree>
    <p:extLst>
      <p:ext uri="{BB962C8B-B14F-4D97-AF65-F5344CB8AC3E}">
        <p14:creationId xmlns:p14="http://schemas.microsoft.com/office/powerpoint/2010/main" val="880426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958C935-8A55-EBD5-0993-5BDC54C9B8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7AAE9D0-C9A2-EA5C-DDD8-172BB8077F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2012" y="218364"/>
            <a:ext cx="8639033" cy="6387151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Praise to the Lord, O let all that is in me adore Him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that hath life and breath, come now with praises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before Him</a:t>
            </a:r>
          </a:p>
        </p:txBody>
      </p:sp>
    </p:spTree>
    <p:extLst>
      <p:ext uri="{BB962C8B-B14F-4D97-AF65-F5344CB8AC3E}">
        <p14:creationId xmlns:p14="http://schemas.microsoft.com/office/powerpoint/2010/main" val="16083739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317315-1F8C-8B05-4852-5AB1DBB3DB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1E8AEDF-FE27-BE7E-65FB-3F92118C76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2012" y="218364"/>
            <a:ext cx="8639033" cy="6387151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Let the Amen sound from His people again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Gladly for aye we adore Him</a:t>
            </a:r>
          </a:p>
        </p:txBody>
      </p:sp>
    </p:spTree>
    <p:extLst>
      <p:ext uri="{BB962C8B-B14F-4D97-AF65-F5344CB8AC3E}">
        <p14:creationId xmlns:p14="http://schemas.microsoft.com/office/powerpoint/2010/main" val="6907011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F3A049D-3D6B-D904-5230-C48A554E0E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A70C992-A52B-FC06-AE51-642B59447E9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5660" y="191069"/>
            <a:ext cx="8652680" cy="6469038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Praise to the Lord,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Almighty,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King of creation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 my soul, praise Him,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for He is thy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health and salvation</a:t>
            </a:r>
          </a:p>
        </p:txBody>
      </p:sp>
    </p:spTree>
    <p:extLst>
      <p:ext uri="{BB962C8B-B14F-4D97-AF65-F5344CB8AC3E}">
        <p14:creationId xmlns:p14="http://schemas.microsoft.com/office/powerpoint/2010/main" val="34694079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6FCBDF-ABC2-BBDB-8FDD-9040A640FC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DA3E2B6-F904-406F-5218-392FDECB19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5660" y="191069"/>
            <a:ext cx="8652680" cy="6469038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ye who hear, now to His temple draw near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Praise Him in glad adoration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82A351F-3465-BA92-8662-58E07FEFB0AE}"/>
              </a:ext>
            </a:extLst>
          </p:cNvPr>
          <p:cNvSpPr txBox="1"/>
          <p:nvPr/>
        </p:nvSpPr>
        <p:spPr>
          <a:xfrm>
            <a:off x="7390614" y="6488668"/>
            <a:ext cx="17533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CCLI#7102397</a:t>
            </a:r>
          </a:p>
        </p:txBody>
      </p:sp>
    </p:spTree>
    <p:extLst>
      <p:ext uri="{BB962C8B-B14F-4D97-AF65-F5344CB8AC3E}">
        <p14:creationId xmlns:p14="http://schemas.microsoft.com/office/powerpoint/2010/main" val="26685400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47</TotalTime>
  <Words>211</Words>
  <Application>Microsoft Macintosh PowerPoint</Application>
  <PresentationFormat>On-screen Show (4:3)</PresentationFormat>
  <Paragraphs>45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Aptos</vt:lpstr>
      <vt:lpstr>Aptos Display</vt:lpstr>
      <vt:lpstr>Arial</vt:lpstr>
      <vt:lpstr>Avenir Medium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Hur</dc:creator>
  <cp:lastModifiedBy>Danny Hur</cp:lastModifiedBy>
  <cp:revision>20</cp:revision>
  <dcterms:created xsi:type="dcterms:W3CDTF">2025-11-12T03:26:12Z</dcterms:created>
  <dcterms:modified xsi:type="dcterms:W3CDTF">2026-06-12T03:51:14Z</dcterms:modified>
</cp:coreProperties>
</file>