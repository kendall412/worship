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5" r:id="rId2"/>
    <p:sldId id="274" r:id="rId3"/>
    <p:sldId id="286" r:id="rId4"/>
    <p:sldId id="282" r:id="rId5"/>
    <p:sldId id="287" r:id="rId6"/>
    <p:sldId id="283" r:id="rId7"/>
    <p:sldId id="288" r:id="rId8"/>
    <p:sldId id="284" r:id="rId9"/>
    <p:sldId id="289" r:id="rId10"/>
    <p:sldId id="290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48"/>
  </p:normalViewPr>
  <p:slideViewPr>
    <p:cSldViewPr snapToGrid="0">
      <p:cViewPr varScale="1">
        <p:scale>
          <a:sx n="143" d="100"/>
          <a:sy n="143" d="100"/>
        </p:scale>
        <p:origin x="2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42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33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26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52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78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19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1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9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3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46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99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1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BCCAA-AEC2-E7D5-6DA0-2B454C311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73690B-6ECA-2D8D-2D0C-253BF276A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772" y="204717"/>
            <a:ext cx="8748215" cy="6346208"/>
          </a:xfrm>
        </p:spPr>
        <p:txBody>
          <a:bodyPr>
            <a:noAutofit/>
          </a:bodyPr>
          <a:lstStyle/>
          <a:p>
            <a:endParaRPr lang="en-US" sz="2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8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 the Almighty</a:t>
            </a:r>
          </a:p>
        </p:txBody>
      </p:sp>
    </p:spTree>
    <p:extLst>
      <p:ext uri="{BB962C8B-B14F-4D97-AF65-F5344CB8AC3E}">
        <p14:creationId xmlns:p14="http://schemas.microsoft.com/office/powerpoint/2010/main" val="2147333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Almighty,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creation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He is thy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health and salvation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E5F54-082E-B264-7016-FD8776F62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5272F5-FDBA-31BC-129B-A81D97B5D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</p:spTree>
    <p:extLst>
      <p:ext uri="{BB962C8B-B14F-4D97-AF65-F5344CB8AC3E}">
        <p14:creationId xmlns:p14="http://schemas.microsoft.com/office/powerpoint/2010/main" val="369242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9FE4C-AB15-F92A-83D7-A1992E56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8A5CAC-F4EA-6A0A-92FD-9F5E46777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603" y="163773"/>
            <a:ext cx="8584442" cy="645539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o’er all things so wondrously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reigneth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Shelters thee under His wings, yea, so gently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sustaineth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01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2A5A8-D337-CDC3-F7D1-395B7BCC9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C72408-D342-B8C6-C15E-78148E74F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603" y="163773"/>
            <a:ext cx="8584442" cy="645539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Hast thou not seen how thy desires have been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Granted in what He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ordaineth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49826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04DFA-E10F-241C-10DC-E5670D5A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AAAEDF-9D95-1EDB-3978-04FEA487F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232013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doth prosper thy work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defend thee;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Surely His goodness and mercy here daily attend thee;</a:t>
            </a:r>
          </a:p>
        </p:txBody>
      </p:sp>
    </p:spTree>
    <p:extLst>
      <p:ext uri="{BB962C8B-B14F-4D97-AF65-F5344CB8AC3E}">
        <p14:creationId xmlns:p14="http://schemas.microsoft.com/office/powerpoint/2010/main" val="3029662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FCC83-4336-6DA9-BC89-0C6B69F6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619F17-B369-5308-027C-7D7849A92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232013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Ponder anew what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Almighty can do,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with His love He befriend thee</a:t>
            </a:r>
          </a:p>
        </p:txBody>
      </p:sp>
    </p:spTree>
    <p:extLst>
      <p:ext uri="{BB962C8B-B14F-4D97-AF65-F5344CB8AC3E}">
        <p14:creationId xmlns:p14="http://schemas.microsoft.com/office/powerpoint/2010/main" val="88042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8C935-8A55-EBD5-0993-5BDC54C9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AAE9D0-C9A2-EA5C-DDD8-172BB8077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012" y="218364"/>
            <a:ext cx="8639033" cy="638715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O let all that is in me adore Him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that hath life and breath, come now with praises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Him</a:t>
            </a:r>
          </a:p>
        </p:txBody>
      </p:sp>
    </p:spTree>
    <p:extLst>
      <p:ext uri="{BB962C8B-B14F-4D97-AF65-F5344CB8AC3E}">
        <p14:creationId xmlns:p14="http://schemas.microsoft.com/office/powerpoint/2010/main" val="1608373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17315-1F8C-8B05-4852-5AB1DBB3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E8AEDF-FE27-BE7E-65FB-3F92118C7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012" y="218364"/>
            <a:ext cx="8639033" cy="638715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 Amen sound from His people again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Gladly for aye we adore Him</a:t>
            </a:r>
          </a:p>
        </p:txBody>
      </p:sp>
    </p:spTree>
    <p:extLst>
      <p:ext uri="{BB962C8B-B14F-4D97-AF65-F5344CB8AC3E}">
        <p14:creationId xmlns:p14="http://schemas.microsoft.com/office/powerpoint/2010/main" val="690701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A049D-3D6B-D904-5230-C48A554E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70C992-A52B-FC06-AE51-642B59447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Almighty,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creation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He is thy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health and salvation</a:t>
            </a:r>
          </a:p>
        </p:txBody>
      </p:sp>
    </p:spTree>
    <p:extLst>
      <p:ext uri="{BB962C8B-B14F-4D97-AF65-F5344CB8AC3E}">
        <p14:creationId xmlns:p14="http://schemas.microsoft.com/office/powerpoint/2010/main" val="3469407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FCBDF-ABC2-BBDB-8FDD-9040A640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A3E2B6-F904-406F-5218-392FDECB1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</p:spTree>
    <p:extLst>
      <p:ext uri="{BB962C8B-B14F-4D97-AF65-F5344CB8AC3E}">
        <p14:creationId xmlns:p14="http://schemas.microsoft.com/office/powerpoint/2010/main" val="2668540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208</Words>
  <Application>Microsoft Macintosh PowerPoint</Application>
  <PresentationFormat>On-screen Show (4:3)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21</cp:revision>
  <dcterms:created xsi:type="dcterms:W3CDTF">2025-11-12T03:26:12Z</dcterms:created>
  <dcterms:modified xsi:type="dcterms:W3CDTF">2026-07-05T00:42:39Z</dcterms:modified>
</cp:coreProperties>
</file>