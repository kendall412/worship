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1" r:id="rId2"/>
    <p:sldId id="274" r:id="rId3"/>
    <p:sldId id="282" r:id="rId4"/>
    <p:sldId id="283" r:id="rId5"/>
    <p:sldId id="28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917"/>
    <p:restoredTop sz="94626"/>
  </p:normalViewPr>
  <p:slideViewPr>
    <p:cSldViewPr snapToGrid="0">
      <p:cViewPr varScale="1">
        <p:scale>
          <a:sx n="71" d="100"/>
          <a:sy n="71" d="100"/>
        </p:scale>
        <p:origin x="168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7FF3-ED51-42B0-B272-1B4F50EFC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8280D-74D2-D21D-CA1B-5C1389428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53A56-E25A-8265-17BC-0939A7C5C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000" i="1" dirty="0">
                <a:latin typeface="Avenir Oblique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6636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32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32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have been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32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and defend thee;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the Almighty can do,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thee.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before Him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167</Words>
  <Application>Microsoft Macintosh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16</cp:revision>
  <dcterms:created xsi:type="dcterms:W3CDTF">2025-11-12T03:26:12Z</dcterms:created>
  <dcterms:modified xsi:type="dcterms:W3CDTF">2026-06-04T03:56:39Z</dcterms:modified>
</cp:coreProperties>
</file>