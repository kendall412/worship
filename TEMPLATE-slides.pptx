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802"/>
  </p:normalViewPr>
  <p:slideViewPr>
    <p:cSldViewPr snapToGrid="0">
      <p:cViewPr varScale="1">
        <p:scale>
          <a:sx n="112" d="100"/>
          <a:sy n="112" d="100"/>
        </p:scale>
        <p:origin x="2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SONG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Musci Matt Boswell and Matt Papa in (2016)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Messenger Hymns and Love Your Enemies Publishing (Administered by Music Services, Inc.)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life and let it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Consecrated, Lord, to Thee.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moments and my days,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</TotalTime>
  <Words>68</Words>
  <Application>Microsoft Macintosh PowerPoint</Application>
  <PresentationFormat>On-screen Show (4:3)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18</cp:revision>
  <dcterms:created xsi:type="dcterms:W3CDTF">2025-11-12T03:26:12Z</dcterms:created>
  <dcterms:modified xsi:type="dcterms:W3CDTF">2026-08-08T17:42:20Z</dcterms:modified>
</cp:coreProperties>
</file>