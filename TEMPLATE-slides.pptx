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79" r:id="rId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797"/>
  </p:normalViewPr>
  <p:slideViewPr>
    <p:cSldViewPr snapToGrid="0">
      <p:cViewPr varScale="1">
        <p:scale>
          <a:sx n="126" d="100"/>
          <a:sy n="126" d="100"/>
        </p:scale>
        <p:origin x="200" y="1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life and let it be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Consecrated, Lord, to Thee.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moments and my days,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them flow in ceaseless praise.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them flow in ceaseless praise</a:t>
            </a: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BFBF6E-A800-A557-4607-B211D092B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31C481-F61F-FA71-2898-FC5F29B5D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79" y="228600"/>
            <a:ext cx="8903369" cy="6431280"/>
          </a:xfrm>
        </p:spPr>
        <p:txBody>
          <a:bodyPr>
            <a:noAutofit/>
          </a:bodyPr>
          <a:lstStyle/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 love; my Lord, I pour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Thy feet its treasure store.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Take myself, and I will be 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Ever, only, all for Thee,</a:t>
            </a:r>
          </a:p>
          <a:p>
            <a:r>
              <a:rPr lang="en-US" sz="40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Ever, only, all for Thee.</a:t>
            </a:r>
          </a:p>
          <a:p>
            <a:endParaRPr lang="en-US" sz="4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E5347E-CB9A-43DD-8F01-CD210F411994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2718413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</TotalTime>
  <Words>78</Words>
  <Application>Microsoft Macintosh PowerPoint</Application>
  <PresentationFormat>On-screen Show (4:3)</PresentationFormat>
  <Paragraphs>15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17</cp:revision>
  <dcterms:created xsi:type="dcterms:W3CDTF">2025-11-12T03:26:12Z</dcterms:created>
  <dcterms:modified xsi:type="dcterms:W3CDTF">2026-06-19T22:37:06Z</dcterms:modified>
</cp:coreProperties>
</file>