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0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8344"/>
    <p:restoredTop sz="94845"/>
  </p:normalViewPr>
  <p:slideViewPr>
    <p:cSldViewPr snapToGrid="0">
      <p:cViewPr varScale="1">
        <p:scale>
          <a:sx n="106" d="100"/>
          <a:sy n="106" d="100"/>
        </p:scale>
        <p:origin x="176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Yet Not I but Through Christ in 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94038C-B358-C883-5794-16FF7CD54AD5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&amp; Music by Jonny Robinson Michael </a:t>
            </a:r>
            <a:r>
              <a:rPr lang="en-US" dirty="0" err="1">
                <a:solidFill>
                  <a:schemeClr val="bg1"/>
                </a:solidFill>
              </a:rPr>
              <a:t>FarrenRich</a:t>
            </a:r>
            <a:r>
              <a:rPr lang="en-US" dirty="0">
                <a:solidFill>
                  <a:schemeClr val="bg1"/>
                </a:solidFill>
              </a:rPr>
              <a:t> Thompson (2019)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© 2018 </a:t>
            </a:r>
            <a:r>
              <a:rPr lang="en-US" dirty="0" err="1">
                <a:solidFill>
                  <a:schemeClr val="bg1"/>
                </a:solidFill>
              </a:rPr>
              <a:t>CityAlight</a:t>
            </a:r>
            <a:r>
              <a:rPr lang="en-US" dirty="0">
                <a:solidFill>
                  <a:schemeClr val="bg1"/>
                </a:solidFill>
              </a:rPr>
              <a:t> Music; Farren Love And War Publishing; Integrity's Alleluia! Music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gift of grace is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my redeemer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is no more for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heaven now to give</a:t>
            </a: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119</TotalTime>
  <Words>56</Words>
  <Application>Microsoft Macintosh PowerPoint</Application>
  <PresentationFormat>On-screen Show (4:3)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23</cp:revision>
  <dcterms:created xsi:type="dcterms:W3CDTF">2025-11-12T03:26:12Z</dcterms:created>
  <dcterms:modified xsi:type="dcterms:W3CDTF">2026-10-29T04:57:42Z</dcterms:modified>
</cp:coreProperties>
</file>