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3" r:id="rId4"/>
    <p:sldId id="281" r:id="rId5"/>
    <p:sldId id="284" r:id="rId6"/>
    <p:sldId id="282" r:id="rId7"/>
    <p:sldId id="285" r:id="rId8"/>
    <p:sldId id="279" r:id="rId9"/>
    <p:sldId id="28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8E5D8B-D48F-5CF7-7E62-051D0B87A496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 &amp; Music by Sarah Flower Adams (1841)</a:t>
            </a:r>
          </a:p>
          <a:p>
            <a:pPr algn="ctr"/>
            <a:r>
              <a:rPr lang="en-US">
                <a:solidFill>
                  <a:schemeClr val="bg1"/>
                </a:solidFill>
              </a:rPr>
              <a:t>Public </a:t>
            </a:r>
            <a:r>
              <a:rPr lang="en-US" dirty="0">
                <a:solidFill>
                  <a:schemeClr val="bg1"/>
                </a:solidFill>
              </a:rPr>
              <a:t>Domain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Nearer, my God, to Thee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to Thee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Even though it be a cross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</a:t>
            </a:r>
            <a:r>
              <a:rPr lang="en-US" sz="40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raiseth</a:t>
            </a:r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D6D4E4-3436-CBF2-A4B5-59A6E66BB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8FBAEE8-1793-8341-65F8-2E583273C7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Still all my song shall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Nearer, my God, to Thee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Thee, nearer to Thee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874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5EEBEC-52CD-CF56-0DFD-2F05427B0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A6609E3-0ED7-B159-59DB-7CE4DB1468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Though, like the wanderer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sun gone down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Darkness be over me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rest a stone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132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6BA297-6137-4473-23F3-1346EFA58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E3D450C-04B2-7B8A-72C0-5C20B725B2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Yet in my dreams I'd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Nearer, my God, to Thee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to Thee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6302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EA7B05-9336-454D-AD77-614A2C1D0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D919AE2-A258-96C6-2FD8-01BFCBCECA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Then, with my waking thoughts Bright with Thy praise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my stony griefs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Bethel I'll raise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9113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C569D-46F9-74F5-F62B-07E244D42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B3A4D92-4903-B1AF-3E73-46F2C5426F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by my woes to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Nearer, my God, to Thee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to Thee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821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597916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my Father’s home,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safe and at rest,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in my Savior’s love,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perfectly blest;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53F17C-35E4-6F9F-42D1-09E2F8330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64B18C7-79F1-1390-01AA-F207805A22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857381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Age after age to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my God to Thee,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nearer to Thee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185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280</TotalTime>
  <Words>180</Words>
  <Application>Microsoft Macintosh PowerPoint</Application>
  <PresentationFormat>On-screen Show (4:3)</PresentationFormat>
  <Paragraphs>43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24</cp:revision>
  <dcterms:created xsi:type="dcterms:W3CDTF">2025-11-12T03:26:12Z</dcterms:created>
  <dcterms:modified xsi:type="dcterms:W3CDTF">2026-08-07T02:55:11Z</dcterms:modified>
</cp:coreProperties>
</file>