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06"/>
  </p:normalViewPr>
  <p:slideViewPr>
    <p:cSldViewPr snapToGrid="0">
      <p:cViewPr varScale="1">
        <p:scale>
          <a:sx n="100" d="100"/>
          <a:sy n="100" d="100"/>
        </p:scale>
        <p:origin x="18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 Surrender All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D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freely give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ever love and trust him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  D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His presence daily live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Am   D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    I surrender all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Em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my blessed Savior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    all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0C23E-4E28-4A5F-7F27-2FA5F87A7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E6E4FB-2F41-1935-5580-064DA9B53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b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C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at His feet I bow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Worldly pleasures all forsaken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C        D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me, Jesus, take me now</a:t>
            </a:r>
          </a:p>
        </p:txBody>
      </p:sp>
    </p:spTree>
    <p:extLst>
      <p:ext uri="{BB962C8B-B14F-4D97-AF65-F5344CB8AC3E}">
        <p14:creationId xmlns:p14="http://schemas.microsoft.com/office/powerpoint/2010/main" val="3284408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D75FC-8405-8491-8894-BBC2C29C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76BAB4-30B7-8BFD-3228-55C329D85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Am   D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    I surrender all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Em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my blessed Savior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    all</a:t>
            </a:r>
          </a:p>
        </p:txBody>
      </p:sp>
    </p:spTree>
    <p:extLst>
      <p:ext uri="{BB962C8B-B14F-4D97-AF65-F5344CB8AC3E}">
        <p14:creationId xmlns:p14="http://schemas.microsoft.com/office/powerpoint/2010/main" val="421633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C3148-64CF-54FC-E337-475AB019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B8A5D9-DF63-9D33-8A3A-DD15E665E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C          D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Make me, Savior, wholly Thine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me feel Thy Holy Spirit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C               D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Truly know that Thou art mine</a:t>
            </a:r>
          </a:p>
        </p:txBody>
      </p:sp>
    </p:spTree>
    <p:extLst>
      <p:ext uri="{BB962C8B-B14F-4D97-AF65-F5344CB8AC3E}">
        <p14:creationId xmlns:p14="http://schemas.microsoft.com/office/powerpoint/2010/main" val="427478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D1BB9-7E5E-8388-045B-F66F43EF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CBDA96-64CE-A3B2-C73E-26F284CE7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Am   D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    I surrender all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Em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my blessed Savior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    all</a:t>
            </a:r>
          </a:p>
        </p:txBody>
      </p:sp>
    </p:spTree>
    <p:extLst>
      <p:ext uri="{BB962C8B-B14F-4D97-AF65-F5344CB8AC3E}">
        <p14:creationId xmlns:p14="http://schemas.microsoft.com/office/powerpoint/2010/main" val="2086642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23ACA-23E2-E7C3-E44A-4D3EBD6C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1A4F28-A6EB-0F02-6D9E-0F5BACFA8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C      D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I give myself to Thee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 me with Thy love and power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C            D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Thy blessing fall on me</a:t>
            </a:r>
          </a:p>
        </p:txBody>
      </p:sp>
    </p:spTree>
    <p:extLst>
      <p:ext uri="{BB962C8B-B14F-4D97-AF65-F5344CB8AC3E}">
        <p14:creationId xmlns:p14="http://schemas.microsoft.com/office/powerpoint/2010/main" val="1316191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FE5769-8509-1F0D-D014-2D649FBC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33F026B-DFC7-13FA-EC71-AB7DBC285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Am   D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    I surrender all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Em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my blessed Savior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    all</a:t>
            </a:r>
          </a:p>
        </p:txBody>
      </p:sp>
    </p:spTree>
    <p:extLst>
      <p:ext uri="{BB962C8B-B14F-4D97-AF65-F5344CB8AC3E}">
        <p14:creationId xmlns:p14="http://schemas.microsoft.com/office/powerpoint/2010/main" val="1548450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6724B-E200-733A-9D49-39689880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C93D4D-8317-09D2-BB16-089967C14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C           D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Now I feel the sacred flame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 joy of full salvation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C           D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Glory, glory to His   name</a:t>
            </a:r>
          </a:p>
        </p:txBody>
      </p:sp>
    </p:spTree>
    <p:extLst>
      <p:ext uri="{BB962C8B-B14F-4D97-AF65-F5344CB8AC3E}">
        <p14:creationId xmlns:p14="http://schemas.microsoft.com/office/powerpoint/2010/main" val="1074190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7D1FC-D5FF-36BA-0DDA-F7CA11AE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E744A5-AB3C-328C-9B47-9DB2518FC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0534161" cy="6482862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Am   D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    I surrender all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Em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my blessed Savior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   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D624E-F07A-A911-2F4F-F8EEE6EDBF9C}"/>
              </a:ext>
            </a:extLst>
          </p:cNvPr>
          <p:cNvSpPr txBox="1"/>
          <p:nvPr/>
        </p:nvSpPr>
        <p:spPr>
          <a:xfrm>
            <a:off x="10756900" y="6047546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736020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319</Words>
  <Application>Microsoft Macintosh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45</cp:revision>
  <dcterms:created xsi:type="dcterms:W3CDTF">2025-11-12T03:26:12Z</dcterms:created>
  <dcterms:modified xsi:type="dcterms:W3CDTF">2026-10-29T05:23:27Z</dcterms:modified>
</cp:coreProperties>
</file>