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79" r:id="rId4"/>
    <p:sldId id="28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Lord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Thou, O Lord, art high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the earth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art exalted far above all gods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51FA7-6366-9750-1A0C-A792D6EE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FDE78E-E064-69B0-FA88-960669ADC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exalt Thee,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Lord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1E0276-3276-6EF1-13DC-29653636F806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3309316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53</Words>
  <Application>Microsoft Macintosh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20</cp:revision>
  <dcterms:created xsi:type="dcterms:W3CDTF">2025-11-12T03:26:12Z</dcterms:created>
  <dcterms:modified xsi:type="dcterms:W3CDTF">2026-06-27T23:47:16Z</dcterms:modified>
</cp:coreProperties>
</file>