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339" r:id="rId2"/>
    <p:sldId id="323" r:id="rId3"/>
    <p:sldId id="340" r:id="rId4"/>
    <p:sldId id="348" r:id="rId5"/>
    <p:sldId id="349" r:id="rId6"/>
    <p:sldId id="324" r:id="rId7"/>
    <p:sldId id="341" r:id="rId8"/>
    <p:sldId id="333" r:id="rId9"/>
    <p:sldId id="342" r:id="rId10"/>
    <p:sldId id="343" r:id="rId11"/>
    <p:sldId id="344" r:id="rId12"/>
    <p:sldId id="335" r:id="rId13"/>
    <p:sldId id="345" r:id="rId14"/>
    <p:sldId id="346" r:id="rId15"/>
    <p:sldId id="350" r:id="rId16"/>
    <p:sldId id="351" r:id="rId17"/>
    <p:sldId id="337" r:id="rId18"/>
    <p:sldId id="34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9191"/>
    <p:restoredTop sz="94643"/>
  </p:normalViewPr>
  <p:slideViewPr>
    <p:cSldViewPr snapToGrid="0">
      <p:cViewPr varScale="1">
        <p:scale>
          <a:sx n="70" d="100"/>
          <a:sy n="70" d="100"/>
        </p:scale>
        <p:origin x="192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984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261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243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349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612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333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32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10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973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634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89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195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DBFFC-C2E7-FF56-08B2-79D8D2E2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B49F10-2809-A234-C867-D60729E4B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3067" y="208344"/>
            <a:ext cx="8576841" cy="6447099"/>
          </a:xfrm>
        </p:spPr>
        <p:txBody>
          <a:bodyPr>
            <a:noAutofit/>
          </a:bodyPr>
          <a:lstStyle/>
          <a:p>
            <a:pPr algn="l"/>
            <a:r>
              <a:rPr lang="en-US" sz="7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CORNERSTONE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850C62-6806-E84E-267E-990EF82CA844}"/>
              </a:ext>
            </a:extLst>
          </p:cNvPr>
          <p:cNvSpPr txBox="1"/>
          <p:nvPr/>
        </p:nvSpPr>
        <p:spPr>
          <a:xfrm>
            <a:off x="168442" y="5444311"/>
            <a:ext cx="88071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&amp; Music by Reuben Morgan, Eric </a:t>
            </a:r>
            <a:r>
              <a:rPr lang="en-US" dirty="0" err="1">
                <a:solidFill>
                  <a:schemeClr val="bg1"/>
                </a:solidFill>
              </a:rPr>
              <a:t>Liljero</a:t>
            </a:r>
            <a:r>
              <a:rPr lang="en-US" dirty="0">
                <a:solidFill>
                  <a:schemeClr val="bg1"/>
                </a:solidFill>
              </a:rPr>
              <a:t>, Jonas Myrin, and traditional elements adapted from Edward Mote and William Batchelder Bradbury (2011)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© 2011 Hillsong Music Publishing (admin. </a:t>
            </a:r>
            <a:r>
              <a:rPr lang="en-US">
                <a:solidFill>
                  <a:schemeClr val="bg1"/>
                </a:solidFill>
              </a:rPr>
              <a:t>in the US and Canada by Capitol CMG Publishing)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CCLI </a:t>
            </a:r>
            <a:r>
              <a:rPr lang="en-US" dirty="0">
                <a:solidFill>
                  <a:schemeClr val="bg1"/>
                </a:solidFill>
              </a:rPr>
              <a:t>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891863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DBFFC-C2E7-FF56-08B2-79D8D2E2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B49F10-2809-A234-C867-D60729E4B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3067" y="208344"/>
            <a:ext cx="8576841" cy="64470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hope is built on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nothing less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Than Jesus' blood and righteousness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Mi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esperanza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está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en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Jesús</a:t>
            </a: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En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su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justicia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y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en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la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cruz</a:t>
            </a:r>
            <a:endParaRPr lang="en-US" sz="4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42D146-848E-0E8A-18E8-B7CF1C79AB68}"/>
              </a:ext>
            </a:extLst>
          </p:cNvPr>
          <p:cNvSpPr txBox="1"/>
          <p:nvPr/>
        </p:nvSpPr>
        <p:spPr>
          <a:xfrm>
            <a:off x="6748272" y="-749808"/>
            <a:ext cx="177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VERSE 1 (1 of 2)</a:t>
            </a:r>
          </a:p>
        </p:txBody>
      </p:sp>
    </p:spTree>
    <p:extLst>
      <p:ext uri="{BB962C8B-B14F-4D97-AF65-F5344CB8AC3E}">
        <p14:creationId xmlns:p14="http://schemas.microsoft.com/office/powerpoint/2010/main" val="842495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E01E3A-EFBB-54C8-BDF0-385E0FFDD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A95811B-656C-7A2B-3766-28508E647E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3067" y="208344"/>
            <a:ext cx="8576841" cy="64470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dare not trust the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sweetest frame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wholly trust in Jesus' name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De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nadie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más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dependeré</a:t>
            </a:r>
            <a:endParaRPr lang="en-US" sz="4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Solo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en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su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nombre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confiaré</a:t>
            </a:r>
            <a:endParaRPr lang="en-US" sz="4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E043C5-2EF5-BFD4-4FC5-1FFC2178BAB5}"/>
              </a:ext>
            </a:extLst>
          </p:cNvPr>
          <p:cNvSpPr txBox="1"/>
          <p:nvPr/>
        </p:nvSpPr>
        <p:spPr>
          <a:xfrm>
            <a:off x="6748272" y="-749808"/>
            <a:ext cx="177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VERSE 1 (2 of 2)</a:t>
            </a:r>
          </a:p>
        </p:txBody>
      </p:sp>
    </p:spTree>
    <p:extLst>
      <p:ext uri="{BB962C8B-B14F-4D97-AF65-F5344CB8AC3E}">
        <p14:creationId xmlns:p14="http://schemas.microsoft.com/office/powerpoint/2010/main" val="2183744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402207-300E-315A-8030-7461F4B26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19AAD8E-8494-9B9C-894F-8193E069A7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3067" y="208344"/>
            <a:ext cx="8576841" cy="64470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hope is built on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nothing less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Than Jesus' blood and righteousness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Mi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esperanza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está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en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Jesús</a:t>
            </a: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En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su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justicia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y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en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la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cruz</a:t>
            </a:r>
            <a:endParaRPr lang="en-US" sz="4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F9EE5D-168D-0FD0-8B0C-642ECFEA4B92}"/>
              </a:ext>
            </a:extLst>
          </p:cNvPr>
          <p:cNvSpPr txBox="1"/>
          <p:nvPr/>
        </p:nvSpPr>
        <p:spPr>
          <a:xfrm>
            <a:off x="6748272" y="-749808"/>
            <a:ext cx="177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VERSE 1 (1 of 2)</a:t>
            </a:r>
          </a:p>
        </p:txBody>
      </p:sp>
    </p:spTree>
    <p:extLst>
      <p:ext uri="{BB962C8B-B14F-4D97-AF65-F5344CB8AC3E}">
        <p14:creationId xmlns:p14="http://schemas.microsoft.com/office/powerpoint/2010/main" val="760973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D4D098-0E0D-B3C9-10C5-32D80FF05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84B960F-F1C7-EAB7-AE99-C8A3B47857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3067" y="208344"/>
            <a:ext cx="8576841" cy="64470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dare not trust the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sweetest frame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wholly trust in Jesus' name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De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nadie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más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dependeré</a:t>
            </a:r>
            <a:endParaRPr lang="en-US" sz="4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Solo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en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su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nombre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confiaré</a:t>
            </a:r>
            <a:endParaRPr lang="en-US" sz="4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E352FE-9FFD-6016-A3F4-E3BF16F4CDB7}"/>
              </a:ext>
            </a:extLst>
          </p:cNvPr>
          <p:cNvSpPr txBox="1"/>
          <p:nvPr/>
        </p:nvSpPr>
        <p:spPr>
          <a:xfrm>
            <a:off x="6748272" y="-749808"/>
            <a:ext cx="177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VERSE 1 (2 of 2)</a:t>
            </a:r>
          </a:p>
        </p:txBody>
      </p:sp>
    </p:spTree>
    <p:extLst>
      <p:ext uri="{BB962C8B-B14F-4D97-AF65-F5344CB8AC3E}">
        <p14:creationId xmlns:p14="http://schemas.microsoft.com/office/powerpoint/2010/main" val="3931569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217" y="219918"/>
            <a:ext cx="8495817" cy="6412375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Savior's love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En Jesús Fuerte soy</a:t>
            </a: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Solo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Él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Mi Roca es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CA770C-1E86-1276-2D84-F60B429C3E43}"/>
              </a:ext>
            </a:extLst>
          </p:cNvPr>
          <p:cNvSpPr txBox="1"/>
          <p:nvPr/>
        </p:nvSpPr>
        <p:spPr>
          <a:xfrm>
            <a:off x="6748272" y="-749808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CHORUS (1 of 2)</a:t>
            </a:r>
          </a:p>
        </p:txBody>
      </p:sp>
    </p:spTree>
    <p:extLst>
      <p:ext uri="{BB962C8B-B14F-4D97-AF65-F5344CB8AC3E}">
        <p14:creationId xmlns:p14="http://schemas.microsoft.com/office/powerpoint/2010/main" val="1591258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383A92-4B3F-1BC4-636A-83D33E5EA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0A610AC-A930-B25D-79B9-4183151CF5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217" y="219918"/>
            <a:ext cx="8495817" cy="6412375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Sobre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la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Tempestad</a:t>
            </a:r>
            <a:endParaRPr lang="en-US" sz="4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Él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es Rey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6B0652-5C2A-DB71-3CD5-B130F9CDBC52}"/>
              </a:ext>
            </a:extLst>
          </p:cNvPr>
          <p:cNvSpPr txBox="1"/>
          <p:nvPr/>
        </p:nvSpPr>
        <p:spPr>
          <a:xfrm>
            <a:off x="6748272" y="-749808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CHORUS (2 of 2)</a:t>
            </a:r>
          </a:p>
        </p:txBody>
      </p:sp>
    </p:spTree>
    <p:extLst>
      <p:ext uri="{BB962C8B-B14F-4D97-AF65-F5344CB8AC3E}">
        <p14:creationId xmlns:p14="http://schemas.microsoft.com/office/powerpoint/2010/main" val="1071125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90D214-6CD0-192E-513C-6EBAEE0C7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9888A38-53AD-A1E5-D9BD-2FB937D271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2515" y="219918"/>
            <a:ext cx="8368497" cy="6319777"/>
          </a:xfrm>
        </p:spPr>
        <p:txBody>
          <a:bodyPr>
            <a:no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darkness seems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hide His face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rest on His unchanging grace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Cuando no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puedo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ver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su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faz</a:t>
            </a:r>
            <a:endParaRPr lang="en-US" sz="4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Sé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que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su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gracia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es </a:t>
            </a:r>
          </a:p>
          <a:p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siempre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igual</a:t>
            </a:r>
            <a:endParaRPr lang="en-US" sz="4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BD979F-0F29-DEA2-360F-4E21D430CFBC}"/>
              </a:ext>
            </a:extLst>
          </p:cNvPr>
          <p:cNvSpPr txBox="1"/>
          <p:nvPr/>
        </p:nvSpPr>
        <p:spPr>
          <a:xfrm>
            <a:off x="6748272" y="-749808"/>
            <a:ext cx="177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VERSE 2 (1 of 2)</a:t>
            </a:r>
          </a:p>
        </p:txBody>
      </p:sp>
    </p:spTree>
    <p:extLst>
      <p:ext uri="{BB962C8B-B14F-4D97-AF65-F5344CB8AC3E}">
        <p14:creationId xmlns:p14="http://schemas.microsoft.com/office/powerpoint/2010/main" val="1409003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DBF998-652A-8AE5-5002-2782001CE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45CA3A7-D09F-AEF6-7D85-ADDD0F2AC2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2515" y="219918"/>
            <a:ext cx="8368497" cy="6319777"/>
          </a:xfrm>
        </p:spPr>
        <p:txBody>
          <a:bodyPr>
            <a:no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every high and stormy gale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anchor holds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within the veil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 la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tormenta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venceré</a:t>
            </a:r>
            <a:endParaRPr lang="en-US" sz="4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Mi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ancla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firme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está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en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Él</a:t>
            </a:r>
            <a:endParaRPr lang="en-US" sz="4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Mi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ancla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firme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está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en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Él</a:t>
            </a:r>
            <a:endParaRPr lang="en-US" sz="4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CE9D69-95BB-5B19-5723-4BD98093F339}"/>
              </a:ext>
            </a:extLst>
          </p:cNvPr>
          <p:cNvSpPr txBox="1"/>
          <p:nvPr/>
        </p:nvSpPr>
        <p:spPr>
          <a:xfrm>
            <a:off x="6748272" y="-749808"/>
            <a:ext cx="177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VERSE 2 (2 of 2)</a:t>
            </a:r>
          </a:p>
        </p:txBody>
      </p:sp>
    </p:spTree>
    <p:extLst>
      <p:ext uri="{BB962C8B-B14F-4D97-AF65-F5344CB8AC3E}">
        <p14:creationId xmlns:p14="http://schemas.microsoft.com/office/powerpoint/2010/main" val="2121260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34CB42-0DDD-48AE-2D74-9BCA82EAA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EAFCCF3-0BB2-632E-00E2-6FDD3721AF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217" y="219918"/>
            <a:ext cx="8495817" cy="6412375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Savior's love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En Jesús Fuerte soy</a:t>
            </a: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Solo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Él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Mi Roca es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5AC908-87CB-6FF8-1547-3A0D0127F27E}"/>
              </a:ext>
            </a:extLst>
          </p:cNvPr>
          <p:cNvSpPr txBox="1"/>
          <p:nvPr/>
        </p:nvSpPr>
        <p:spPr>
          <a:xfrm>
            <a:off x="6748272" y="-749808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CHORUS (1 of 2)</a:t>
            </a:r>
          </a:p>
        </p:txBody>
      </p:sp>
    </p:spTree>
    <p:extLst>
      <p:ext uri="{BB962C8B-B14F-4D97-AF65-F5344CB8AC3E}">
        <p14:creationId xmlns:p14="http://schemas.microsoft.com/office/powerpoint/2010/main" val="4090106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7C87A7-BEC1-538D-BDF1-B54AC013F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6A338EB-3BC4-D551-CF07-4FBF09E4B9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217" y="219918"/>
            <a:ext cx="8495817" cy="6412375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Sobre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la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Tempestad</a:t>
            </a:r>
            <a:endParaRPr lang="en-US" sz="4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Él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es Rey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216B37-B38B-56CC-ABBD-78D13E4136CE}"/>
              </a:ext>
            </a:extLst>
          </p:cNvPr>
          <p:cNvSpPr txBox="1"/>
          <p:nvPr/>
        </p:nvSpPr>
        <p:spPr>
          <a:xfrm>
            <a:off x="6748272" y="-749808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CHORUS (2 of 2)</a:t>
            </a:r>
          </a:p>
        </p:txBody>
      </p:sp>
    </p:spTree>
    <p:extLst>
      <p:ext uri="{BB962C8B-B14F-4D97-AF65-F5344CB8AC3E}">
        <p14:creationId xmlns:p14="http://schemas.microsoft.com/office/powerpoint/2010/main" val="662626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E1BA70-EDAF-C503-70B4-BD9E28EB4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273C14-6FFF-4EA1-84DC-D2FCEAEE84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1414" y="254643"/>
            <a:ext cx="8275898" cy="6261904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 of all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Él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es Dios</a:t>
            </a:r>
          </a:p>
          <a:p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Él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es Rey</a:t>
            </a:r>
          </a:p>
        </p:txBody>
      </p:sp>
    </p:spTree>
    <p:extLst>
      <p:ext uri="{BB962C8B-B14F-4D97-AF65-F5344CB8AC3E}">
        <p14:creationId xmlns:p14="http://schemas.microsoft.com/office/powerpoint/2010/main" val="1166117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1F2E2E-5FE0-E21E-8550-287670874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B9CEEE3-D8E0-EC37-2D35-F82535FF85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217" y="219918"/>
            <a:ext cx="8495817" cy="6412375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Savior's love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En Jesús Fuerte soy</a:t>
            </a: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Solo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Él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Mi Roca es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65F81C-93AC-F309-5D1B-E2514FC07212}"/>
              </a:ext>
            </a:extLst>
          </p:cNvPr>
          <p:cNvSpPr txBox="1"/>
          <p:nvPr/>
        </p:nvSpPr>
        <p:spPr>
          <a:xfrm>
            <a:off x="6748272" y="-749808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CHORUS (1 of 2)</a:t>
            </a:r>
          </a:p>
        </p:txBody>
      </p:sp>
    </p:spTree>
    <p:extLst>
      <p:ext uri="{BB962C8B-B14F-4D97-AF65-F5344CB8AC3E}">
        <p14:creationId xmlns:p14="http://schemas.microsoft.com/office/powerpoint/2010/main" val="12478151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73C722-C7EC-69B7-EB3B-1D3C11668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E1D87EC-F240-7A0F-BE22-F9AB112400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217" y="219918"/>
            <a:ext cx="8495817" cy="6412375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Sobre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la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Tempestad</a:t>
            </a:r>
            <a:endParaRPr lang="en-US" sz="4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Él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es Rey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051E11-4598-6571-9995-2E370C4E6FBF}"/>
              </a:ext>
            </a:extLst>
          </p:cNvPr>
          <p:cNvSpPr txBox="1"/>
          <p:nvPr/>
        </p:nvSpPr>
        <p:spPr>
          <a:xfrm>
            <a:off x="6748272" y="-749808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CHORUS (2 of 2)</a:t>
            </a:r>
          </a:p>
        </p:txBody>
      </p:sp>
    </p:spTree>
    <p:extLst>
      <p:ext uri="{BB962C8B-B14F-4D97-AF65-F5344CB8AC3E}">
        <p14:creationId xmlns:p14="http://schemas.microsoft.com/office/powerpoint/2010/main" val="33555482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47A205-AC0E-F9AB-C1E0-E04006CAF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17A3030-2300-B837-71F2-6A348E4C9C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217" y="219918"/>
            <a:ext cx="8495817" cy="6412375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Savior's love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En Jesús Fuerte soy</a:t>
            </a: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Solo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Él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Mi Roca es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8A864E-3F8D-DB55-6B9E-325DB20E1D03}"/>
              </a:ext>
            </a:extLst>
          </p:cNvPr>
          <p:cNvSpPr txBox="1"/>
          <p:nvPr/>
        </p:nvSpPr>
        <p:spPr>
          <a:xfrm>
            <a:off x="6748272" y="-749808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CHORUS (1 of 2)</a:t>
            </a:r>
          </a:p>
        </p:txBody>
      </p:sp>
    </p:spTree>
    <p:extLst>
      <p:ext uri="{BB962C8B-B14F-4D97-AF65-F5344CB8AC3E}">
        <p14:creationId xmlns:p14="http://schemas.microsoft.com/office/powerpoint/2010/main" val="12028848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4C3E90-5E0E-0AD3-FB08-510077C13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84EFBF5-6267-5551-22FC-AFDA8865F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217" y="219918"/>
            <a:ext cx="8495817" cy="6412375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Sobre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la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Tempestad</a:t>
            </a:r>
            <a:endParaRPr lang="en-US" sz="4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Él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es Rey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9A1CB2-010A-27AD-4136-E0650D2094B8}"/>
              </a:ext>
            </a:extLst>
          </p:cNvPr>
          <p:cNvSpPr txBox="1"/>
          <p:nvPr/>
        </p:nvSpPr>
        <p:spPr>
          <a:xfrm>
            <a:off x="6748272" y="-749808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CHORUS (2 of 2)</a:t>
            </a:r>
          </a:p>
        </p:txBody>
      </p:sp>
    </p:spTree>
    <p:extLst>
      <p:ext uri="{BB962C8B-B14F-4D97-AF65-F5344CB8AC3E}">
        <p14:creationId xmlns:p14="http://schemas.microsoft.com/office/powerpoint/2010/main" val="3126261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0B95B7-2010-EFAD-A0C0-2D3DC98FB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7C7AFAA-713E-549E-73AF-25A9DD3470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666" y="162046"/>
            <a:ext cx="8495818" cy="6435524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he shall come with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trumpet sound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may I then in Him be found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Un día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Él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regresará</a:t>
            </a:r>
            <a:endParaRPr lang="en-US" sz="4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En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su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presencia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voy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a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estar</a:t>
            </a:r>
            <a:endParaRPr lang="en-US" sz="4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6BCB70-F777-3829-9491-7E12518FE8D7}"/>
              </a:ext>
            </a:extLst>
          </p:cNvPr>
          <p:cNvSpPr txBox="1"/>
          <p:nvPr/>
        </p:nvSpPr>
        <p:spPr>
          <a:xfrm>
            <a:off x="6748272" y="-749808"/>
            <a:ext cx="177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ENDING (1 of 2)</a:t>
            </a:r>
          </a:p>
        </p:txBody>
      </p:sp>
    </p:spTree>
    <p:extLst>
      <p:ext uri="{BB962C8B-B14F-4D97-AF65-F5344CB8AC3E}">
        <p14:creationId xmlns:p14="http://schemas.microsoft.com/office/powerpoint/2010/main" val="27507911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B5686A-43B1-D841-17F8-089E0A0FD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97295C0-0411-B956-A99A-84902D401C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666" y="162046"/>
            <a:ext cx="8495818" cy="6435524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Dressed in His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righteousness alone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Faultless, stand before the throne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Sin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mancha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ante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Él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vendré</a:t>
            </a:r>
            <a:endParaRPr lang="en-US" sz="4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Justificado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por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la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fe</a:t>
            </a:r>
            <a:endParaRPr lang="en-US" sz="4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D1A540-1C79-CD7F-6753-F9A10DD4B0AF}"/>
              </a:ext>
            </a:extLst>
          </p:cNvPr>
          <p:cNvSpPr txBox="1"/>
          <p:nvPr/>
        </p:nvSpPr>
        <p:spPr>
          <a:xfrm>
            <a:off x="6748272" y="-749808"/>
            <a:ext cx="177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ENDING (2 of 2)</a:t>
            </a:r>
          </a:p>
        </p:txBody>
      </p:sp>
    </p:spTree>
    <p:extLst>
      <p:ext uri="{BB962C8B-B14F-4D97-AF65-F5344CB8AC3E}">
        <p14:creationId xmlns:p14="http://schemas.microsoft.com/office/powerpoint/2010/main" val="102747318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95</TotalTime>
  <Words>499</Words>
  <Application>Microsoft Macintosh PowerPoint</Application>
  <PresentationFormat>On-screen Show (4:3)</PresentationFormat>
  <Paragraphs>139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Avenir Medium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28</cp:revision>
  <dcterms:created xsi:type="dcterms:W3CDTF">2025-11-12T03:26:12Z</dcterms:created>
  <dcterms:modified xsi:type="dcterms:W3CDTF">2026-09-17T19:05:25Z</dcterms:modified>
</cp:coreProperties>
</file>