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76" r:id="rId7"/>
    <p:sldId id="289" r:id="rId8"/>
    <p:sldId id="296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6"/>
  </p:normalViewPr>
  <p:slideViewPr>
    <p:cSldViewPr snapToGrid="0">
      <p:cViewPr varScale="1">
        <p:scale>
          <a:sx n="96" d="100"/>
          <a:sy n="96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374</Words>
  <Application>Microsoft Macintosh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38</cp:revision>
  <dcterms:created xsi:type="dcterms:W3CDTF">2025-11-12T03:26:12Z</dcterms:created>
  <dcterms:modified xsi:type="dcterms:W3CDTF">2026-06-14T01:45:47Z</dcterms:modified>
</cp:coreProperties>
</file>