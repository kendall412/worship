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86" r:id="rId3"/>
    <p:sldId id="281" r:id="rId4"/>
    <p:sldId id="280" r:id="rId5"/>
    <p:sldId id="282" r:id="rId6"/>
    <p:sldId id="283" r:id="rId7"/>
    <p:sldId id="287" r:id="rId8"/>
    <p:sldId id="284" r:id="rId9"/>
    <p:sldId id="285" r:id="rId10"/>
    <p:sldId id="288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8760"/>
    <p:restoredTop sz="94772"/>
  </p:normalViewPr>
  <p:slideViewPr>
    <p:cSldViewPr snapToGrid="0">
      <p:cViewPr varScale="1">
        <p:scale>
          <a:sx n="104" d="100"/>
          <a:sy n="104" d="100"/>
        </p:scale>
        <p:origin x="200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9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7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1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2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9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6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4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2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the Roll is Called Up Yonder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D14100-2707-C624-DA79-240574B536C8}"/>
              </a:ext>
            </a:extLst>
          </p:cNvPr>
          <p:cNvSpPr txBox="1"/>
          <p:nvPr/>
        </p:nvSpPr>
        <p:spPr>
          <a:xfrm>
            <a:off x="168442" y="5444311"/>
            <a:ext cx="8807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Words &amp; Musci </a:t>
            </a:r>
            <a:r>
              <a:rPr lang="en-US">
                <a:solidFill>
                  <a:schemeClr val="bg1"/>
                </a:solidFill>
              </a:rPr>
              <a:t>by James </a:t>
            </a:r>
            <a:r>
              <a:rPr lang="en-US" dirty="0">
                <a:solidFill>
                  <a:schemeClr val="bg1"/>
                </a:solidFill>
              </a:rPr>
              <a:t>Milton Black (1893)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© Public Domain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A6BD00-1360-24C8-89B3-1485013E9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AE1675F-47A4-8686-DC97-BDC1CB5525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the trumpet of the Lord shall sound,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time shall be no more,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morning breaks,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eternal, bright and fair</a:t>
            </a:r>
          </a:p>
        </p:txBody>
      </p:sp>
    </p:spTree>
    <p:extLst>
      <p:ext uri="{BB962C8B-B14F-4D97-AF65-F5344CB8AC3E}">
        <p14:creationId xmlns:p14="http://schemas.microsoft.com/office/powerpoint/2010/main" val="1742069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988DDF-382E-9702-7D31-D4814462E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3A84E5-0C0B-3FEC-9414-1C16AC3449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the saved of earth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shall gather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over on the other shore,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roll is called up yonder,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I’ll be there</a:t>
            </a:r>
          </a:p>
        </p:txBody>
      </p:sp>
    </p:spTree>
    <p:extLst>
      <p:ext uri="{BB962C8B-B14F-4D97-AF65-F5344CB8AC3E}">
        <p14:creationId xmlns:p14="http://schemas.microsoft.com/office/powerpoint/2010/main" val="713525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704EA1-8183-1DC8-0430-6BFF49579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225A687-D6D8-9C4C-47FF-5E2B0E3341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the roll is called up yonder,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the roll is called up yonder,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the roll is called up yonder,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the roll is called up yonder, I’ll be there.</a:t>
            </a:r>
          </a:p>
        </p:txBody>
      </p:sp>
    </p:spTree>
    <p:extLst>
      <p:ext uri="{BB962C8B-B14F-4D97-AF65-F5344CB8AC3E}">
        <p14:creationId xmlns:p14="http://schemas.microsoft.com/office/powerpoint/2010/main" val="2540246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51A256-26EA-AA71-F854-680DCDF10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64A266B-AFDE-63F6-EB9B-8AC632FD7B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that bright and cloudless morning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the dead in Christ shall rise,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glory of His resurrection share</a:t>
            </a:r>
          </a:p>
        </p:txBody>
      </p:sp>
    </p:spTree>
    <p:extLst>
      <p:ext uri="{BB962C8B-B14F-4D97-AF65-F5344CB8AC3E}">
        <p14:creationId xmlns:p14="http://schemas.microsoft.com/office/powerpoint/2010/main" val="2507907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F2607B-7E5D-3FF6-B158-57C10DED0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312451E-748D-6507-92DE-DAA3432A5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His chosen ones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shall gather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their home beyond the skies,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roll is called up yonder,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I’ll be there</a:t>
            </a:r>
          </a:p>
        </p:txBody>
      </p:sp>
    </p:spTree>
    <p:extLst>
      <p:ext uri="{BB962C8B-B14F-4D97-AF65-F5344CB8AC3E}">
        <p14:creationId xmlns:p14="http://schemas.microsoft.com/office/powerpoint/2010/main" val="312750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49D555-9CA8-6A46-A61D-616FB4A22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A24D49B-1109-F339-3712-624A34B2E5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the roll is called up yonder,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the roll is called up yonder,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the roll is called up yonder,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the roll is called up yonder, I’ll be there.</a:t>
            </a:r>
          </a:p>
        </p:txBody>
      </p:sp>
    </p:spTree>
    <p:extLst>
      <p:ext uri="{BB962C8B-B14F-4D97-AF65-F5344CB8AC3E}">
        <p14:creationId xmlns:p14="http://schemas.microsoft.com/office/powerpoint/2010/main" val="3908640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CF8236-1B99-3415-7149-9EEDAA133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5E0DB0C-5ADB-A5F5-78FD-B42681EEF3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us labor for the Master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from the dawn till setting sun;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us talk of all His wondrous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love and care</a:t>
            </a:r>
          </a:p>
        </p:txBody>
      </p:sp>
    </p:spTree>
    <p:extLst>
      <p:ext uri="{BB962C8B-B14F-4D97-AF65-F5344CB8AC3E}">
        <p14:creationId xmlns:p14="http://schemas.microsoft.com/office/powerpoint/2010/main" val="681847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24772A-9FB9-922B-A202-81C1BE88A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92BC7CF-5685-37C5-69C9-2D52BDC201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when all of life is over,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our work on earth is done,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roll is called up yonder,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I’ll be there</a:t>
            </a:r>
          </a:p>
        </p:txBody>
      </p:sp>
    </p:spTree>
    <p:extLst>
      <p:ext uri="{BB962C8B-B14F-4D97-AF65-F5344CB8AC3E}">
        <p14:creationId xmlns:p14="http://schemas.microsoft.com/office/powerpoint/2010/main" val="172143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4DF170-C849-3F89-1ABD-D9EB79650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7196292-B4CE-7CC4-D9D7-70ACF2FB44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the roll is called up yonder,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the roll is called up yonder,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the roll is called up yonder,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the roll is called up yonder, I’ll be there.</a:t>
            </a:r>
          </a:p>
        </p:txBody>
      </p:sp>
    </p:spTree>
    <p:extLst>
      <p:ext uri="{BB962C8B-B14F-4D97-AF65-F5344CB8AC3E}">
        <p14:creationId xmlns:p14="http://schemas.microsoft.com/office/powerpoint/2010/main" val="563115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</TotalTime>
  <Words>277</Words>
  <Application>Microsoft Macintosh PowerPoint</Application>
  <PresentationFormat>On-screen Show (4:3)</PresentationFormat>
  <Paragraphs>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29</cp:revision>
  <dcterms:created xsi:type="dcterms:W3CDTF">2025-11-12T03:26:12Z</dcterms:created>
  <dcterms:modified xsi:type="dcterms:W3CDTF">2026-08-07T02:54:51Z</dcterms:modified>
</cp:coreProperties>
</file>