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2" r:id="rId2"/>
    <p:sldId id="321" r:id="rId3"/>
    <p:sldId id="290" r:id="rId4"/>
    <p:sldId id="276" r:id="rId5"/>
    <p:sldId id="292" r:id="rId6"/>
    <p:sldId id="293" r:id="rId7"/>
    <p:sldId id="2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CEA75-4778-2C41-0787-42F178EB9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653E13-7698-458A-98E8-A5EDCB2E63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4EE5AC-617C-9742-0E73-1E0E4C15E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B2A08-05E8-4753-FA71-36E63081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D5A8CF-673B-B5F9-30AC-4C3DA11546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54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E0E31-2B69-393F-75EA-3B14A6DB5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EC0FE7-2FFA-BC4E-C741-2D8A5E955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B0A98-CA2A-F13F-DCE7-CA765434D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E37B-2693-4F84-608C-5A0BCBFEF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195FE-40CE-1F48-7408-846F98ABE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23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4BB29-F9C0-4CCA-91DC-C95484DB2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184A3-B905-BCB2-8C0F-D19937FF8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09E2C-265A-7904-3DAF-1E5234CC8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C2BFEB-F4C1-5F38-BE86-46ACED6BF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2ECB77-A5AA-8958-1883-77523C86E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40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E9553-4EED-6C2F-BE81-7384B0430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6F1E6-9208-4A52-BE3E-80C4AD4202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1BE694-F362-C501-5C7F-CC1ED0F7F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D2B974-EB56-0E85-92EF-06E09F71A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EA22B-F738-6FE8-5B25-5C29B31BD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AC392-AD29-6C9C-04CA-9DA51C113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6168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89067-69C0-22A4-47E9-5F9AD6C19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2DBC40-D8E5-8A3A-B87A-2CD3B21A5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DC4203-D9F2-A170-C2AC-147F02942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3BD757-E6ED-8035-0149-FCD5E9E0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CEB87D-0E70-45E4-26E0-06F76D2503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570922-AAE7-137F-6E5F-96BD37E3B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444AEB-EE75-7AAA-E0A8-C3665918E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94696A-EB3F-02B6-88FB-1D91071A4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90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B3254-5C20-3FDE-94A8-15C1A1440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13C127-2221-8DC4-27F7-0A474CA7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D357DF-0028-9E52-876C-4F9A8FA30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D649A-70F5-D0B4-F63F-190E80AD7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84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E8A784-5985-4DA3-3BB4-F2DE9508A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D4507E-84F7-C6AD-1FAF-DF817172B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78DC2-A339-CBEC-F7F5-828F924B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8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9A766-3138-E336-F206-78846D4A1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D82350-B3FE-FA5A-01EC-C54DEEF28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2D6B9B-3219-CD86-48EC-E530179B73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4C5807-E68F-20D9-6654-9EE5B91AC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79A0A2-DF19-0E77-FC0B-B39878704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3EFA0-2316-0890-6687-B11C73CD3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538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53B3B-3885-47A9-DBCB-41CC388A6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0CE63C-0DB0-DDE0-5DC0-33E7B1F3F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081F1B-F25E-A1B7-E670-9DEF1ECDBD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45037-D2C1-3187-8BC0-A471A4B55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D3DA5D-C35B-CDC1-C1DE-CAAE2BF7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955E3D-7B05-2885-9D82-F0708108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682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9912D-BDFD-A8B2-28F7-9A1BCEBF1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BF9DE0-78DB-6699-AEC5-E75410F394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44EDF-BBB4-DCB1-588E-D3405320A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D166B-4D70-AE59-4DE7-55CCA7430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DBB28-0DBC-5401-5FAD-940BB7E6E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14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EE7171-C449-5902-FA4F-5687D6FF8D4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ED443F-921A-C5B8-19B6-BE0C168EA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F8D4F-87C6-8F57-BCF0-D7C89A801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FD999B-3D25-64ED-49E6-5D1462B36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25BA2-9A3A-2266-E2F3-B10C6653E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298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88AB19-2FFB-2144-4265-556918B7A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3B61B-156E-6022-FE02-277B6B7D1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AD8C7-C6FE-92C2-5C6E-35276259A4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1F6000-A700-8D4A-B737-8205DBBF412F}" type="datetimeFigureOut">
              <a:rPr lang="en-US" smtClean="0"/>
              <a:t>5/31/26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48A7EC-9236-5F98-69ED-651DE92AA1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149E5-2296-4E3F-94B6-0F5F179457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EEF01-8DF6-A64C-8DCE-EE3E776FD3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6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B7A6E-7CF1-2231-BAEC-43D6FC311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Avenir Book Oblique" panose="02000503020000020003" pitchFamily="2" charset="0"/>
              </a:rPr>
              <a:t>All The Earth Will Sing Your Praises</a:t>
            </a:r>
          </a:p>
        </p:txBody>
      </p:sp>
    </p:spTree>
    <p:extLst>
      <p:ext uri="{BB962C8B-B14F-4D97-AF65-F5344CB8AC3E}">
        <p14:creationId xmlns:p14="http://schemas.microsoft.com/office/powerpoint/2010/main" val="1129041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C3456-A5E5-2D42-A103-4ACDAEDFF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4718326-A533-7B6A-5CB8-FF2FAE1E3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G                                D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A                Bm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627422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92C8A9-FD5B-C8C3-579C-25A94D421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B354DAF-AC77-8B53-63BE-CDE7DCB61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A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A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      G                             D A Bm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0586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                        Bm                     G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took, You take our sins away oh God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                           Bm               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give, You gave Your life away for us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  <a:lumOff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18245B-7C4D-3D8B-BE6D-77BEE3FDD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CB629BF-0E2A-3CDB-A647-593AFA8BE5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came down,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    Bm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saved us through the cross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Our hearts are changed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       G                   A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because of Your great love</a:t>
            </a:r>
          </a:p>
        </p:txBody>
      </p:sp>
    </p:spTree>
    <p:extLst>
      <p:ext uri="{BB962C8B-B14F-4D97-AF65-F5344CB8AC3E}">
        <p14:creationId xmlns:p14="http://schemas.microsoft.com/office/powerpoint/2010/main" val="506020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EB3CB0-F136-9D28-1443-EEDD557BB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445891-91A4-9749-9DC9-847A62F81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    A</a:t>
            </a: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lived, You died, </a:t>
            </a:r>
          </a:p>
          <a:p>
            <a:pPr algn="l"/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G                                         D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in three days You would rise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</a:t>
            </a:r>
            <a:r>
              <a:rPr lang="en-US" sz="36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                           Bm     G</a:t>
            </a:r>
            <a:endParaRPr lang="en-US" sz="36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did, You're alive</a:t>
            </a:r>
          </a:p>
        </p:txBody>
      </p:sp>
    </p:spTree>
    <p:extLst>
      <p:ext uri="{BB962C8B-B14F-4D97-AF65-F5344CB8AC3E}">
        <p14:creationId xmlns:p14="http://schemas.microsoft.com/office/powerpoint/2010/main" val="3770882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2577D-9DFE-CCBB-7FF3-759CA54C3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16AFBB-5648-A412-12B5-AAF9153AE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    A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rule, You reign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Bm                   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said You're coming back again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D         A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know You will</a:t>
            </a:r>
          </a:p>
          <a:p>
            <a:pPr algn="l"/>
            <a:r>
              <a:rPr lang="en-US" sz="44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Em                      G                      D A Bm G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the earth will sing Your praises</a:t>
            </a:r>
          </a:p>
          <a:p>
            <a:pPr algn="l"/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9B6E8A-6FEF-5F04-25F3-8ADC54F9BF22}"/>
              </a:ext>
            </a:extLst>
          </p:cNvPr>
          <p:cNvSpPr txBox="1"/>
          <p:nvPr/>
        </p:nvSpPr>
        <p:spPr>
          <a:xfrm>
            <a:off x="11277600" y="6378411"/>
            <a:ext cx="7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venir Book" panose="02000503020000020003" pitchFamily="2" charset="0"/>
                <a:ea typeface="+mn-ea"/>
                <a:cs typeface="+mn-cs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35905201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Macintosh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Avenir Book</vt:lpstr>
      <vt:lpstr>Avenir Book Oblique</vt:lpstr>
      <vt:lpstr>Avenir Medium</vt:lpstr>
      <vt:lpstr>Office Theme</vt:lpstr>
      <vt:lpstr>All The Earth Will Sing Your Praises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1</cp:revision>
  <dcterms:created xsi:type="dcterms:W3CDTF">2026-06-01T02:32:58Z</dcterms:created>
  <dcterms:modified xsi:type="dcterms:W3CDTF">2026-06-01T02:33:29Z</dcterms:modified>
</cp:coreProperties>
</file>