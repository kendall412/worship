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9" r:id="rId7"/>
    <p:sldId id="287" r:id="rId8"/>
    <p:sldId id="2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486"/>
    <p:restoredTop sz="94629"/>
  </p:normalViewPr>
  <p:slideViewPr>
    <p:cSldViewPr snapToGrid="0">
      <p:cViewPr varScale="1">
        <p:scale>
          <a:sx n="109" d="100"/>
          <a:sy n="109" d="100"/>
        </p:scale>
        <p:origin x="192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63986" cy="1208141"/>
          </a:xfrm>
        </p:spPr>
        <p:txBody>
          <a:bodyPr>
            <a:normAutofit fontScale="85000"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Blessed Be Your Name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                        Em7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in the land that is plentiful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G                      D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Your streams of abundance flow, 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                             Em7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when I'm found in the desert place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   D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I walk through the wilderness, blessed be Your name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D                        Em7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D                      Em7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D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glorious name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C8342-562D-AC07-F6C3-A7C338D72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D8258D-331A-7F78-5A23-8CEA9FD17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                             Em7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when the sun's shining down on me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D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world's all as it should be, 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D                                 Em7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on the road marked with suffering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D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there's pain in the offering, blessed be Your name</a:t>
            </a:r>
          </a:p>
        </p:txBody>
      </p:sp>
    </p:spTree>
    <p:extLst>
      <p:ext uri="{BB962C8B-B14F-4D97-AF65-F5344CB8AC3E}">
        <p14:creationId xmlns:p14="http://schemas.microsoft.com/office/powerpoint/2010/main" val="1329023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3D5CB-DAE0-7B9D-4DD1-5B6A4C4D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5D209C-C05F-91FC-D505-E1329FC05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425354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D                        Em7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D                      Em7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</p:txBody>
      </p:sp>
    </p:spTree>
    <p:extLst>
      <p:ext uri="{BB962C8B-B14F-4D97-AF65-F5344CB8AC3E}">
        <p14:creationId xmlns:p14="http://schemas.microsoft.com/office/powerpoint/2010/main" val="341344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D0B6A-714C-9C13-D385-64F6287A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20D96D-2076-5490-D600-78E9D37F8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425354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D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glorious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76A549-EBD1-A425-D946-12EACE9E00EF}"/>
              </a:ext>
            </a:extLst>
          </p:cNvPr>
          <p:cNvSpPr txBox="1"/>
          <p:nvPr/>
        </p:nvSpPr>
        <p:spPr>
          <a:xfrm>
            <a:off x="11078308" y="6047546"/>
            <a:ext cx="660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11402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21C7CA-6B29-3D64-6D82-C68FAD130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233049-E05F-C4F4-40F9-95FDAB2AD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87907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D            Em7                C</a:t>
            </a:r>
          </a:p>
          <a:p>
            <a:pPr algn="l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You give and take away, You give and take away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                D                 Em7                   C   </a:t>
            </a:r>
          </a:p>
          <a:p>
            <a:pPr algn="l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My heart will choose to say, "Lord, blessed be Your name"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6FB806-8F3A-CDE5-6D37-6B3EA64FBF56}"/>
              </a:ext>
            </a:extLst>
          </p:cNvPr>
          <p:cNvSpPr txBox="1"/>
          <p:nvPr/>
        </p:nvSpPr>
        <p:spPr>
          <a:xfrm>
            <a:off x="11078308" y="6047546"/>
            <a:ext cx="660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3752341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0E9F9-454F-A86F-E3BF-DE6FEA2D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B50850-F9F8-D8E7-A0FA-8FCFBA9D0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425354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D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glorious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F04873-8771-F3E5-EEAB-165999B376D0}"/>
              </a:ext>
            </a:extLst>
          </p:cNvPr>
          <p:cNvSpPr txBox="1"/>
          <p:nvPr/>
        </p:nvSpPr>
        <p:spPr>
          <a:xfrm>
            <a:off x="10240903" y="6047546"/>
            <a:ext cx="1728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X2 END</a:t>
            </a:r>
          </a:p>
        </p:txBody>
      </p:sp>
    </p:spTree>
    <p:extLst>
      <p:ext uri="{BB962C8B-B14F-4D97-AF65-F5344CB8AC3E}">
        <p14:creationId xmlns:p14="http://schemas.microsoft.com/office/powerpoint/2010/main" val="3819625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329</Words>
  <Application>Microsoft Macintosh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51</cp:revision>
  <dcterms:created xsi:type="dcterms:W3CDTF">2025-11-12T03:26:12Z</dcterms:created>
  <dcterms:modified xsi:type="dcterms:W3CDTF">2026-07-26T00:22:26Z</dcterms:modified>
</cp:coreProperties>
</file>