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4" r:id="rId2"/>
    <p:sldId id="295" r:id="rId3"/>
    <p:sldId id="286" r:id="rId4"/>
    <p:sldId id="277" r:id="rId5"/>
    <p:sldId id="287" r:id="rId6"/>
    <p:sldId id="276" r:id="rId7"/>
    <p:sldId id="278" r:id="rId8"/>
    <p:sldId id="288" r:id="rId9"/>
    <p:sldId id="289" r:id="rId10"/>
    <p:sldId id="280" r:id="rId11"/>
    <p:sldId id="290" r:id="rId12"/>
    <p:sldId id="291" r:id="rId13"/>
    <p:sldId id="296" r:id="rId14"/>
    <p:sldId id="297" r:id="rId15"/>
    <p:sldId id="292" r:id="rId16"/>
    <p:sldId id="293" r:id="rId17"/>
    <p:sldId id="294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94619"/>
  </p:normalViewPr>
  <p:slideViewPr>
    <p:cSldViewPr snapToGrid="0">
      <p:cViewPr varScale="1">
        <p:scale>
          <a:sx n="152" d="100"/>
          <a:sy n="152" d="100"/>
        </p:scale>
        <p:origin x="176" y="9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6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2678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3068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20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62766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8453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5459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7232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049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0746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886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3975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159488"/>
            <a:ext cx="8964086" cy="6485861"/>
          </a:xfrm>
        </p:spPr>
        <p:txBody>
          <a:bodyPr>
            <a:noAutofit/>
          </a:bodyPr>
          <a:lstStyle/>
          <a:p>
            <a:pPr algn="l"/>
            <a:r>
              <a:rPr lang="en-US" sz="7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Forever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BAFAE3-CD01-2265-3B87-BE68900C4A0A}"/>
              </a:ext>
            </a:extLst>
          </p:cNvPr>
          <p:cNvSpPr txBox="1"/>
          <p:nvPr/>
        </p:nvSpPr>
        <p:spPr>
          <a:xfrm>
            <a:off x="168442" y="5444311"/>
            <a:ext cx="880711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Words &amp; Music by Chris Tomlin, Phil Wickham, Brian Johnson, 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Jenn Johnson, and Jason Ingram (2022)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Brian and Jenn Publishing, Capitol CMG Paragon, 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S.D.G. Publishing, Bethel Music Publishing, and Be Essential Songs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CCLI License #137776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5384FE-5B61-896B-8EC0-010050A29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4F408B4-DABE-FDF3-0507-47C81F6EC9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159488"/>
            <a:ext cx="8964086" cy="6485861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thousand generations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falling down in worship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sing the song of ages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the Lamb</a:t>
            </a:r>
          </a:p>
        </p:txBody>
      </p:sp>
    </p:spTree>
    <p:extLst>
      <p:ext uri="{BB962C8B-B14F-4D97-AF65-F5344CB8AC3E}">
        <p14:creationId xmlns:p14="http://schemas.microsoft.com/office/powerpoint/2010/main" val="18823239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AADDD7-57D2-B1D4-1258-836FE4D35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279A8AE-78F0-D6F8-6202-3F6FAC65CB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159488"/>
            <a:ext cx="8964086" cy="6485861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all who've gone before us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all who will believe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Will sing the song of ages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the Lamb</a:t>
            </a:r>
          </a:p>
        </p:txBody>
      </p:sp>
    </p:spTree>
    <p:extLst>
      <p:ext uri="{BB962C8B-B14F-4D97-AF65-F5344CB8AC3E}">
        <p14:creationId xmlns:p14="http://schemas.microsoft.com/office/powerpoint/2010/main" val="11231413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68B144-2502-C8D6-B70F-58B7B0905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04984C5-02C7-13A0-BE52-02F7D3A151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116958"/>
            <a:ext cx="8891337" cy="6602819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is the highest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is the greatest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stands above them all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232213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BC0E4B-EF7E-96A0-25C8-1E8A65D6C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A686E00-20B6-BF05-EE16-16E46A8091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116958"/>
            <a:ext cx="8891337" cy="6602819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thrones and dominions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powers and positions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stands above them all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49693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07818"/>
            <a:ext cx="8903369" cy="6386945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the angels cry "Holy"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creation cries "Holy"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lifted high, holy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forever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68937F-1B0B-D60E-8A2F-8779586E2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6EA6FD0-A174-4866-B88D-F0BE10171A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07818"/>
            <a:ext cx="8891337" cy="6373091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If you've been forgiven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if you've been redeemed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Sing the song forever to the Lamb</a:t>
            </a:r>
          </a:p>
        </p:txBody>
      </p:sp>
    </p:spTree>
    <p:extLst>
      <p:ext uri="{BB962C8B-B14F-4D97-AF65-F5344CB8AC3E}">
        <p14:creationId xmlns:p14="http://schemas.microsoft.com/office/powerpoint/2010/main" val="14139206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162A7D-98CC-40A0-1098-723B4393B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C0F5C40-B05A-418B-371B-12542CFEA7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07818"/>
            <a:ext cx="8891337" cy="6373091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If you walk in freedom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if you bear His name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Sing the song forever to the Lamb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We'll sing the song forever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amen</a:t>
            </a:r>
          </a:p>
        </p:txBody>
      </p:sp>
    </p:spTree>
    <p:extLst>
      <p:ext uri="{BB962C8B-B14F-4D97-AF65-F5344CB8AC3E}">
        <p14:creationId xmlns:p14="http://schemas.microsoft.com/office/powerpoint/2010/main" val="39176432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51CC6A-1E8A-66BC-42DF-F1D3B7E3C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B9D23CB-A920-4E3B-455F-0A28CC677C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07818"/>
            <a:ext cx="8903369" cy="6386945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the angels cry "Holy"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creation cries "Holy"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lifted high, holy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forever</a:t>
            </a:r>
          </a:p>
        </p:txBody>
      </p:sp>
    </p:spTree>
    <p:extLst>
      <p:ext uri="{BB962C8B-B14F-4D97-AF65-F5344CB8AC3E}">
        <p14:creationId xmlns:p14="http://schemas.microsoft.com/office/powerpoint/2010/main" val="953358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880269-F0C2-8131-4EE0-D78851E0F0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0FFD390-F883-D262-DD50-1D3C4A74F4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127591"/>
            <a:ext cx="8903369" cy="6528390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Hear your people sing "Holy"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the King of Kings "Holy"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will always be holy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forever</a:t>
            </a:r>
          </a:p>
        </p:txBody>
      </p:sp>
    </p:spTree>
    <p:extLst>
      <p:ext uri="{BB962C8B-B14F-4D97-AF65-F5344CB8AC3E}">
        <p14:creationId xmlns:p14="http://schemas.microsoft.com/office/powerpoint/2010/main" val="13267967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0DF180-4776-F955-8F77-3594FD509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79F6856-D620-D2BA-AE81-819D3A03C6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116958"/>
            <a:ext cx="8891337" cy="6602819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is the highest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is the greatest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stands above them all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57006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0F44CB-E8B9-E6B1-4410-3F978CBE8C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ECFA5D4-3D24-7026-BBCF-DA4F3F2315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116958"/>
            <a:ext cx="8891337" cy="6602819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thrones and dominions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powers and positions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stands above them all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509587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224625-3A83-28F8-F6D4-8773C84C1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94BC0E3-10D5-8037-54C0-EDD5EC08C6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116958"/>
            <a:ext cx="8891337" cy="6602819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is the highest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is the greatest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stands above them all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421026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129775-2A77-7E69-6721-06D7269DE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B6E4D23-5E95-5F34-1AA5-C25237028F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116958"/>
            <a:ext cx="8891337" cy="6602819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thrones and dominions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powers and positions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stands above them all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122947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A3F87C-0BAC-57C4-85B2-0EB811CC5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19BB2D9-3879-1FA2-6B62-0AC127D853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07818"/>
            <a:ext cx="8903369" cy="6386945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the angels cry "Holy"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creation cries "Holy"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lifted high, holy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forever</a:t>
            </a:r>
          </a:p>
        </p:txBody>
      </p:sp>
    </p:spTree>
    <p:extLst>
      <p:ext uri="{BB962C8B-B14F-4D97-AF65-F5344CB8AC3E}">
        <p14:creationId xmlns:p14="http://schemas.microsoft.com/office/powerpoint/2010/main" val="39149436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2941C4-E37D-A15E-24B1-EE43A754F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7904550-4DEF-3AC9-7F25-88D355DAC9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127591"/>
            <a:ext cx="8903369" cy="6528390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Hear your people sing "Holy"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the King of Kings "Holy"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will always be holy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forever</a:t>
            </a:r>
          </a:p>
        </p:txBody>
      </p:sp>
    </p:spTree>
    <p:extLst>
      <p:ext uri="{BB962C8B-B14F-4D97-AF65-F5344CB8AC3E}">
        <p14:creationId xmlns:p14="http://schemas.microsoft.com/office/powerpoint/2010/main" val="17327399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302E6B-F34D-D984-3E50-D0F78CD4A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8C723EF-F302-BF13-BFE7-8A6535FCBC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127591"/>
            <a:ext cx="8903369" cy="6528390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will always be holy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forever</a:t>
            </a:r>
          </a:p>
        </p:txBody>
      </p:sp>
    </p:spTree>
    <p:extLst>
      <p:ext uri="{BB962C8B-B14F-4D97-AF65-F5344CB8AC3E}">
        <p14:creationId xmlns:p14="http://schemas.microsoft.com/office/powerpoint/2010/main" val="16655310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95</TotalTime>
  <Words>348</Words>
  <Application>Microsoft Macintosh PowerPoint</Application>
  <PresentationFormat>On-screen Show (4:3)</PresentationFormat>
  <Paragraphs>100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33</cp:revision>
  <dcterms:created xsi:type="dcterms:W3CDTF">2025-11-12T03:26:12Z</dcterms:created>
  <dcterms:modified xsi:type="dcterms:W3CDTF">2026-08-23T03:10:22Z</dcterms:modified>
</cp:coreProperties>
</file>