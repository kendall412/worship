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74" r:id="rId3"/>
    <p:sldId id="295" r:id="rId4"/>
    <p:sldId id="286" r:id="rId5"/>
    <p:sldId id="277" r:id="rId6"/>
    <p:sldId id="287" r:id="rId7"/>
    <p:sldId id="276" r:id="rId8"/>
    <p:sldId id="278" r:id="rId9"/>
    <p:sldId id="288" r:id="rId10"/>
    <p:sldId id="289" r:id="rId11"/>
    <p:sldId id="280" r:id="rId12"/>
    <p:sldId id="290" r:id="rId13"/>
    <p:sldId id="291" r:id="rId14"/>
    <p:sldId id="296" r:id="rId15"/>
    <p:sldId id="297" r:id="rId16"/>
    <p:sldId id="292" r:id="rId17"/>
    <p:sldId id="293" r:id="rId18"/>
    <p:sldId id="29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726"/>
  </p:normalViewPr>
  <p:slideViewPr>
    <p:cSldViewPr snapToGrid="0">
      <p:cViewPr varScale="1">
        <p:scale>
          <a:sx n="120" d="100"/>
          <a:sy n="120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6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67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0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2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76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45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23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49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4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8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39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80" r="15984"/>
          <a:stretch>
            <a:fillRect/>
          </a:stretch>
        </p:blipFill>
        <p:spPr>
          <a:xfrm>
            <a:off x="20" y="10"/>
            <a:ext cx="72522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43764" y="0"/>
            <a:ext cx="530023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1552" y="4629234"/>
            <a:ext cx="2584324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i="1">
                <a:latin typeface="Avenir Oblique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384FE-5B61-896B-8EC0-010050A2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F408B4-DABE-FDF3-0507-47C81F6EC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falling down in worship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88232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ADDD7-57D2-B1D4-1258-836FE4D3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79A8AE-78F0-D6F8-6202-3F6FAC65C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 will believe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123141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C0E4B-EF7E-96A0-25C8-1E8A65D6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A686E00-20B6-BF05-EE16-16E46A809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969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you've been redeemed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162A7D-98CC-40A0-1098-723B4393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0F5C40-B05A-418B-371B-12542CFEA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 bear His name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amen</a:t>
            </a:r>
          </a:p>
        </p:txBody>
      </p:sp>
    </p:spTree>
    <p:extLst>
      <p:ext uri="{BB962C8B-B14F-4D97-AF65-F5344CB8AC3E}">
        <p14:creationId xmlns:p14="http://schemas.microsoft.com/office/powerpoint/2010/main" val="3917643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1CC6A-1E8A-66BC-42DF-F1D3B7E3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9D23CB-A920-4E3B-455F-0A28CC677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95335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DF180-4776-F955-8F77-3594FD50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9F6856-D620-D2BA-AE81-819D3A03C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700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F44CB-E8B9-E6B1-4410-3F978CBE8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FA5D4-3D24-7026-BBCF-DA4F3F231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095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24625-3A83-28F8-F6D4-8773C84C1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4BC0E3-10D5-8037-54C0-EDD5EC08C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2102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29775-2A77-7E69-6721-06D7269D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B6E4D23-5E95-5F34-1AA5-C2523702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2294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3F87C-0BAC-57C4-85B2-0EB811CC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9BB2D9-3879-1FA2-6B62-0AC127D85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39149436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941C4-E37D-A15E-24B1-EE43A754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904550-4DEF-3AC9-7F25-88D355DAC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732739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302E6B-F34D-D984-3E50-D0F78CD4A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C723EF-F302-BF13-BFE7-8A6535FCB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CC1A8E-22E7-A125-34F9-DF56526AB4F0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665531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302</Words>
  <Application>Microsoft Macintosh PowerPoint</Application>
  <PresentationFormat>On-screen Show (4:3)</PresentationFormat>
  <Paragraphs>98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30</cp:revision>
  <dcterms:created xsi:type="dcterms:W3CDTF">2025-11-12T03:26:12Z</dcterms:created>
  <dcterms:modified xsi:type="dcterms:W3CDTF">2026-06-12T03:41:03Z</dcterms:modified>
</cp:coreProperties>
</file>