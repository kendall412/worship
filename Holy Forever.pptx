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95" r:id="rId3"/>
    <p:sldId id="286" r:id="rId4"/>
    <p:sldId id="277" r:id="rId5"/>
    <p:sldId id="287" r:id="rId6"/>
    <p:sldId id="276" r:id="rId7"/>
    <p:sldId id="278" r:id="rId8"/>
    <p:sldId id="288" r:id="rId9"/>
    <p:sldId id="298" r:id="rId10"/>
    <p:sldId id="289" r:id="rId11"/>
    <p:sldId id="280" r:id="rId12"/>
    <p:sldId id="290" r:id="rId13"/>
    <p:sldId id="291" r:id="rId14"/>
    <p:sldId id="296" r:id="rId15"/>
    <p:sldId id="297" r:id="rId16"/>
    <p:sldId id="292" r:id="rId17"/>
    <p:sldId id="293" r:id="rId18"/>
    <p:sldId id="29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6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6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0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7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4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4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2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4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7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8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AFAE3-CD01-2265-3B87-BE68900C4A0A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Chris Tomlin, Phil Wickham, Brian Johnson,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Jenn Johnson, and Jason Ingram (2022)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Brian and Jenn Publishing, Capitol CMG Paragon,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S.D.G. Publishing, Bethel Music Publishing, and Be Essential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384FE-5B61-896B-8EC0-010050A2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F408B4-DABE-FDF3-0507-47C81F6EC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falling down in worship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88232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ADDD7-57D2-B1D4-1258-836FE4D3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79A8AE-78F0-D6F8-6202-3F6FAC65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 will believe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12314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C0E4B-EF7E-96A0-25C8-1E8A65D6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686E00-20B6-BF05-EE16-16E46A80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you've been redeemed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62A7D-98CC-40A0-1098-723B4393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F5C40-B05A-418B-371B-12542CFE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 bear His name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391764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42A00-026B-524A-13ED-55B1A5BA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6FC233-4688-F518-73DE-C1F37358D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282110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CC6A-1E8A-66BC-42DF-F1D3B7E3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D23CB-A920-4E3B-455F-0A28CC67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forever</a:t>
            </a:r>
          </a:p>
        </p:txBody>
      </p:sp>
    </p:spTree>
    <p:extLst>
      <p:ext uri="{BB962C8B-B14F-4D97-AF65-F5344CB8AC3E}">
        <p14:creationId xmlns:p14="http://schemas.microsoft.com/office/powerpoint/2010/main" val="9533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DF180-4776-F955-8F77-3594FD50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9F6856-D620-D2BA-AE81-819D3A03C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00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F44CB-E8B9-E6B1-4410-3F978CB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FA5D4-3D24-7026-BBCF-DA4F3F231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0958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4625-3A83-28F8-F6D4-8773C84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4BC0E3-10D5-8037-54C0-EDD5EC08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10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29775-2A77-7E69-6721-06D7269D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6E4D23-5E95-5F34-1AA5-C2523702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2294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3F87C-0BAC-57C4-85B2-0EB811CC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BB2D9-3879-1FA2-6B62-0AC127D85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1494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941C4-E37D-A15E-24B1-EE43A754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904550-4DEF-3AC9-7F25-88D355DA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732739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2E6B-F34D-D984-3E50-D0F78CD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C723EF-F302-BF13-BFE7-8A6535FCB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66553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348</Words>
  <Application>Microsoft Macintosh PowerPoint</Application>
  <PresentationFormat>On-screen Show (4:3)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34</cp:revision>
  <dcterms:created xsi:type="dcterms:W3CDTF">2025-11-12T03:26:12Z</dcterms:created>
  <dcterms:modified xsi:type="dcterms:W3CDTF">2026-10-22T03:47:04Z</dcterms:modified>
</cp:coreProperties>
</file>