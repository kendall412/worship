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90" r:id="rId6"/>
    <p:sldId id="287" r:id="rId7"/>
    <p:sldId id="291" r:id="rId8"/>
    <p:sldId id="289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7B35-4FE6-D26D-0496-F6EB0B8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90FC1-A7A1-35A6-E8C4-E66C75FD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859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277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42</cp:revision>
  <dcterms:created xsi:type="dcterms:W3CDTF">2025-11-12T03:26:12Z</dcterms:created>
  <dcterms:modified xsi:type="dcterms:W3CDTF">2026-06-07T02:20:09Z</dcterms:modified>
</cp:coreProperties>
</file>