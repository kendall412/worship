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90" r:id="rId6"/>
    <p:sldId id="287" r:id="rId7"/>
    <p:sldId id="291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3592"/>
    <p:restoredTop sz="94661"/>
  </p:normalViewPr>
  <p:slideViewPr>
    <p:cSldViewPr snapToGrid="0">
      <p:cViewPr varScale="1">
        <p:scale>
          <a:sx n="63" d="100"/>
          <a:sy n="63" d="100"/>
        </p:scale>
        <p:origin x="184" y="2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F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Dm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</TotalTime>
  <Words>246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41</cp:revision>
  <dcterms:created xsi:type="dcterms:W3CDTF">2025-11-12T03:26:12Z</dcterms:created>
  <dcterms:modified xsi:type="dcterms:W3CDTF">2026-06-07T01:12:18Z</dcterms:modified>
</cp:coreProperties>
</file>