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90" r:id="rId6"/>
    <p:sldId id="287" r:id="rId7"/>
    <p:sldId id="291" r:id="rId8"/>
    <p:sldId id="289" r:id="rId9"/>
    <p:sldId id="29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94"/>
  </p:normalViewPr>
  <p:slideViewPr>
    <p:cSldViewPr snapToGrid="0">
      <p:cViewPr varScale="1">
        <p:scale>
          <a:sx n="129" d="100"/>
          <a:sy n="129" d="100"/>
        </p:scale>
        <p:origin x="224" y="1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</a:t>
            </a:r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F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Dm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835649-3967-C48B-278E-320272F08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DD3981-7533-007E-35B1-A2315436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739631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</TotalTime>
  <Words>277</Words>
  <Application>Microsoft Macintosh PowerPoint</Application>
  <PresentationFormat>Widescreen</PresentationFormat>
  <Paragraphs>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42</cp:revision>
  <dcterms:created xsi:type="dcterms:W3CDTF">2025-11-12T03:26:12Z</dcterms:created>
  <dcterms:modified xsi:type="dcterms:W3CDTF">2026-06-07T03:31:26Z</dcterms:modified>
</cp:coreProperties>
</file>