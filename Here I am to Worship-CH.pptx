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3"/>
    <p:restoredTop sz="94618"/>
  </p:normalViewPr>
  <p:slideViewPr>
    <p:cSldViewPr snapToGrid="0">
      <p:cViewPr varScale="1">
        <p:scale>
          <a:sx n="143" d="100"/>
          <a:sy n="143" d="100"/>
        </p:scale>
        <p:origin x="21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96D8E7-EBC1-9243-BEE6-902440DA0A3D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B57456-DC15-D841-8F34-D514733931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9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323423" cy="2445459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Here I am to Worship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  A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You stepped down into darkness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A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Opened my eyes, let me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               A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Beauty that made this heart adore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            A                     G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of a life spent with You 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6FD02-8F08-9EFE-583B-F15029869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848196-6549-AA70-1832-272B32520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A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King of all days, oh so highly exalted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A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Glorious in heaven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  A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Humbly You came to the earth You created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A                              G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for love's sake became poor</a:t>
            </a:r>
          </a:p>
        </p:txBody>
      </p:sp>
    </p:spTree>
    <p:extLst>
      <p:ext uri="{BB962C8B-B14F-4D97-AF65-F5344CB8AC3E}">
        <p14:creationId xmlns:p14="http://schemas.microsoft.com/office/powerpoint/2010/main" val="94670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643E6E-9210-0D93-C0AE-7D3F3C85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166FAC4-1AE5-F2B7-96B1-2BC84CCC20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472156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7A157C-0723-604D-B3D7-90E7CFB1BDAC}"/>
              </a:ext>
            </a:extLst>
          </p:cNvPr>
          <p:cNvSpPr txBox="1"/>
          <p:nvPr/>
        </p:nvSpPr>
        <p:spPr>
          <a:xfrm>
            <a:off x="9532169" y="6211669"/>
            <a:ext cx="2611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Bridge</a:t>
            </a:r>
          </a:p>
        </p:txBody>
      </p:sp>
    </p:spTree>
    <p:extLst>
      <p:ext uri="{BB962C8B-B14F-4D97-AF65-F5344CB8AC3E}">
        <p14:creationId xmlns:p14="http://schemas.microsoft.com/office/powerpoint/2010/main" val="221088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EDDA93-1BDB-DE07-79C5-ACAD3F15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FD3354-E95B-5646-B089-C1B01426A0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830744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I'll never know how much it cost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         D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see my sin upon that cross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9DA54B-BE40-DC9C-0BD3-09EEF1D244C1}"/>
              </a:ext>
            </a:extLst>
          </p:cNvPr>
          <p:cNvSpPr txBox="1"/>
          <p:nvPr/>
        </p:nvSpPr>
        <p:spPr>
          <a:xfrm>
            <a:off x="8561294" y="6047546"/>
            <a:ext cx="3278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x3 to Chorus</a:t>
            </a:r>
          </a:p>
        </p:txBody>
      </p:sp>
    </p:spTree>
    <p:extLst>
      <p:ext uri="{BB962C8B-B14F-4D97-AF65-F5344CB8AC3E}">
        <p14:creationId xmlns:p14="http://schemas.microsoft.com/office/powerpoint/2010/main" val="2173782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B329BF-095B-FA28-3FA8-950372EE1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E2F92EA-9364-DF1F-A992-6778DFAF7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0615E7-26A6-C468-7770-431E82D55DFC}"/>
              </a:ext>
            </a:extLst>
          </p:cNvPr>
          <p:cNvSpPr txBox="1"/>
          <p:nvPr/>
        </p:nvSpPr>
        <p:spPr>
          <a:xfrm>
            <a:off x="9475694" y="6211669"/>
            <a:ext cx="2568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and END</a:t>
            </a:r>
          </a:p>
        </p:txBody>
      </p:sp>
    </p:spTree>
    <p:extLst>
      <p:ext uri="{BB962C8B-B14F-4D97-AF65-F5344CB8AC3E}">
        <p14:creationId xmlns:p14="http://schemas.microsoft.com/office/powerpoint/2010/main" val="1511960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255</Words>
  <Application>Microsoft Macintosh PowerPoint</Application>
  <PresentationFormat>Widescreen</PresentationFormat>
  <Paragraphs>56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48</cp:revision>
  <dcterms:created xsi:type="dcterms:W3CDTF">2025-11-12T03:26:12Z</dcterms:created>
  <dcterms:modified xsi:type="dcterms:W3CDTF">2026-08-29T20:12:32Z</dcterms:modified>
</cp:coreProperties>
</file>