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4" r:id="rId3"/>
    <p:sldId id="276" r:id="rId4"/>
    <p:sldId id="285" r:id="rId5"/>
    <p:sldId id="289" r:id="rId6"/>
    <p:sldId id="287" r:id="rId7"/>
    <p:sldId id="2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22"/>
    <p:restoredTop sz="94643"/>
  </p:normalViewPr>
  <p:slideViewPr>
    <p:cSldViewPr snapToGrid="0">
      <p:cViewPr varScale="1">
        <p:scale>
          <a:sx n="101" d="100"/>
          <a:sy n="101" d="100"/>
        </p:scale>
        <p:origin x="200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6D8E7-EBC1-9243-BEE6-902440DA0A3D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7456-DC15-D841-8F34-D51473393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323423" cy="2445459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You stepped down into darkness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D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let me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D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this heart adore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D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 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FD02-8F08-9EFE-583B-F1502986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848196-6549-AA70-1832-272B3252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oh so highly exalted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to the earth You created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D         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9467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D002-FCA0-246E-16BA-0F489AE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3BB9B5-6CA9-7169-DD30-3082D279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1883E-42A4-5C3C-8C92-7247B4DFB3FD}"/>
              </a:ext>
            </a:extLst>
          </p:cNvPr>
          <p:cNvSpPr txBox="1"/>
          <p:nvPr/>
        </p:nvSpPr>
        <p:spPr>
          <a:xfrm>
            <a:off x="9532169" y="6211669"/>
            <a:ext cx="261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Bridge</a:t>
            </a:r>
          </a:p>
        </p:txBody>
      </p:sp>
    </p:spTree>
    <p:extLst>
      <p:ext uri="{BB962C8B-B14F-4D97-AF65-F5344CB8AC3E}">
        <p14:creationId xmlns:p14="http://schemas.microsoft.com/office/powerpoint/2010/main" val="306451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DA93-1BDB-DE07-79C5-ACAD3F1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D3354-E95B-5646-B089-C1B01426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830744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how much it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upon that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A54B-BE40-DC9C-0BD3-09EEF1D244C1}"/>
              </a:ext>
            </a:extLst>
          </p:cNvPr>
          <p:cNvSpPr txBox="1"/>
          <p:nvPr/>
        </p:nvSpPr>
        <p:spPr>
          <a:xfrm>
            <a:off x="8561294" y="6047546"/>
            <a:ext cx="327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x3 to Chorus</a:t>
            </a:r>
          </a:p>
        </p:txBody>
      </p:sp>
    </p:spTree>
    <p:extLst>
      <p:ext uri="{BB962C8B-B14F-4D97-AF65-F5344CB8AC3E}">
        <p14:creationId xmlns:p14="http://schemas.microsoft.com/office/powerpoint/2010/main" val="217378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B0709-CB67-06EF-FC21-14AED60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493994-0B02-2A10-3B3A-17F17953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BCB16-F4E1-DD0C-F68F-C329E7FFFC3A}"/>
              </a:ext>
            </a:extLst>
          </p:cNvPr>
          <p:cNvSpPr txBox="1"/>
          <p:nvPr/>
        </p:nvSpPr>
        <p:spPr>
          <a:xfrm>
            <a:off x="9532169" y="6211669"/>
            <a:ext cx="207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End</a:t>
            </a:r>
          </a:p>
        </p:txBody>
      </p:sp>
    </p:spTree>
    <p:extLst>
      <p:ext uri="{BB962C8B-B14F-4D97-AF65-F5344CB8AC3E}">
        <p14:creationId xmlns:p14="http://schemas.microsoft.com/office/powerpoint/2010/main" val="77984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252</Words>
  <Application>Microsoft Macintosh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50</cp:revision>
  <dcterms:created xsi:type="dcterms:W3CDTF">2025-11-12T03:26:12Z</dcterms:created>
  <dcterms:modified xsi:type="dcterms:W3CDTF">2026-08-29T22:57:01Z</dcterms:modified>
</cp:coreProperties>
</file>