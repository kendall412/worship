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75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94"/>
    <p:restoredTop sz="94694"/>
  </p:normalViewPr>
  <p:slideViewPr>
    <p:cSldViewPr snapToGrid="0">
      <p:cViewPr varScale="1">
        <p:scale>
          <a:sx n="83" d="100"/>
          <a:sy n="83" d="100"/>
        </p:scale>
        <p:origin x="22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All sufficient merit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Shining like the sun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fortune I inherit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By no work I have done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21B20-1F07-D41B-D17B-105DC906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E81914-E1B4-6E96-BBA8-CF33B0DE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righteousness I forfeit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my saviors cross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all sufficient merit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Did what I could not</a:t>
            </a:r>
          </a:p>
        </p:txBody>
      </p:sp>
    </p:spTree>
    <p:extLst>
      <p:ext uri="{BB962C8B-B14F-4D97-AF65-F5344CB8AC3E}">
        <p14:creationId xmlns:p14="http://schemas.microsoft.com/office/powerpoint/2010/main" val="194388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A8B09-2F31-905B-BD0E-1A22C68C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957205-5518-134E-F4A7-AD9AB21DC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 he condescended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Eternal now in time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life without a blemish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maker made to die</a:t>
            </a:r>
          </a:p>
        </p:txBody>
      </p:sp>
    </p:spTree>
    <p:extLst>
      <p:ext uri="{BB962C8B-B14F-4D97-AF65-F5344CB8AC3E}">
        <p14:creationId xmlns:p14="http://schemas.microsoft.com/office/powerpoint/2010/main" val="270575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485AA-E5D7-1D2A-5596-A117FB74F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1BF79A-693B-1553-9129-003849B4A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Law could never save 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lawlessness had won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the pure and spotless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Lamb had finally come</a:t>
            </a:r>
          </a:p>
        </p:txBody>
      </p:sp>
    </p:spTree>
    <p:extLst>
      <p:ext uri="{BB962C8B-B14F-4D97-AF65-F5344CB8AC3E}">
        <p14:creationId xmlns:p14="http://schemas.microsoft.com/office/powerpoint/2010/main" val="1328795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F4B13-D2D3-B52B-5C79-90350352F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6AC21-EFE8-0107-87AA-58036F07F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</p:txBody>
      </p:sp>
    </p:spTree>
    <p:extLst>
      <p:ext uri="{BB962C8B-B14F-4D97-AF65-F5344CB8AC3E}">
        <p14:creationId xmlns:p14="http://schemas.microsoft.com/office/powerpoint/2010/main" val="2424527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6EB98-5F43-3DA3-94A9-EB6300F4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DE054B-FBE9-55DC-2B7F-6146B7B7E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lay down my garments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Any empty boast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works now all corrupted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By the sinful host</a:t>
            </a:r>
          </a:p>
        </p:txBody>
      </p:sp>
    </p:spTree>
    <p:extLst>
      <p:ext uri="{BB962C8B-B14F-4D97-AF65-F5344CB8AC3E}">
        <p14:creationId xmlns:p14="http://schemas.microsoft.com/office/powerpoint/2010/main" val="291943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266B9-C9EE-B7FF-FDA9-A064D3B5A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847247-1E8D-0181-52EF-49ECFD333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I’m dressed in my LORD Jesus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crimson robe made white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fear of judgement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righteousness is mine</a:t>
            </a:r>
          </a:p>
        </p:txBody>
      </p:sp>
    </p:spTree>
    <p:extLst>
      <p:ext uri="{BB962C8B-B14F-4D97-AF65-F5344CB8AC3E}">
        <p14:creationId xmlns:p14="http://schemas.microsoft.com/office/powerpoint/2010/main" val="2305385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C86CD-4E1D-3561-16CB-29015511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7F42E7-D1DC-DB2D-C43A-E9C05A0A8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</p:txBody>
      </p:sp>
    </p:spTree>
    <p:extLst>
      <p:ext uri="{BB962C8B-B14F-4D97-AF65-F5344CB8AC3E}">
        <p14:creationId xmlns:p14="http://schemas.microsoft.com/office/powerpoint/2010/main" val="881652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0D35CF-1EB1-F96C-F585-C6412E95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D8B3DD-E39F-8B93-A66C-07B87B2BF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</p:txBody>
      </p:sp>
    </p:spTree>
    <p:extLst>
      <p:ext uri="{BB962C8B-B14F-4D97-AF65-F5344CB8AC3E}">
        <p14:creationId xmlns:p14="http://schemas.microsoft.com/office/powerpoint/2010/main" val="1514148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EAD9D-411B-BBB0-2853-4AE179FD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A9DF7F-CB55-F585-2E89-9D375B087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in life and death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joy of my salvation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Shall be my final breath</a:t>
            </a:r>
          </a:p>
        </p:txBody>
      </p:sp>
    </p:spTree>
    <p:extLst>
      <p:ext uri="{BB962C8B-B14F-4D97-AF65-F5344CB8AC3E}">
        <p14:creationId xmlns:p14="http://schemas.microsoft.com/office/powerpoint/2010/main" val="2372309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A0F7E5-CC77-9690-4674-FA957095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76E9F8-15BB-D1F9-FFD7-553FE54BB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stand accepted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the throne of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gaze upon my Jesus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thank Him for the cross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 I’ll thank Him for the cross</a:t>
            </a:r>
          </a:p>
        </p:txBody>
      </p:sp>
    </p:spTree>
    <p:extLst>
      <p:ext uri="{BB962C8B-B14F-4D97-AF65-F5344CB8AC3E}">
        <p14:creationId xmlns:p14="http://schemas.microsoft.com/office/powerpoint/2010/main" val="1613949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D88FC-4E3B-33B7-4523-713E4E923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0EFA89D-9061-98AB-0628-D5031176E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</p:txBody>
      </p:sp>
    </p:spTree>
    <p:extLst>
      <p:ext uri="{BB962C8B-B14F-4D97-AF65-F5344CB8AC3E}">
        <p14:creationId xmlns:p14="http://schemas.microsoft.com/office/powerpoint/2010/main" val="1970271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EF69D-9EA9-BF41-1D9F-657A64BF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EC6CFC-0B61-AE61-952D-EE48216DD4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(Oh your merit now my own)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93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224</Words>
  <Application>Microsoft Macintosh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21</cp:revision>
  <dcterms:created xsi:type="dcterms:W3CDTF">2025-11-12T03:26:12Z</dcterms:created>
  <dcterms:modified xsi:type="dcterms:W3CDTF">2025-11-16T03:36:50Z</dcterms:modified>
</cp:coreProperties>
</file>