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0" r:id="rId3"/>
    <p:sldId id="281" r:id="rId4"/>
    <p:sldId id="282" r:id="rId5"/>
    <p:sldId id="283" r:id="rId6"/>
    <p:sldId id="284" r:id="rId7"/>
    <p:sldId id="285" r:id="rId8"/>
    <p:sldId id="286" r:id="rId9"/>
    <p:sldId id="287" r:id="rId10"/>
    <p:sldId id="288" r:id="rId11"/>
    <p:sldId id="289" r:id="rId12"/>
    <p:sldId id="290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802"/>
  </p:normalViewPr>
  <p:slideViewPr>
    <p:cSldViewPr snapToGrid="0">
      <p:cViewPr varScale="1">
        <p:scale>
          <a:sx n="112" d="100"/>
          <a:sy n="112" d="100"/>
        </p:scale>
        <p:origin x="208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94038C-B358-C883-5794-16FF7CD54AD5}"/>
              </a:ext>
            </a:extLst>
          </p:cNvPr>
          <p:cNvSpPr txBox="1"/>
          <p:nvPr/>
        </p:nvSpPr>
        <p:spPr>
          <a:xfrm>
            <a:off x="168442" y="5444311"/>
            <a:ext cx="88071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Words &amp; Music by Bryan Fowler, Shane Barnard, and Bethany Barnard (2023)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© Be Essential Songs and </a:t>
            </a:r>
            <a:r>
              <a:rPr lang="en-US" dirty="0" err="1">
                <a:solidFill>
                  <a:schemeClr val="bg1"/>
                </a:solidFill>
              </a:rPr>
              <a:t>bryanfowlersongs</a:t>
            </a:r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CCLI 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Shining like the sun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fortune I inherit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By no work I have done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015117-71EF-D3FB-5BBF-6E28B6DA6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F8B4636-7D97-1A1C-61A6-3E9857324B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righteousness I forfeit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At my saviors cross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Where all sufficient merit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Did what I could not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13655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F0D0AE-FAA8-D210-9F05-FEEFB5984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AD9501A-D284-E628-E97B-CB052F16C6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love he condescended Eternal now in time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life without a blemish The maker made to die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50793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0564C-03EE-F4EB-B168-7718F96C6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1187370-62E8-223F-14D8-73543A728C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Law could never save us Our lawlessness had won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Until the pure and spotless Lamb had finally come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2027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CE6CE8-636C-027E-5191-7A6504E2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BBEBA68-9E03-6707-6CB3-48BD98B15A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done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finished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debt I owe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Paid in full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now my own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4604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935F75-698C-6338-0A1B-80CECE41B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81BE608-BEB4-A50E-DC77-7DC0CE71AB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lay down my garments Any empty boast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 works now all corrupted By the sinful host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57975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3FB98B-E9DC-EB20-9A2E-06E59E5D7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02A74DF-21E5-C209-D82A-44C6AF32A0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Dressed in my LORD Jesus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crimson robe made white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fear of judgement His righteousness is mine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81475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EA4DE8-9BC4-910B-A226-9A750F095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F965397-DA90-7C31-1B54-D92DAC22B5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done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finished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debt I owe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Paid in full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now my own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4195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5AEA6F-2D47-A0F2-D77C-B536E4556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E4CC10D-B7CF-A3FC-BFDA-7B9E7D2B26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   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Firm in life and death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joy of my salvation Shall be my final breath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75845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B3CB32-AF1C-76B5-ABE3-D75A60897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66CF14D-5197-C974-6226-8EA066F254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I stand accepted Before the throne of God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I’ll gaze upon my Jesus And thank Him for the cross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Yes I’ll thank Him for the cross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91639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CFCDBA-66CF-D627-1D6E-C84B3A1FF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2D93F96-CA59-0936-3FA0-C888C1AB21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done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finished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debt I owe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Paid in full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now my own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4468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49</TotalTime>
  <Words>241</Words>
  <Application>Microsoft Macintosh PowerPoint</Application>
  <PresentationFormat>On-screen Show (4:3)</PresentationFormat>
  <Paragraphs>56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20</cp:revision>
  <dcterms:created xsi:type="dcterms:W3CDTF">2025-11-12T03:26:12Z</dcterms:created>
  <dcterms:modified xsi:type="dcterms:W3CDTF">2026-08-16T03:35:25Z</dcterms:modified>
</cp:coreProperties>
</file>