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263"/>
    <p:restoredTop sz="94698"/>
  </p:normalViewPr>
  <p:slideViewPr>
    <p:cSldViewPr snapToGrid="0">
      <p:cViewPr varScale="1">
        <p:scale>
          <a:sx n="61" d="100"/>
          <a:sy n="61" d="100"/>
        </p:scale>
        <p:origin x="240" y="1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CF013-4574-2AD0-7BFD-6E771B7E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FD9A51-1655-DF8C-52C5-2398AD78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Shining like the sun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fortune I inherit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By no work I have done</a:t>
            </a:r>
          </a:p>
        </p:txBody>
      </p:sp>
    </p:spTree>
    <p:extLst>
      <p:ext uri="{BB962C8B-B14F-4D97-AF65-F5344CB8AC3E}">
        <p14:creationId xmlns:p14="http://schemas.microsoft.com/office/powerpoint/2010/main" val="1606047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321B20-1F07-D41B-D17B-105DC9065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E81914-E1B4-6E96-BBA8-CF33B0DE65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righteousness I forfeit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my saviors cross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all sufficient merit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Did what I could not</a:t>
            </a:r>
          </a:p>
        </p:txBody>
      </p:sp>
    </p:spTree>
    <p:extLst>
      <p:ext uri="{BB962C8B-B14F-4D97-AF65-F5344CB8AC3E}">
        <p14:creationId xmlns:p14="http://schemas.microsoft.com/office/powerpoint/2010/main" val="1943880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7A8B09-2F31-905B-BD0E-1A22C68CD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8957205-5518-134E-F4A7-AD9AB21DC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love he condescended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Eternal now in time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life without a blemish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maker made to die</a:t>
            </a:r>
          </a:p>
        </p:txBody>
      </p:sp>
    </p:spTree>
    <p:extLst>
      <p:ext uri="{BB962C8B-B14F-4D97-AF65-F5344CB8AC3E}">
        <p14:creationId xmlns:p14="http://schemas.microsoft.com/office/powerpoint/2010/main" val="270575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8485AA-E5D7-1D2A-5596-A117FB74F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81BF79A-693B-1553-9129-003849B4A6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Law could never save us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lawlessness had won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Until the pure and spotless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Lamb had finally come</a:t>
            </a:r>
          </a:p>
        </p:txBody>
      </p:sp>
    </p:spTree>
    <p:extLst>
      <p:ext uri="{BB962C8B-B14F-4D97-AF65-F5344CB8AC3E}">
        <p14:creationId xmlns:p14="http://schemas.microsoft.com/office/powerpoint/2010/main" val="1328795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FF0EA-04E9-B7E9-0BF6-7D546FD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377A57-C32B-6F9A-6862-0207CC2B8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finished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</p:txBody>
      </p:sp>
    </p:spTree>
    <p:extLst>
      <p:ext uri="{BB962C8B-B14F-4D97-AF65-F5344CB8AC3E}">
        <p14:creationId xmlns:p14="http://schemas.microsoft.com/office/powerpoint/2010/main" val="30986946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5F4B13-D2D3-B52B-5C79-90350352F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676AC21-EFE8-0107-87AA-58036F07F1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</p:txBody>
      </p:sp>
    </p:spTree>
    <p:extLst>
      <p:ext uri="{BB962C8B-B14F-4D97-AF65-F5344CB8AC3E}">
        <p14:creationId xmlns:p14="http://schemas.microsoft.com/office/powerpoint/2010/main" val="2424527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F6EB98-5F43-3DA3-94A9-EB6300F45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DE054B-FBE9-55DC-2B7F-6146B7B7E5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lay down my garments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Any empty boast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 works now all corrupted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By the sinful host</a:t>
            </a:r>
          </a:p>
        </p:txBody>
      </p:sp>
    </p:spTree>
    <p:extLst>
      <p:ext uri="{BB962C8B-B14F-4D97-AF65-F5344CB8AC3E}">
        <p14:creationId xmlns:p14="http://schemas.microsoft.com/office/powerpoint/2010/main" val="291943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7266B9-C9EE-B7FF-FDA9-A064D3B5A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7847247-1E8D-0181-52EF-49ECFD3331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I’m dressed in my LORD Jesus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crimson robe made white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fear of judgement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righteousness is mine</a:t>
            </a:r>
          </a:p>
        </p:txBody>
      </p:sp>
    </p:spTree>
    <p:extLst>
      <p:ext uri="{BB962C8B-B14F-4D97-AF65-F5344CB8AC3E}">
        <p14:creationId xmlns:p14="http://schemas.microsoft.com/office/powerpoint/2010/main" val="2305385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6C86CD-4E1D-3561-16CB-290155117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87F42E7-D1DC-DB2D-C43A-E9C05A0A88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finished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</p:txBody>
      </p:sp>
    </p:spTree>
    <p:extLst>
      <p:ext uri="{BB962C8B-B14F-4D97-AF65-F5344CB8AC3E}">
        <p14:creationId xmlns:p14="http://schemas.microsoft.com/office/powerpoint/2010/main" val="881652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0D35CF-1EB1-F96C-F585-C6412E95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AD8B3DD-E39F-8B93-A66C-07B87B2BF8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</p:txBody>
      </p:sp>
    </p:spTree>
    <p:extLst>
      <p:ext uri="{BB962C8B-B14F-4D97-AF65-F5344CB8AC3E}">
        <p14:creationId xmlns:p14="http://schemas.microsoft.com/office/powerpoint/2010/main" val="15141487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8EAD9D-411B-BBB0-2853-4AE179FD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AA9DF7F-CB55-F585-2E89-9D375B0873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Firm in life and death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joy of my salvation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Shall be my final breath</a:t>
            </a:r>
          </a:p>
        </p:txBody>
      </p:sp>
    </p:spTree>
    <p:extLst>
      <p:ext uri="{BB962C8B-B14F-4D97-AF65-F5344CB8AC3E}">
        <p14:creationId xmlns:p14="http://schemas.microsoft.com/office/powerpoint/2010/main" val="2372309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A0F7E5-CC77-9690-4674-FA9570954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276E9F8-15BB-D1F9-FFD7-553FE54BB1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I stand accepted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Before the throne of God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I’ll gaze upon my Jesus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thank Him for the cross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Yes I’ll thank Him for the cross</a:t>
            </a:r>
          </a:p>
        </p:txBody>
      </p:sp>
    </p:spTree>
    <p:extLst>
      <p:ext uri="{BB962C8B-B14F-4D97-AF65-F5344CB8AC3E}">
        <p14:creationId xmlns:p14="http://schemas.microsoft.com/office/powerpoint/2010/main" val="16139499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4D88FC-4E3B-33B7-4523-713E4E923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0EFA89D-9061-98AB-0628-D5031176EF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finished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</p:txBody>
      </p:sp>
    </p:spTree>
    <p:extLst>
      <p:ext uri="{BB962C8B-B14F-4D97-AF65-F5344CB8AC3E}">
        <p14:creationId xmlns:p14="http://schemas.microsoft.com/office/powerpoint/2010/main" val="19702717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9EF69D-9EA9-BF41-1D9F-657A64BF3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EC6CFC-0B61-AE61-952D-EE48216DD4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(Oh your merit now my own)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193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221</Words>
  <Application>Microsoft Macintosh PowerPoint</Application>
  <PresentationFormat>Widescreen</PresentationFormat>
  <Paragraphs>93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20</cp:revision>
  <dcterms:created xsi:type="dcterms:W3CDTF">2025-11-12T03:26:12Z</dcterms:created>
  <dcterms:modified xsi:type="dcterms:W3CDTF">2025-11-12T04:15:53Z</dcterms:modified>
</cp:coreProperties>
</file>