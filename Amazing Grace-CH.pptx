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84" r:id="rId3"/>
    <p:sldId id="285" r:id="rId4"/>
    <p:sldId id="286" r:id="rId5"/>
    <p:sldId id="28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689"/>
    <p:restoredTop sz="94692"/>
  </p:normalViewPr>
  <p:slideViewPr>
    <p:cSldViewPr snapToGrid="0">
      <p:cViewPr varScale="1">
        <p:scale>
          <a:sx n="89" d="100"/>
          <a:sy n="89" d="100"/>
        </p:scale>
        <p:origin x="200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072C6-E7E8-6942-83AF-1E8DF19012AC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491E7-BA80-984B-8AA7-01E848955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515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126140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Amazing Grace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                            F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Amazing Grace how sweet the sound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saved a wretch like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                           F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once was lost but now am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G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 blind but now I see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8F86F2-D5DE-3372-1C56-AD2AC5501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8F56EB-C7DD-F9E2-2BF4-0861C3C25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         F           C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T'was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Grace that taught My heart to fear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Grace, my fears relieved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         F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precious did that Grace appear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hour I first believed</a:t>
            </a:r>
          </a:p>
        </p:txBody>
      </p:sp>
    </p:spTree>
    <p:extLst>
      <p:ext uri="{BB962C8B-B14F-4D97-AF65-F5344CB8AC3E}">
        <p14:creationId xmlns:p14="http://schemas.microsoft.com/office/powerpoint/2010/main" val="1269675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3ACAE5-BD9B-E479-4055-F70327C3C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F9D9F2-97BD-A5A2-87D9-DEF06C49B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             F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many dangers Toils and snares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already come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F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’Tis grace hath brought me safe thus far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G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 will lead me home</a:t>
            </a:r>
          </a:p>
        </p:txBody>
      </p:sp>
    </p:spTree>
    <p:extLst>
      <p:ext uri="{BB962C8B-B14F-4D97-AF65-F5344CB8AC3E}">
        <p14:creationId xmlns:p14="http://schemas.microsoft.com/office/powerpoint/2010/main" val="2299520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A6789-8A72-563E-3BA2-8FBF399AF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7FA99E-CD5C-2C7F-6A80-0415A0D04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      F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Lord has promised good to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Word my hope secures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    F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will my Shield and Portion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G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long as life endures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0829A0-8495-04B5-FFBE-F5DB306DBB44}"/>
              </a:ext>
            </a:extLst>
          </p:cNvPr>
          <p:cNvSpPr txBox="1"/>
          <p:nvPr/>
        </p:nvSpPr>
        <p:spPr>
          <a:xfrm>
            <a:off x="10793843" y="6150114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349758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161</Words>
  <Application>Microsoft Macintosh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46</cp:revision>
  <dcterms:created xsi:type="dcterms:W3CDTF">2025-11-12T03:26:12Z</dcterms:created>
  <dcterms:modified xsi:type="dcterms:W3CDTF">2026-07-05T00:31:37Z</dcterms:modified>
</cp:coreProperties>
</file>