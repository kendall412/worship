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81" r:id="rId2"/>
    <p:sldId id="274" r:id="rId3"/>
    <p:sldId id="282" r:id="rId4"/>
    <p:sldId id="283" r:id="rId5"/>
    <p:sldId id="284" r:id="rId6"/>
    <p:sldId id="285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037"/>
    <p:restoredTop sz="94658"/>
  </p:normalViewPr>
  <p:slideViewPr>
    <p:cSldViewPr snapToGrid="0">
      <p:cViewPr varScale="1">
        <p:scale>
          <a:sx n="100" d="100"/>
          <a:sy n="100" d="100"/>
        </p:scale>
        <p:origin x="184" y="6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C4881-024B-CA4F-1A53-33C2DC0E74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0D2959-CEED-C8E4-130C-7C436E247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BBB692-36FC-D0C6-12D7-33A0E66EA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817876-8CFB-960B-6A57-C7F9FD39D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548E83-1153-3307-5818-CD7F2833A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881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6B7EA-B38C-12D1-5730-E271A11FB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8D1A30-880C-91DF-D6D6-0BE623BC9F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753098-E2DC-41B2-9361-756938A8E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63E6B5-5EA8-FE6C-FA06-4515DC0C0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A6D58-9856-3B55-DBEA-1B9A3269B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3120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03BE6-BFB2-0EF8-7BD3-99B4FF56B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E87140-F157-4DFF-CE20-2F5B759FC1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19DC89-D1D7-E179-4B62-551014DFE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033CF-70D2-4EFC-5477-15F7486A8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ECCF9-ED4E-20EE-67CD-F55D0D853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666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D7124-6407-E388-DFAC-CEAEF342D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54C6C2-33DA-0102-6360-654F993BD7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2B2A58-052B-B454-9932-012243039D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B92D04-ECBD-D55F-A459-4C28DF6A8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69ACAC-11AF-A864-BD18-A4B426A4A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3C5DAC-E196-CEC3-6A6B-376BB3F37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3024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32820-190D-235F-CEAA-9558C5413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693254-6651-D942-4099-84C9B6A31C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D4DAC3-CF47-11DC-83E8-0B1192A442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49067B-AD0F-C796-4C8F-C043DB6FD3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D0695B-675B-E8DD-D931-29E639B3E5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F5423C-A80C-353A-6ADA-AD2195CCE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54C085-1B7B-06F2-2F97-8BE5AED3D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C6B0A2-57CB-16B8-1E9B-CA6DA6337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579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14C2D-A9C6-E4FF-86E0-539266096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EBDED3-8FA2-E14E-6132-DBF06C004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FF1715-78D0-6155-47B7-64F32ECF5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EE70D1-30EB-D2A6-F6C0-29E5A0681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667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D2DAB5-6AD5-15BC-026B-B80E34678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9D2783-D2E4-47AE-70D6-B4A209E13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9A41F5-9D51-17BE-FB49-C0DC79F1F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3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535ED-82D6-0936-3EEB-AD9435F5E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3B2A4-A7AB-CDB0-D7F1-279536A270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9566A-3ACC-2A16-1AAE-6B0281DB7E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3518F2-2B74-8F2D-171A-15986F3C5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F8701B-4899-C3D0-CB2F-6C31378A5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240FD0-A8F8-EFCD-2A69-21AB0FB07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778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3467F-CDAF-BF3C-2E6D-F2EBB52C7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374E6-7653-1FED-90D8-27F8F5A5A5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18631D-B68A-86EE-A551-F2FE300250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AD5574-CD0C-0EDC-7EA2-BBDDAA07A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ADA4F2-15B1-95FF-AFC8-0BCFB4E4E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7356D-53C5-30FE-E0FE-A480BE6A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710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15C597-3152-5765-EBC1-B17D99515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A5F73E-18E1-021C-9878-B37DC31E28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83AF53-E0B5-2F63-C15E-4BF621A31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A465D-C46F-7FA4-9154-773B74869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A3BEE5-DE05-B54F-20CA-E8C336AE9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587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C72931-C193-DCDC-01FD-20CDA0AD45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5B2C1B-4D9D-9A62-13D7-01C6580B78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445465-66E1-00A0-A5D2-D034616CC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53519E-C69A-9396-C73F-1ACB40774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5BFC6-ABA4-44D2-E110-CE59D7D2A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597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707FE23-AD5C-E492-4625-B3FFD7D65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35509A-545F-6691-9119-47A073D014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8FCAAE-1AD5-9CBF-A0F6-52A814732F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229717-0F21-BE11-1F19-88106B6408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8A247-FF8D-F68A-7E74-66F74B44B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378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E07FF3-ED51-42B0-B272-1B4F50EFCF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9" name="Rectangle 38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3B8280D-74D2-D21D-CA1B-5C1389428F6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340" r="17526" b="7393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5453A56-E25A-8265-17BC-0939A7C5C3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023359" cy="1208141"/>
          </a:xfrm>
        </p:spPr>
        <p:txBody>
          <a:bodyPr>
            <a:normAutofit/>
          </a:bodyPr>
          <a:lstStyle/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000" i="1" dirty="0">
                <a:latin typeface="Avenir Oblique" panose="02000503020000020003" pitchFamily="2" charset="0"/>
                <a:ea typeface="Bodoni Ornaments" pitchFamily="2" charset="0"/>
              </a:rPr>
              <a:t>Praise To The Lord The Almighty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266362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7F1709-70D9-7011-5D92-F7E57F560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25DBF04-8174-1226-1E95-AC7FB0F1B0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                         Am      Em        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Praise to the Lord, the Almighty, the King of creation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                        Am            Em        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 my soul, praise Him, for He is thy health and salvation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                                     D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ye who hear, now to His temple draw near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 D               G  Am Em C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Praise Him in glad adoration</a:t>
            </a:r>
          </a:p>
        </p:txBody>
      </p:sp>
    </p:spTree>
    <p:extLst>
      <p:ext uri="{BB962C8B-B14F-4D97-AF65-F5344CB8AC3E}">
        <p14:creationId xmlns:p14="http://schemas.microsoft.com/office/powerpoint/2010/main" val="31641634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669FE4C-AB15-F92A-83D7-A1992E565F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18A5CAC-F4EA-6A0A-92FD-9F5E46777F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                                      (Am)       Em         (D)</a:t>
            </a:r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Praise to the Lord, Who o’er all things so wondrously </a:t>
            </a:r>
            <a:r>
              <a:rPr lang="en-US" sz="28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reigneth</a:t>
            </a:r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                            (Am)        Em         (D)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Shelters thee under His wings, yea, so gently </a:t>
            </a:r>
            <a:r>
              <a:rPr lang="en-US" sz="28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sustaineth</a:t>
            </a:r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                                     D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Hast thou not seen how thy desires have been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    D</a:t>
            </a:r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Granted in what He </a:t>
            </a:r>
            <a:r>
              <a:rPr lang="en-US" sz="28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ordaineth</a:t>
            </a:r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5005011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204DFA-E10F-241C-10DC-E5670D5A23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8AAAEDF-9D95-1EDB-3978-04FEA487F9F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                                         (Am)     Em         (D)</a:t>
            </a:r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Praise to the Lord, who doth prosper thy work and defend thee;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                         (Am)     Em             (D)</a:t>
            </a:r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Surely His goodness and mercy here daily attend thee;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                               D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Ponder anew what the Almighty can do,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      D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If with His love He befriend thee.</a:t>
            </a:r>
          </a:p>
        </p:txBody>
      </p:sp>
    </p:spTree>
    <p:extLst>
      <p:ext uri="{BB962C8B-B14F-4D97-AF65-F5344CB8AC3E}">
        <p14:creationId xmlns:p14="http://schemas.microsoft.com/office/powerpoint/2010/main" val="30296628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58C935-8A55-EBD5-0993-5BDC54C9B8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7AAE9D0-C9A2-EA5C-DDD8-172BB8077F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                   (Am)     Em            (D)</a:t>
            </a:r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Praise to the Lord, O let all that is in me adore Him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                                      (Am)      Em           (D)</a:t>
            </a:r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that hath life and breath, come now with praises before Him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                               D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Let the Amen sound from His people again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D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Gladly for aye we adore Him</a:t>
            </a:r>
          </a:p>
        </p:txBody>
      </p:sp>
    </p:spTree>
    <p:extLst>
      <p:ext uri="{BB962C8B-B14F-4D97-AF65-F5344CB8AC3E}">
        <p14:creationId xmlns:p14="http://schemas.microsoft.com/office/powerpoint/2010/main" val="16083739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5A8867-22FC-29CE-10EB-8F2EE7810C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8522581-B5D8-B054-E72A-7B7600BB90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                         (Am)      Em         (D)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Praise to the Lord, the Almighty, the King of creation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                       (Am)            Em        (D)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 my soul, praise Him, for He is thy health and salvation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                                     D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ye who hear, now to His temple draw near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 D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Praise Him in glad adoration</a:t>
            </a:r>
          </a:p>
        </p:txBody>
      </p:sp>
    </p:spTree>
    <p:extLst>
      <p:ext uri="{BB962C8B-B14F-4D97-AF65-F5344CB8AC3E}">
        <p14:creationId xmlns:p14="http://schemas.microsoft.com/office/powerpoint/2010/main" val="9783317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</TotalTime>
  <Words>303</Words>
  <Application>Microsoft Macintosh PowerPoint</Application>
  <PresentationFormat>Widescreen</PresentationFormat>
  <Paragraphs>47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Aptos</vt:lpstr>
      <vt:lpstr>Aptos Display</vt:lpstr>
      <vt:lpstr>Arial</vt:lpstr>
      <vt:lpstr>Avenir Medium</vt:lpstr>
      <vt:lpstr>Avenir Oblique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18</cp:revision>
  <dcterms:created xsi:type="dcterms:W3CDTF">2025-11-12T03:26:12Z</dcterms:created>
  <dcterms:modified xsi:type="dcterms:W3CDTF">2026-06-14T01:01:35Z</dcterms:modified>
</cp:coreProperties>
</file>