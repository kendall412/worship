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74" r:id="rId3"/>
    <p:sldId id="282" r:id="rId4"/>
    <p:sldId id="283" r:id="rId5"/>
    <p:sldId id="284" r:id="rId6"/>
    <p:sldId id="28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07FF3-ED51-42B0-B272-1B4F50EF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8280D-74D2-D21D-CA1B-5C1389428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0" r="17526" b="739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53A56-E25A-8265-17BC-0939A7C5C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000" i="1" dirty="0">
                <a:latin typeface="Avenir Oblique" panose="02000503020000020003" pitchFamily="2" charset="0"/>
                <a:ea typeface="Bodoni Ornaments" pitchFamily="2" charset="0"/>
              </a:rPr>
              <a:t>Praise To The Lord The Almighty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636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       Em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the Almighty, the King of creation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Am                  Em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for He is thy health and salvation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D     G  Am Em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9FE4C-AB15-F92A-83D7-A1992E56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8A5CAC-F4EA-6A0A-92FD-9F5E4677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Am   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o’er all things so wondrously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reigneth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Am           Em 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Shelters thee under His wings, yea, so gently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sustaineth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Hast thou not seen how thy desires e’er have been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D             G  Am  Em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Granted in what He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ordaineth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050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4DFA-E10F-241C-10DC-E5670D5A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AAAEDF-9D95-1EDB-3978-04FEA487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Am    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doth prosper thy work and defend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Em             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Surely His goodness and mercy here daily attend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Ponder anew what the Almighty can do,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D       G  Am  Em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with His love He befriend thee</a:t>
            </a:r>
          </a:p>
        </p:txBody>
      </p:sp>
    </p:spTree>
    <p:extLst>
      <p:ext uri="{BB962C8B-B14F-4D97-AF65-F5344CB8AC3E}">
        <p14:creationId xmlns:p14="http://schemas.microsoft.com/office/powerpoint/2010/main" val="302966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8C935-8A55-EBD5-0993-5BDC54C9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AAE9D0-C9A2-EA5C-DDD8-172BB8077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Am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O let all that is in me adore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     Am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hath life and breath, come now with praises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 Amen sound from His people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D        G  Am  Em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Gladly for aye we adore Him</a:t>
            </a:r>
          </a:p>
        </p:txBody>
      </p:sp>
    </p:spTree>
    <p:extLst>
      <p:ext uri="{BB962C8B-B14F-4D97-AF65-F5344CB8AC3E}">
        <p14:creationId xmlns:p14="http://schemas.microsoft.com/office/powerpoint/2010/main" val="1608373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A8867-22FC-29CE-10EB-8F2EE781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522581-B5D8-B054-E72A-7B7600BB9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      Em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the Almighty, the King of creation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</a:t>
            </a:r>
            <a:r>
              <a:rPr lang="en-US" sz="28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Em</a:t>
            </a:r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for He is thy health and salvation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D     G  Am  Em  C (x2 end in G)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96C58-04C3-BBCD-0CE0-6C757C065163}"/>
              </a:ext>
            </a:extLst>
          </p:cNvPr>
          <p:cNvSpPr txBox="1"/>
          <p:nvPr/>
        </p:nvSpPr>
        <p:spPr>
          <a:xfrm>
            <a:off x="10903875" y="617995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7833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286</Words>
  <Application>Microsoft Macintosh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26</cp:revision>
  <dcterms:created xsi:type="dcterms:W3CDTF">2025-11-12T03:26:12Z</dcterms:created>
  <dcterms:modified xsi:type="dcterms:W3CDTF">2026-07-05T00:18:30Z</dcterms:modified>
</cp:coreProperties>
</file>