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84" r:id="rId3"/>
    <p:sldId id="285" r:id="rId4"/>
    <p:sldId id="288" r:id="rId5"/>
    <p:sldId id="286" r:id="rId6"/>
    <p:sldId id="289" r:id="rId7"/>
    <p:sldId id="287" r:id="rId8"/>
    <p:sldId id="276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2489"/>
    <p:restoredTop sz="94712"/>
  </p:normalViewPr>
  <p:slideViewPr>
    <p:cSldViewPr snapToGrid="0">
      <p:cViewPr varScale="1">
        <p:scale>
          <a:sx n="104" d="100"/>
          <a:sy n="104" d="100"/>
        </p:scale>
        <p:origin x="208" y="10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FC4881-024B-CA4F-1A53-33C2DC0E749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B0D2959-CEED-C8E4-130C-7C436E2473A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BBB692-36FC-D0C6-12D7-33A0E66EA0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6/19/26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817876-8CFB-960B-6A57-C7F9FD39D3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548E83-1153-3307-5818-CD7F2833A3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48818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C6B7EA-B38C-12D1-5730-E271A11FB9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8D1A30-880C-91DF-D6D6-0BE623BC9F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753098-E2DC-41B2-9361-756938A8EB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6/19/26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63E6B5-5EA8-FE6C-FA06-4515DC0C07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6A6D58-9856-3B55-DBEA-1B9A3269B3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43120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003BE6-BFB2-0EF8-7BD3-99B4FF56B7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E87140-F157-4DFF-CE20-2F5B759FC1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19DC89-D1D7-E179-4B62-551014DFE5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6/19/26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C033CF-70D2-4EFC-5477-15F7486A8F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7ECCF9-ED4E-20EE-67CD-F55D0D853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66660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DD7124-6407-E388-DFAC-CEAEF342D7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54C6C2-33DA-0102-6360-654F993BD70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2B2A58-052B-B454-9932-012243039D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B92D04-ECBD-D55F-A459-4C28DF6A8C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6/19/26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F69ACAC-11AF-A864-BD18-A4B426A4AA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3C5DAC-E196-CEC3-6A6B-376BB3F37D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13024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632820-190D-235F-CEAA-9558C5413B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693254-6651-D942-4099-84C9B6A31C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D4DAC3-CF47-11DC-83E8-0B1192A442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49067B-AD0F-C796-4C8F-C043DB6FD3B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4D0695B-675B-E8DD-D931-29E639B3E55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F5423C-A80C-353A-6ADA-AD2195CCE8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6/19/26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154C085-1B7B-06F2-2F97-8BE5AED3D9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6C6B0A2-57CB-16B8-1E9B-CA6DA6337B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25790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014C2D-A9C6-E4FF-86E0-5392660962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AEBDED3-8FA2-E14E-6132-DBF06C0043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6/19/26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4FF1715-78D0-6155-47B7-64F32ECF5F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5EE70D1-30EB-D2A6-F6C0-29E5A06812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26678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CD2DAB5-6AD5-15BC-026B-B80E346783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6/19/26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19D2783-D2E4-47AE-70D6-B4A209E13C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9A41F5-9D51-17BE-FB49-C0DC79F1FB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43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6535ED-82D6-0936-3EEB-AD9435F5ED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03B2A4-A7AB-CDB0-D7F1-279536A270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329566A-3ACC-2A16-1AAE-6B0281DB7E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3518F2-2B74-8F2D-171A-15986F3C51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6/19/26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F8701B-4899-C3D0-CB2F-6C31378A51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240FD0-A8F8-EFCD-2A69-21AB0FB076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17788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43467F-CDAF-BF3C-2E6D-F2EBB52C7E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3D374E6-7653-1FED-90D8-27F8F5A5A55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318631D-B68A-86EE-A551-F2FE300250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AD5574-CD0C-0EDC-7EA2-BBDDAA07AD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6/19/26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ADA4F2-15B1-95FF-AFC8-0BCFB4E4E7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57356D-53C5-30FE-E0FE-A480BE6A8E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7107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15C597-3152-5765-EBC1-B17D995154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BA5F73E-18E1-021C-9878-B37DC31E28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83AF53-E0B5-2F63-C15E-4BF621A318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6/19/26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CA465D-C46F-7FA4-9154-773B748695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A3BEE5-DE05-B54F-20CA-E8C336AE95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55875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2C72931-C193-DCDC-01FD-20CDA0AD4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65B2C1B-4D9D-9A62-13D7-01C6580B78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445465-66E1-00A0-A5D2-D034616CC3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6/19/26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53519E-C69A-9396-C73F-1ACB407745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85BFC6-ABA4-44D2-E110-CE59D7D2AE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85973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707FE23-AD5C-E492-4625-B3FFD7D65D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35509A-545F-6691-9119-47A073D014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8FCAAE-1AD5-9CBF-A0F6-52A814732FD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759A0DE-F190-5444-87AC-4719D5F20D15}" type="datetimeFigureOut">
              <a:rPr lang="en-US" smtClean="0"/>
              <a:t>6/19/26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229717-0F21-BE11-1F19-88106B6408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58A247-FF8D-F68A-7E74-66F74B44BB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53782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2" name="Rectangle 61">
            <a:extLst>
              <a:ext uri="{FF2B5EF4-FFF2-40B4-BE49-F238E27FC236}">
                <a16:creationId xmlns:a16="http://schemas.microsoft.com/office/drawing/2014/main" id="{E91DC736-0EF8-4F87-9146-EBF1D2EE4D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E3D071A-7EC9-4E7A-7E64-AC5A66667EF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3298" b="9091"/>
          <a:stretch>
            <a:fillRect/>
          </a:stretch>
        </p:blipFill>
        <p:spPr>
          <a:xfrm>
            <a:off x="3523488" y="10"/>
            <a:ext cx="8668512" cy="6857990"/>
          </a:xfrm>
          <a:prstGeom prst="rect">
            <a:avLst/>
          </a:prstGeom>
        </p:spPr>
      </p:pic>
      <p:sp>
        <p:nvSpPr>
          <p:cNvPr id="64" name="Rectangle 63">
            <a:extLst>
              <a:ext uri="{FF2B5EF4-FFF2-40B4-BE49-F238E27FC236}">
                <a16:creationId xmlns:a16="http://schemas.microsoft.com/office/drawing/2014/main" id="{097CD68E-23E3-4007-8847-CD0944C4F7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756601" cy="6858000"/>
          </a:xfrm>
          <a:prstGeom prst="rect">
            <a:avLst/>
          </a:prstGeom>
          <a:gradFill>
            <a:gsLst>
              <a:gs pos="58000">
                <a:schemeClr val="bg1"/>
              </a:gs>
              <a:gs pos="35000">
                <a:schemeClr val="bg1">
                  <a:alpha val="79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DDF4048-2958-B759-F7D1-45755BE99DD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1029" y="1397671"/>
            <a:ext cx="4219925" cy="2259929"/>
          </a:xfrm>
        </p:spPr>
        <p:txBody>
          <a:bodyPr>
            <a:normAutofit fontScale="92500" lnSpcReduction="10000"/>
          </a:bodyPr>
          <a:lstStyle/>
          <a:p>
            <a:pPr algn="l"/>
            <a:endParaRPr lang="en-US" sz="2000" dirty="0"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4400" i="1" dirty="0">
                <a:latin typeface="Avenir Oblique" panose="02000503020000020003" pitchFamily="2" charset="0"/>
                <a:ea typeface="Bodoni Ornaments" pitchFamily="2" charset="0"/>
              </a:rPr>
              <a:t>The Solid Rock</a:t>
            </a:r>
          </a:p>
          <a:p>
            <a:pPr algn="l"/>
            <a:r>
              <a:rPr lang="en-US" sz="4400" i="1" dirty="0">
                <a:latin typeface="Avenir Oblique" panose="02000503020000020003" pitchFamily="2" charset="0"/>
                <a:ea typeface="Bodoni Ornaments" pitchFamily="2" charset="0"/>
              </a:rPr>
              <a:t>(My Hope Is Built)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878888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9949692-4242-1BDD-62FE-734DDB9A1C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F5D3E287-021A-C1DA-0AA5-23097B4330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5846" y="152399"/>
            <a:ext cx="11828585" cy="6541477"/>
          </a:xfrm>
        </p:spPr>
        <p:txBody>
          <a:bodyPr>
            <a:noAutofit/>
          </a:bodyPr>
          <a:lstStyle/>
          <a:p>
            <a:pPr algn="l"/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C             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My hope is built on nothing less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F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Than Jesus' blood and righteousness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C                   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dare not trust the sweetest frame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F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But wholly lean on Jesus' name</a:t>
            </a:r>
          </a:p>
        </p:txBody>
      </p:sp>
    </p:spTree>
    <p:extLst>
      <p:ext uri="{BB962C8B-B14F-4D97-AF65-F5344CB8AC3E}">
        <p14:creationId xmlns:p14="http://schemas.microsoft.com/office/powerpoint/2010/main" val="897242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0DE98F4-A7A6-08C6-CF3A-9FA23F8D28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54A01E9F-5199-B666-CB42-94FE83412EA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5846" y="152399"/>
            <a:ext cx="11828585" cy="6541477"/>
          </a:xfrm>
        </p:spPr>
        <p:txBody>
          <a:bodyPr>
            <a:noAutofit/>
          </a:bodyPr>
          <a:lstStyle/>
          <a:p>
            <a:pPr algn="l"/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C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When darkness veils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G                 F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His lovely face I rest on his unchanging grace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C             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In every high and stormy gale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F     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My anchor holds within the veil</a:t>
            </a:r>
          </a:p>
        </p:txBody>
      </p:sp>
    </p:spTree>
    <p:extLst>
      <p:ext uri="{BB962C8B-B14F-4D97-AF65-F5344CB8AC3E}">
        <p14:creationId xmlns:p14="http://schemas.microsoft.com/office/powerpoint/2010/main" val="29121964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8FF1423-0A80-1008-F63F-B09BA1E32C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D015473A-A217-7D93-A9DC-BB5F4AC1298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2738" y="211015"/>
            <a:ext cx="11699631" cy="6482862"/>
          </a:xfrm>
        </p:spPr>
        <p:txBody>
          <a:bodyPr>
            <a:noAutofit/>
          </a:bodyPr>
          <a:lstStyle/>
          <a:p>
            <a:pPr algn="l"/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C                       F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On Christ the solid rock I stand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C            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other ground is sinking sand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C        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other ground is sinking sand</a:t>
            </a:r>
          </a:p>
        </p:txBody>
      </p:sp>
    </p:spTree>
    <p:extLst>
      <p:ext uri="{BB962C8B-B14F-4D97-AF65-F5344CB8AC3E}">
        <p14:creationId xmlns:p14="http://schemas.microsoft.com/office/powerpoint/2010/main" val="21245412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E945C12-5A2A-2832-2530-C738BF9763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2C9EA354-A3F1-F182-8976-F5E1EB6AC36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5846" y="152399"/>
            <a:ext cx="11828585" cy="6541477"/>
          </a:xfrm>
        </p:spPr>
        <p:txBody>
          <a:bodyPr>
            <a:noAutofit/>
          </a:bodyPr>
          <a:lstStyle/>
          <a:p>
            <a:pPr algn="l"/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C          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His oath His covenant His blood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F   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Support me in the whelming flood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C      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When all around my soul gives way</a:t>
            </a:r>
          </a:p>
          <a:p>
            <a:pPr algn="l"/>
            <a:r>
              <a:rPr lang="en-US" sz="3600" b="1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F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He then is all my hope and stay</a:t>
            </a:r>
          </a:p>
        </p:txBody>
      </p:sp>
    </p:spTree>
    <p:extLst>
      <p:ext uri="{BB962C8B-B14F-4D97-AF65-F5344CB8AC3E}">
        <p14:creationId xmlns:p14="http://schemas.microsoft.com/office/powerpoint/2010/main" val="37093412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1437FC5-F169-96D6-0CFF-03363B3060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53E5329C-3D66-8614-2D47-2ECCC5AA8AA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2738" y="211015"/>
            <a:ext cx="11699631" cy="6482862"/>
          </a:xfrm>
        </p:spPr>
        <p:txBody>
          <a:bodyPr>
            <a:noAutofit/>
          </a:bodyPr>
          <a:lstStyle/>
          <a:p>
            <a:pPr algn="l"/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C                       F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On Christ the solid rock I stand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C            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other ground is sinking sand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C        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other ground is sinking sand</a:t>
            </a:r>
          </a:p>
        </p:txBody>
      </p:sp>
    </p:spTree>
    <p:extLst>
      <p:ext uri="{BB962C8B-B14F-4D97-AF65-F5344CB8AC3E}">
        <p14:creationId xmlns:p14="http://schemas.microsoft.com/office/powerpoint/2010/main" val="42839032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F33AE27-FFB0-AC04-4A62-8E4AC03AD6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181F2854-B505-721F-B7B2-B2376D044A7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5846" y="152399"/>
            <a:ext cx="11828585" cy="6541477"/>
          </a:xfrm>
        </p:spPr>
        <p:txBody>
          <a:bodyPr>
            <a:noAutofit/>
          </a:bodyPr>
          <a:lstStyle/>
          <a:p>
            <a:pPr algn="l"/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C                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When He shall come with trumpet sound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     </a:t>
            </a:r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F</a:t>
            </a:r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  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Oh may I then in Him be found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C                    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Dressed In His righteousness alone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F      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Faultless to stand before the throne</a:t>
            </a:r>
          </a:p>
        </p:txBody>
      </p:sp>
    </p:spTree>
    <p:extLst>
      <p:ext uri="{BB962C8B-B14F-4D97-AF65-F5344CB8AC3E}">
        <p14:creationId xmlns:p14="http://schemas.microsoft.com/office/powerpoint/2010/main" val="42733334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05C7419-E011-28A7-9A00-12DEA80269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6DA5D01-CA66-E4A3-D9BB-F19A657F51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2739" y="211015"/>
            <a:ext cx="6956538" cy="6482862"/>
          </a:xfrm>
        </p:spPr>
        <p:txBody>
          <a:bodyPr>
            <a:noAutofit/>
          </a:bodyPr>
          <a:lstStyle/>
          <a:p>
            <a:pPr algn="l"/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C                       F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On Christ the solid rock I stand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C            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other ground is sinking sand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C        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other ground is sinking sand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0C74F20-83AE-4447-136F-5E6EDB779813}"/>
              </a:ext>
            </a:extLst>
          </p:cNvPr>
          <p:cNvSpPr txBox="1"/>
          <p:nvPr/>
        </p:nvSpPr>
        <p:spPr>
          <a:xfrm>
            <a:off x="7735330" y="6047546"/>
            <a:ext cx="462934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rgbClr val="FFFF00"/>
                </a:solidFill>
              </a:rPr>
              <a:t>Play twice and END</a:t>
            </a:r>
          </a:p>
        </p:txBody>
      </p:sp>
    </p:spTree>
    <p:extLst>
      <p:ext uri="{BB962C8B-B14F-4D97-AF65-F5344CB8AC3E}">
        <p14:creationId xmlns:p14="http://schemas.microsoft.com/office/powerpoint/2010/main" val="42541841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211</TotalTime>
  <Words>238</Words>
  <Application>Microsoft Macintosh PowerPoint</Application>
  <PresentationFormat>Widescreen</PresentationFormat>
  <Paragraphs>61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Aptos</vt:lpstr>
      <vt:lpstr>Aptos Display</vt:lpstr>
      <vt:lpstr>Arial</vt:lpstr>
      <vt:lpstr>Avenir Medium</vt:lpstr>
      <vt:lpstr>Avenir Oblique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Danny Hur</dc:creator>
  <cp:lastModifiedBy>Danny Hur</cp:lastModifiedBy>
  <cp:revision>46</cp:revision>
  <dcterms:created xsi:type="dcterms:W3CDTF">2025-11-12T03:26:12Z</dcterms:created>
  <dcterms:modified xsi:type="dcterms:W3CDTF">2026-06-19T23:48:13Z</dcterms:modified>
</cp:coreProperties>
</file>