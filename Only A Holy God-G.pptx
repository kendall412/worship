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76" r:id="rId5"/>
    <p:sldId id="286" r:id="rId6"/>
    <p:sldId id="287" r:id="rId7"/>
    <p:sldId id="288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261"/>
    <p:restoredTop sz="94656"/>
  </p:normalViewPr>
  <p:slideViewPr>
    <p:cSldViewPr snapToGrid="0">
      <p:cViewPr varScale="1">
        <p:scale>
          <a:sx n="91" d="100"/>
          <a:sy n="91" d="100"/>
        </p:scale>
        <p:origin x="208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0537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/ G / C / G 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G                C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G                C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	every king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G                C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	and	darkness trembles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D	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FFE59-388D-EE4A-20EB-B530C97A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88C20-E1F1-8F5E-B0AC-DDA8ED484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G             C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G                C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splendour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outshines the sun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G    C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D	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803805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	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	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D     Em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CE80D-BB37-21EF-5E19-44FECF9A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7BE86D-3EC3-C4BD-2C09-4157D7241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G             C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G        C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G            C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	 remains undefeated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D	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087674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A5BA1-EC57-2DD0-534C-0CA925B7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98AA49-8148-72B2-3BFC-F52BB40FA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	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	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D     Em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495A1-C153-A8BA-3F84-C5A2E0001537}"/>
              </a:ext>
            </a:extLst>
          </p:cNvPr>
          <p:cNvSpPr txBox="1"/>
          <p:nvPr/>
        </p:nvSpPr>
        <p:spPr>
          <a:xfrm>
            <a:off x="10930597" y="5877544"/>
            <a:ext cx="764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82040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DAC4C-223B-3408-320B-752696C4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B325B7-B24C-99A1-59D2-4ABAE23D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G                C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	 from my failing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G     C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G                       C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D	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333759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13A65-EB72-D1BC-2C16-E5794831C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DBE5F2-BF3E-3EF6-B768-F5755D6E1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	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	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D     Em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0429ED-D90A-208A-D2CA-124911DE55EB}"/>
              </a:ext>
            </a:extLst>
          </p:cNvPr>
          <p:cNvSpPr txBox="1"/>
          <p:nvPr/>
        </p:nvSpPr>
        <p:spPr>
          <a:xfrm>
            <a:off x="10654478" y="5924436"/>
            <a:ext cx="1314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49989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370</Words>
  <Application>Microsoft Macintosh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50</cp:revision>
  <dcterms:created xsi:type="dcterms:W3CDTF">2025-11-12T03:26:12Z</dcterms:created>
  <dcterms:modified xsi:type="dcterms:W3CDTF">2026-07-25T16:40:55Z</dcterms:modified>
</cp:coreProperties>
</file>