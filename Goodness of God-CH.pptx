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275" r:id="rId3"/>
    <p:sldId id="265" r:id="rId4"/>
    <p:sldId id="276" r:id="rId5"/>
    <p:sldId id="279" r:id="rId6"/>
    <p:sldId id="278" r:id="rId7"/>
    <p:sldId id="28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052"/>
    <p:restoredTop sz="94454"/>
  </p:normalViewPr>
  <p:slideViewPr>
    <p:cSldViewPr snapToGrid="0">
      <p:cViewPr varScale="1">
        <p:scale>
          <a:sx n="111" d="100"/>
          <a:sy n="111" d="100"/>
        </p:scale>
        <p:origin x="224" y="18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ACF013-4574-2AD0-7BFD-6E771B7E5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Matterhorn with snow and stars in the sky&#10;&#10;AI-generated content may be incorrect.">
            <a:extLst>
              <a:ext uri="{FF2B5EF4-FFF2-40B4-BE49-F238E27FC236}">
                <a16:creationId xmlns:a16="http://schemas.microsoft.com/office/drawing/2014/main" id="{20FF3D56-E105-8F19-A54E-4F173C83BF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59" t="9091" r="25205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D9A51-1655-DF8C-52C5-2398AD783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 fontScale="925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i="1" dirty="0">
                <a:latin typeface="Avenir Oblique" panose="02000503020000020003" pitchFamily="2" charset="0"/>
                <a:ea typeface="Bodoni Ornaments" pitchFamily="2" charset="0"/>
              </a:rPr>
              <a:t>Goodness of God</a:t>
            </a:r>
          </a:p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6047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3E1F97-17F4-001F-7673-B8EFA09D8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0AA937-867D-D484-37E8-C9B43A905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 F               C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love You Lord Oh, Your mercy never fails me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Am                   F                  </a:t>
            </a:r>
            <a:r>
              <a:rPr lang="en-US" sz="2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Gsus</a:t>
            </a:r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G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days, I've been held in Your hands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        Am         F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From the moment that I wake up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G   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Until I lay my head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F                   G                Csus4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2991002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AFF0EA-04E9-B7E9-0BF6-7D546FDEE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377A57-C32B-6F9A-6862-0207CC2B8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faithful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C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so, so good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    C    G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every breath that I am able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F                    G               Csus4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3098694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7006DC-D1B4-7A29-037D-AB9310F89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EB7ADD-233A-DCA7-621A-453E634E8D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C                       F      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love Your voice You have led me through the fire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G        Am                    F                    Gsus4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my darkest night, You were close like no other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 Am     F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I've known You as a father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 C  G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I've known You as a friend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F                        G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have lived in the 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3612828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6008CE-3ADD-6407-4016-5817365F0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E7F11ED-C8AB-C58D-6C55-6019AF966C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faithful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C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so, so good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    C    G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every breath that I am able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F                    G               Csus4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2219642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B9DAFF-5D38-064D-29B5-8A81477B8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72C2460-CE19-8641-A2F1-78FBD0E61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F                            G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goodness is running after, it’s running after me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F                            G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goodness is running after, it’s running after me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                                   F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life laid down, I’m surrendered now, 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G                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give You everything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F                            G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goodness is running after, it’s running after me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0849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ED1104-8B63-30C8-E757-8A6F734B7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5D7A7FE-417D-8386-0FB8-E37D738638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faithful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C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so, so good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    C    G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every breath that I am able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F                    G           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goodness of God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F                    G               Csus4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2968413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339</Words>
  <Application>Microsoft Macintosh PowerPoint</Application>
  <PresentationFormat>Widescreen</PresentationFormat>
  <Paragraphs>62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25</cp:revision>
  <dcterms:created xsi:type="dcterms:W3CDTF">2025-11-12T03:26:12Z</dcterms:created>
  <dcterms:modified xsi:type="dcterms:W3CDTF">2026-06-07T01:02:52Z</dcterms:modified>
</cp:coreProperties>
</file>