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6" r:id="rId4"/>
    <p:sldId id="281" r:id="rId5"/>
    <p:sldId id="287" r:id="rId6"/>
    <p:sldId id="282" r:id="rId7"/>
    <p:sldId id="288" r:id="rId8"/>
    <p:sldId id="289" r:id="rId9"/>
    <p:sldId id="290" r:id="rId10"/>
    <p:sldId id="284" r:id="rId11"/>
    <p:sldId id="293" r:id="rId12"/>
    <p:sldId id="291" r:id="rId13"/>
    <p:sldId id="29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07"/>
    <p:restoredTop sz="94797"/>
  </p:normalViewPr>
  <p:slideViewPr>
    <p:cSldViewPr snapToGrid="0">
      <p:cViewPr varScale="1">
        <p:scale>
          <a:sx n="126" d="100"/>
          <a:sy n="126" d="100"/>
        </p:scale>
        <p:origin x="200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my Father,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 shadow of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turning with Thee;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B92D7C-9B3D-36BE-2A92-B630F888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89AE605-E414-C881-4BA7-83888F2344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changest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not,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compassions they fail not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Thou has been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 forever wilt be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7792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693CDB-2CC5-53CE-1BA5-5C762F03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981FCEA-2A31-B8F3-0D1F-15324CDE89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Morning by morning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mercies I see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082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2891CD-33FD-757B-0371-0D19D805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E8F7A6-D8DB-2F62-8AE7-FD1B5ABC4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I have needed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hand hath provided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unto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57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F81C8B-BFCE-C448-1A7F-71CB57DB8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CCBC7ED-649C-0A61-0B41-8416645E3F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Summer and winter,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springtime and harvest,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Sun, moon and stars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their courses above,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7233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83042F-9C3A-2CD8-4998-B9AFA49F2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C9348D-4A21-24DD-EF73-FD7A0DD2CB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Join with all nature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manifold witness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Thy great faithfulness,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mercy and love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2055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8BB1A9-B259-1F6D-0C35-7651E5FCC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6CFF17E-1E73-904E-96F5-79ADF01415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Morning by morning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mercies I see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3029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75BCB2-8358-4245-BBC7-8AFE8BE46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BE7EE6-F8B1-D33F-2C9D-5EE4BE8F9A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I have needed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hand hath provided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unto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7392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CDA6C0-29C9-1A03-FC53-4ADBD533D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05FC12-F141-0CA8-3ED5-735205CD38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Pardon for sin and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peace that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endureth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own dear presence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cheer and to guide 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6227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7D0555-FD6D-E95A-AE68-E561BA5A5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69B7DEE-46A5-4B50-2BD3-C828E603AD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r>
              <a:rPr lang="en-US" sz="40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Strength for today and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bright hope for tomorrow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Blessings all mine,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ten thousand beside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802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60227-F9D2-33D8-6EFD-67D99E1BF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A216EB-3556-F91E-AA65-EA93096E6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Morning by morning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mercies I see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667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9F699B-BD28-A24A-F26E-F5EC13376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DC897F-4D2A-5AE0-4BF0-061D058B54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I have needed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hand hath provided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unto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A375C5-29F9-A2BD-3971-B727A604D97D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68256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264</TotalTime>
  <Words>211</Words>
  <Application>Microsoft Macintosh PowerPoint</Application>
  <PresentationFormat>On-screen Show (4:3)</PresentationFormat>
  <Paragraphs>62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2025-11-12T03:26:12Z</dcterms:created>
  <dcterms:modified xsi:type="dcterms:W3CDTF">2026-06-20T05:35:09Z</dcterms:modified>
</cp:coreProperties>
</file>