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6" r:id="rId4"/>
    <p:sldId id="281" r:id="rId5"/>
    <p:sldId id="287" r:id="rId6"/>
    <p:sldId id="282" r:id="rId7"/>
    <p:sldId id="288" r:id="rId8"/>
    <p:sldId id="289" r:id="rId9"/>
    <p:sldId id="290" r:id="rId10"/>
    <p:sldId id="284" r:id="rId11"/>
    <p:sldId id="293" r:id="rId12"/>
    <p:sldId id="291" r:id="rId13"/>
    <p:sldId id="29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97"/>
  </p:normalViewPr>
  <p:slideViewPr>
    <p:cSldViewPr snapToGrid="0">
      <p:cViewPr varScale="1">
        <p:scale>
          <a:sx n="126" d="100"/>
          <a:sy n="12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B5B05-60DD-0AE2-4925-9C5448D14FA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Thomas Obediah Chisholm (1923)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William Marion Runyan (1923)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my Father,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with Thee;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92D7C-9B3D-36BE-2A92-B630F888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9AE605-E414-C881-4BA7-83888F234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compassions they fail not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forever wilt be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9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93CDB-2CC5-53CE-1BA5-5C762F03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81FCEA-2A31-B8F3-0D1F-15324CDE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91CD-33FD-757B-0371-0D19D805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8F7A6-D8DB-2F62-8AE7-FD1B5ABC4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7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81C8B-BFCE-C448-1A7F-71CB57DB8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CBC7ED-649C-0A61-0B41-8416645E3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springtime and harvest,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their courses above,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3042F-9C3A-2CD8-4998-B9AFA49F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9348D-4A21-24DD-EF73-FD7A0DD2C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manifold witness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mercy and love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05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BB1A9-B259-1F6D-0C35-7651E5FC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CFF17E-1E73-904E-96F5-79ADF0141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029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5BCB2-8358-4245-BBC7-8AFE8BE4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BE7EE6-F8B1-D33F-2C9D-5EE4BE8F9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73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DA6C0-29C9-1A03-FC53-4ADBD533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5FC12-F141-0CA8-3ED5-735205CD3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peace that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cheer and to guide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22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D0555-FD6D-E95A-AE68-E561BA5A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9B7DEE-46A5-4B50-2BD3-C828E603A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bright hope for tomorrow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ten thousand beside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0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60227-F9D2-33D8-6EFD-67D99E1B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216EB-3556-F91E-AA65-EA93096E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6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699B-BD28-A24A-F26E-F5EC1337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C897F-4D2A-5AE0-4BF0-061D058B5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5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230</Words>
  <Application>Microsoft Macintosh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2026-08-08T17:51:19Z</dcterms:modified>
</cp:coreProperties>
</file>