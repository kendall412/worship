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7" r:id="rId4"/>
    <p:sldId id="276" r:id="rId5"/>
    <p:sldId id="286" r:id="rId6"/>
    <p:sldId id="287" r:id="rId7"/>
    <p:sldId id="294" r:id="rId8"/>
    <p:sldId id="290" r:id="rId9"/>
    <p:sldId id="291" r:id="rId10"/>
    <p:sldId id="2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920"/>
    <p:restoredTop sz="94667"/>
  </p:normalViewPr>
  <p:slideViewPr>
    <p:cSldViewPr snapToGrid="0">
      <p:cViewPr varScale="1">
        <p:scale>
          <a:sx n="88" d="100"/>
          <a:sy n="88" d="100"/>
        </p:scale>
        <p:origin x="208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7DA14-CBBD-C8B6-B730-2FD80E3F72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53" y="1397671"/>
            <a:ext cx="4023359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Old Rugged Cross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285</Words>
  <Application>Microsoft Macintosh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2025-11-12T03:26:12Z</dcterms:created>
  <dcterms:modified xsi:type="dcterms:W3CDTF">2026-04-03T17:50:22Z</dcterms:modified>
</cp:coreProperties>
</file>