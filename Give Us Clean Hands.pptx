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79" r:id="rId5"/>
    <p:sldId id="282" r:id="rId6"/>
    <p:sldId id="283" r:id="rId7"/>
    <p:sldId id="284" r:id="rId8"/>
    <p:sldId id="285" r:id="rId9"/>
    <p:sldId id="286" r:id="rId10"/>
    <p:sldId id="287" r:id="rId11"/>
    <p:sldId id="28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581"/>
    <p:restoredTop sz="94813"/>
  </p:normalViewPr>
  <p:slideViewPr>
    <p:cSldViewPr snapToGrid="0">
      <p:cViewPr varScale="1">
        <p:scale>
          <a:sx n="119" d="100"/>
          <a:sy n="119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CF54D4-612D-993A-14B2-40E594004647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by Charlie Hall (2000)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Music by Charlie Hall (2000)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2000 </a:t>
            </a:r>
            <a:r>
              <a:rPr lang="en-US" dirty="0" err="1">
                <a:solidFill>
                  <a:schemeClr val="bg1"/>
                </a:solidFill>
              </a:rPr>
              <a:t>sixsteps</a:t>
            </a:r>
            <a:r>
              <a:rPr lang="en-US" dirty="0">
                <a:solidFill>
                  <a:schemeClr val="bg1"/>
                </a:solidFill>
              </a:rPr>
              <a:t> Music; </a:t>
            </a:r>
            <a:r>
              <a:rPr lang="en-US" dirty="0" err="1">
                <a:solidFill>
                  <a:schemeClr val="bg1"/>
                </a:solidFill>
              </a:rPr>
              <a:t>worshiptogether.com</a:t>
            </a:r>
            <a:r>
              <a:rPr lang="en-US" dirty="0">
                <a:solidFill>
                  <a:schemeClr val="bg1"/>
                </a:solidFill>
              </a:rPr>
              <a:t> songs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bow our hearts,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bend our knees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Spirit come and make us humble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98B65-5881-094A-1052-73D020A0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21BBA8-5574-B191-427F-37DB29EF2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our eyes from evil things                  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Lord we cast down our idols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881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lift our souls to another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E2AAE-4BFF-7600-6630-4B0822BF4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DAB259-6EEB-B56B-8FDF-F1A773F61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seeks Your face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739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DC1ABA-E39D-5A3E-048B-570C90BE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51991C-BD2E-A0D7-A9C4-54417B681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bow our hearts,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bend our knees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Spirit come and make us humble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57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6B42A-29DA-7BB9-8F1A-A5937C6C2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ED1F7C1-1A07-DF39-D91E-E0CA9CD0C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our eyes from evil things                  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Lord we cast down our idols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039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7EB07-E358-5255-2458-0A47F750C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AAA08A-A2CF-E317-BB79-D30E4C755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lift our souls to another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765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9775A9-0988-C827-36FB-E0FF1ADB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65AD99-255E-A074-33C9-3BF2E4AC6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seeks Your face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502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7BF18-56AA-DA8A-16CB-A1507D496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E0F90A-62E3-7504-A0B6-8686CF5AB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lift our souls to another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456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D5F008-E663-CAB1-F431-2B71D1327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F08046-8CC3-0D30-7E91-A62CC9CC5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endParaRPr lang="en-US" sz="54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515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</TotalTime>
  <Words>193</Words>
  <Application>Microsoft Macintosh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20</cp:revision>
  <dcterms:created xsi:type="dcterms:W3CDTF">2025-11-12T03:26:12Z</dcterms:created>
  <dcterms:modified xsi:type="dcterms:W3CDTF">2026-10-02T02:57:37Z</dcterms:modified>
</cp:coreProperties>
</file>