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9" r:id="rId2"/>
    <p:sldId id="284" r:id="rId3"/>
    <p:sldId id="290" r:id="rId4"/>
    <p:sldId id="291" r:id="rId5"/>
    <p:sldId id="276" r:id="rId6"/>
    <p:sldId id="292" r:id="rId7"/>
    <p:sldId id="293" r:id="rId8"/>
    <p:sldId id="294" r:id="rId9"/>
    <p:sldId id="295" r:id="rId10"/>
    <p:sldId id="328" r:id="rId11"/>
    <p:sldId id="297" r:id="rId12"/>
    <p:sldId id="277" r:id="rId13"/>
    <p:sldId id="298" r:id="rId14"/>
    <p:sldId id="286" r:id="rId15"/>
    <p:sldId id="287" r:id="rId16"/>
    <p:sldId id="288" r:id="rId17"/>
    <p:sldId id="299" r:id="rId18"/>
    <p:sldId id="300" r:id="rId19"/>
    <p:sldId id="301" r:id="rId20"/>
    <p:sldId id="330" r:id="rId21"/>
    <p:sldId id="304" r:id="rId22"/>
    <p:sldId id="305" r:id="rId23"/>
    <p:sldId id="306" r:id="rId24"/>
    <p:sldId id="307" r:id="rId25"/>
    <p:sldId id="308" r:id="rId26"/>
    <p:sldId id="309" r:id="rId27"/>
    <p:sldId id="331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32" r:id="rId40"/>
    <p:sldId id="323" r:id="rId41"/>
    <p:sldId id="324" r:id="rId42"/>
    <p:sldId id="279" r:id="rId43"/>
    <p:sldId id="282" r:id="rId44"/>
    <p:sldId id="280" r:id="rId45"/>
    <p:sldId id="283" r:id="rId46"/>
    <p:sldId id="28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8"/>
  </p:normalViewPr>
  <p:slideViewPr>
    <p:cSldViewPr snapToGrid="0">
      <p:cViewPr varScale="1">
        <p:scale>
          <a:sx n="109" d="100"/>
          <a:sy n="109" d="100"/>
        </p:scale>
        <p:origin x="216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DF840-9739-5367-67CA-8F16A4AE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0914-4FE6-9ABE-73F4-A6E59A28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6971" cy="1325563"/>
          </a:xfrm>
        </p:spPr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43657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2C8A9-FD5B-C8C3-579C-25A94D4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54DAF-AC77-8B53-63BE-CDE7DCB61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40505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8F534-BD3B-C786-3F04-3174DD88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594E5C-EC58-3394-0A81-1627A1CB2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783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take our sins away oh God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gave Your life away for 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245B-7C4D-3D8B-BE6D-77BEE3FD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629BF-0E2A-3CDB-A647-593AFA8B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came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saved us through the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hearts are changed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because of Your great love</a:t>
            </a:r>
          </a:p>
        </p:txBody>
      </p:sp>
    </p:spTree>
    <p:extLst>
      <p:ext uri="{BB962C8B-B14F-4D97-AF65-F5344CB8AC3E}">
        <p14:creationId xmlns:p14="http://schemas.microsoft.com/office/powerpoint/2010/main" val="50602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43CD-1884-EBFD-29E5-555E66B2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47D670-ECFB-2098-2E2E-19743E97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1414325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F5FE5-36CE-43C5-38B9-5D3ABC38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533981-563A-172C-1518-B57BDB372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90300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C53EA-3CCC-76B2-828B-6FE7AE11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E97EA2-FB21-19A5-9DF8-349C0EB8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40047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C900-3D89-0BAD-ED42-372B2464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287334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1868892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326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B2027-A9F3-ECA6-D77E-D9EB6DE0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89129F-59E0-D186-9091-B108B3453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01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B8507-2E93-95AB-B389-0BBC98C7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0E62C6-0CC3-2564-490A-1E626FCB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36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F18B9-6642-8D7D-4AAA-E16CBA88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7BDE-D616-6545-87D3-1E6D7B25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3726730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120937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630702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C6446-1466-75F1-3BE4-D7E5F0F8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6782DE-E625-460C-FA48-97D776294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482481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A350A-3CA0-994A-3FE1-62AF4A03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7E5E34-9AE7-53ED-43EA-48359B725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50274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F7FA5-40E2-4EBA-7713-E32D2F40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A628-63BA-B376-8668-0A91E5AB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Living Hope</a:t>
            </a:r>
            <a:endParaRPr lang="en-US" sz="5400" i="1" dirty="0">
              <a:solidFill>
                <a:schemeClr val="bg1"/>
              </a:solidFill>
              <a:latin typeface="Avenir Oblique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92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3849611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such boundless grace?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stepped down from glory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1162114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7E8E-A250-DFD6-C0B1-A1D632DA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6D1DC0-A400-8203-3944-4066F16E6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</p:txBody>
      </p:sp>
    </p:spTree>
    <p:extLst>
      <p:ext uri="{BB962C8B-B14F-4D97-AF65-F5344CB8AC3E}">
        <p14:creationId xmlns:p14="http://schemas.microsoft.com/office/powerpoint/2010/main" val="842656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6500C-6117-479E-52F8-FE4E4E7B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B0D5D-78C6-1574-4009-1E68CC34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80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AC288-0C96-727C-1C25-C731C100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560BE-DFD9-2F84-282E-C87B22B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</p:txBody>
      </p:sp>
    </p:spTree>
    <p:extLst>
      <p:ext uri="{BB962C8B-B14F-4D97-AF65-F5344CB8AC3E}">
        <p14:creationId xmlns:p14="http://schemas.microsoft.com/office/powerpoint/2010/main" val="140164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DA16-AD5D-275D-B36E-EEDFB3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50F34E-29FB-F982-B18F-849781E4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548000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0705A-239C-54C3-8551-1AF2D9C2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A7A7-759A-6876-7E6F-3685FB1D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Cornerstone</a:t>
            </a:r>
            <a:endParaRPr lang="en-US" sz="5400" i="1" dirty="0">
              <a:solidFill>
                <a:schemeClr val="bg1"/>
              </a:solidFill>
              <a:latin typeface="Avenir Oblique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37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842495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1591258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7ACCA-2C7D-A6A2-5F79-4F84806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282169-A07D-05EF-D29B-9D9C0DE4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0280130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4296-24B8-5593-31E1-153DCA8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2F5A-BC92-2ECB-2AB6-3C0CEB729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130485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909</Words>
  <Application>Microsoft Macintosh PowerPoint</Application>
  <PresentationFormat>Widescreen</PresentationFormat>
  <Paragraphs>231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Aptos Display</vt:lpstr>
      <vt:lpstr>Arial</vt:lpstr>
      <vt:lpstr>Avenir Medium</vt:lpstr>
      <vt:lpstr>Avenir Oblique</vt:lpstr>
      <vt:lpstr>Avenir Oblique</vt:lpstr>
      <vt:lpstr>Office Theme</vt:lpstr>
      <vt:lpstr>All The Earth Will Sing Your Praises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Jesus Paid It 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Living Hope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Cornerstone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44</cp:revision>
  <dcterms:created xsi:type="dcterms:W3CDTF">2025-11-12T03:26:12Z</dcterms:created>
  <dcterms:modified xsi:type="dcterms:W3CDTF">2026-04-03T18:24:53Z</dcterms:modified>
</cp:coreProperties>
</file>