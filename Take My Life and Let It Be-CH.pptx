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091"/>
    <p:restoredTop sz="94658"/>
  </p:normalViewPr>
  <p:slideViewPr>
    <p:cSldViewPr snapToGrid="0">
      <p:cViewPr varScale="1">
        <p:scale>
          <a:sx n="101" d="100"/>
          <a:sy n="101" d="100"/>
        </p:scale>
        <p:origin x="20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601053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Take My Life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And Let It Be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5th</a:t>
            </a: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F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F7539-5041-CC60-B36B-BA6D73BF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566C6-358A-6069-EAB2-507A19F7A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G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Thee.</a:t>
            </a:r>
          </a:p>
        </p:txBody>
      </p:sp>
    </p:spTree>
    <p:extLst>
      <p:ext uri="{BB962C8B-B14F-4D97-AF65-F5344CB8AC3E}">
        <p14:creationId xmlns:p14="http://schemas.microsoft.com/office/powerpoint/2010/main" val="145589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D68DA-8811-ACEE-C0A6-D2B43FE5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27EA03-C21C-9B9E-FEAB-CDE1C9134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</p:txBody>
      </p:sp>
    </p:spTree>
    <p:extLst>
      <p:ext uri="{BB962C8B-B14F-4D97-AF65-F5344CB8AC3E}">
        <p14:creationId xmlns:p14="http://schemas.microsoft.com/office/powerpoint/2010/main" val="280191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3E327-90EF-B46A-0527-BDC157E0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2F5C00-4F1E-DD4B-994B-F9A7E918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G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</p:txBody>
      </p:sp>
    </p:spTree>
    <p:extLst>
      <p:ext uri="{BB962C8B-B14F-4D97-AF65-F5344CB8AC3E}">
        <p14:creationId xmlns:p14="http://schemas.microsoft.com/office/powerpoint/2010/main" val="64228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0391F-56B6-5FC2-9630-ACE0C0B6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F72B12-550D-9235-ED8F-4DE7A817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G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</p:txBody>
      </p:sp>
    </p:spTree>
    <p:extLst>
      <p:ext uri="{BB962C8B-B14F-4D97-AF65-F5344CB8AC3E}">
        <p14:creationId xmlns:p14="http://schemas.microsoft.com/office/powerpoint/2010/main" val="128775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253</Words>
  <Application>Microsoft Macintosh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46</cp:revision>
  <dcterms:created xsi:type="dcterms:W3CDTF">2025-11-12T03:26:12Z</dcterms:created>
  <dcterms:modified xsi:type="dcterms:W3CDTF">2026-06-14T02:20:11Z</dcterms:modified>
</cp:coreProperties>
</file>