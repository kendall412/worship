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8"/>
  </p:normalViewPr>
  <p:slideViewPr>
    <p:cSldViewPr snapToGrid="0">
      <p:cViewPr varScale="1">
        <p:scale>
          <a:sx n="101" d="100"/>
          <a:sy n="101" d="100"/>
        </p:scale>
        <p:origin x="208" y="1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601053"/>
          </a:xfrm>
        </p:spPr>
        <p:txBody>
          <a:bodyPr>
            <a:normAutofit fontScale="92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Take My Life</a:t>
            </a: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And Let It Be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</a:t>
            </a:r>
            <a:r>
              <a:rPr 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5th</a:t>
            </a:r>
          </a:p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life and let it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G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Consecrated, Lord, to Thee.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F          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moments and my days,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G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8F7539-5041-CC60-B36B-BA6D73BF3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3566C6-358A-6069-EAB2-507A19F7A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C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hands, and let them move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G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impulse of Thy love;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F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feet and let them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Swift and beautiful for Thee,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G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Swift and beautiful for Thee.</a:t>
            </a:r>
          </a:p>
        </p:txBody>
      </p:sp>
    </p:spTree>
    <p:extLst>
      <p:ext uri="{BB962C8B-B14F-4D97-AF65-F5344CB8AC3E}">
        <p14:creationId xmlns:p14="http://schemas.microsoft.com/office/powerpoint/2010/main" val="1455891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D68DA-8811-ACEE-C0A6-D2B43FE5C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27EA03-C21C-9B9E-FEAB-CDE1C9134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F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voice, and let me sing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G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Always, only, for my King;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F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lips, and let them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messages from Thee,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G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messages from Thee.</a:t>
            </a:r>
          </a:p>
        </p:txBody>
      </p:sp>
    </p:spTree>
    <p:extLst>
      <p:ext uri="{BB962C8B-B14F-4D97-AF65-F5344CB8AC3E}">
        <p14:creationId xmlns:p14="http://schemas.microsoft.com/office/powerpoint/2010/main" val="2801911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3E327-90EF-B46A-0527-BDC157E06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2F5C00-4F1E-DD4B-994B-F9A7E91844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F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will, and make it Thine;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G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no longer mine.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F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heart; it is Thine own;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Thy royal throne,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G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Thy royal throne.</a:t>
            </a:r>
          </a:p>
        </p:txBody>
      </p:sp>
    </p:spTree>
    <p:extLst>
      <p:ext uri="{BB962C8B-B14F-4D97-AF65-F5344CB8AC3E}">
        <p14:creationId xmlns:p14="http://schemas.microsoft.com/office/powerpoint/2010/main" val="642280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90391F-56B6-5FC2-9630-ACE0C0B6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F72B12-550D-9235-ED8F-4DE7A817B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love; my Lord, I pour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G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Thy feet its treasure store.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F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myself, and I will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G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6E7EC6-F981-FA94-B2D7-88BF95DC81B7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287759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254</Words>
  <Application>Microsoft Macintosh PowerPoint</Application>
  <PresentationFormat>Widescreen</PresentationFormat>
  <Paragraphs>60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47</cp:revision>
  <dcterms:created xsi:type="dcterms:W3CDTF">2025-11-12T03:26:12Z</dcterms:created>
  <dcterms:modified xsi:type="dcterms:W3CDTF">2026-06-14T03:51:56Z</dcterms:modified>
</cp:coreProperties>
</file>