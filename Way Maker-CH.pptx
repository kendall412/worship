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9" r:id="rId7"/>
    <p:sldId id="287" r:id="rId8"/>
    <p:sldId id="290" r:id="rId9"/>
    <p:sldId id="288" r:id="rId10"/>
    <p:sldId id="291" r:id="rId11"/>
    <p:sldId id="2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023"/>
    <p:restoredTop sz="94652"/>
  </p:normalViewPr>
  <p:slideViewPr>
    <p:cSldViewPr snapToGrid="0">
      <p:cViewPr varScale="1">
        <p:scale>
          <a:sx n="88" d="100"/>
          <a:sy n="88" d="100"/>
        </p:scale>
        <p:origin x="192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Way Maker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D A Bm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moving in our midst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working in this place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590E31-CF75-001C-4F2C-A95AD13224F6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9472805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0F3758-7914-4088-E1A1-8442D99C10C4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&amp; to VERSE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2E7D6-7BFE-F4EC-BD92-24037CC33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26A616-C62F-3A4E-DD10-DC9090572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touching every heart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A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healing every heart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63856F-7D7F-2533-0E47-46DDF2108EFE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3744671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3107B-9C10-A243-3B27-6A7C0D1A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39098A-BBA4-5401-3533-2553180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turning lives around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A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mending every heart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AE42FC-D90B-CFB8-576B-A01936B9DDF9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1549233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02ABD-9B4F-0280-A048-14C796BD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7A5408-EE44-497F-DC40-1EBB7D69E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9472805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8B2DAB-4C99-FBBA-D513-E323B3253D66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TAG</a:t>
            </a:r>
          </a:p>
        </p:txBody>
      </p:sp>
    </p:spTree>
    <p:extLst>
      <p:ext uri="{BB962C8B-B14F-4D97-AF65-F5344CB8AC3E}">
        <p14:creationId xmlns:p14="http://schemas.microsoft.com/office/powerpoint/2010/main" val="2038161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7E1EC-35C4-2506-912A-358A9C89A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690726-76E4-4948-CEC0-EF83036C8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8503697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DD5770-15B1-AD4A-DEA5-9AFA7266FE4A}"/>
              </a:ext>
            </a:extLst>
          </p:cNvPr>
          <p:cNvSpPr txBox="1"/>
          <p:nvPr/>
        </p:nvSpPr>
        <p:spPr>
          <a:xfrm>
            <a:off x="7053943" y="6062210"/>
            <a:ext cx="4915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CHORUS</a:t>
            </a:r>
          </a:p>
        </p:txBody>
      </p:sp>
    </p:spTree>
    <p:extLst>
      <p:ext uri="{BB962C8B-B14F-4D97-AF65-F5344CB8AC3E}">
        <p14:creationId xmlns:p14="http://schemas.microsoft.com/office/powerpoint/2010/main" val="1683612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9FAE9-4FE5-1CC8-5E62-976218FF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C8BDE6-1F12-98FC-A572-66FEF19A1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9472805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1D91BE-ADD1-9C00-39A2-1E8EF2BDBB12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BRIDGE</a:t>
            </a:r>
          </a:p>
        </p:txBody>
      </p:sp>
    </p:spTree>
    <p:extLst>
      <p:ext uri="{BB962C8B-B14F-4D97-AF65-F5344CB8AC3E}">
        <p14:creationId xmlns:p14="http://schemas.microsoft.com/office/powerpoint/2010/main" val="1761350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CB402-66F9-46E1-6A5B-186BE3B0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30C96D-F2CC-B5A4-1CBE-73FD7F0BA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10276254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when I don't see it, You're working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when I don't feel it, You're working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never stop, You never stop working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never stop, You never stop working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98B386-F67F-7642-439E-35B46E41267B}"/>
              </a:ext>
            </a:extLst>
          </p:cNvPr>
          <p:cNvSpPr txBox="1"/>
          <p:nvPr/>
        </p:nvSpPr>
        <p:spPr>
          <a:xfrm>
            <a:off x="7112000" y="6062210"/>
            <a:ext cx="4857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CHORUS</a:t>
            </a:r>
          </a:p>
        </p:txBody>
      </p:sp>
    </p:spTree>
    <p:extLst>
      <p:ext uri="{BB962C8B-B14F-4D97-AF65-F5344CB8AC3E}">
        <p14:creationId xmlns:p14="http://schemas.microsoft.com/office/powerpoint/2010/main" val="3200242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AC523-BF8F-33C7-BF6D-0F14C5E7A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869014-0E81-DDA9-DB2B-4AAB12A17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9472805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0FD9ED-584C-F361-9A2F-FFADE6C6DB28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TAG</a:t>
            </a:r>
          </a:p>
        </p:txBody>
      </p:sp>
    </p:spTree>
    <p:extLst>
      <p:ext uri="{BB962C8B-B14F-4D97-AF65-F5344CB8AC3E}">
        <p14:creationId xmlns:p14="http://schemas.microsoft.com/office/powerpoint/2010/main" val="2516801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97790-F9F8-C922-DFA3-D7898FAE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0B6486F-6566-2F51-851F-A49919B2E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8503697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9ED2FF-6043-8BB1-D01D-BE59403A25E4}"/>
              </a:ext>
            </a:extLst>
          </p:cNvPr>
          <p:cNvSpPr txBox="1"/>
          <p:nvPr/>
        </p:nvSpPr>
        <p:spPr>
          <a:xfrm>
            <a:off x="7053943" y="6062210"/>
            <a:ext cx="4915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END</a:t>
            </a:r>
          </a:p>
        </p:txBody>
      </p:sp>
    </p:spTree>
    <p:extLst>
      <p:ext uri="{BB962C8B-B14F-4D97-AF65-F5344CB8AC3E}">
        <p14:creationId xmlns:p14="http://schemas.microsoft.com/office/powerpoint/2010/main" val="603663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380</Words>
  <Application>Microsoft Macintosh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43</cp:revision>
  <dcterms:created xsi:type="dcterms:W3CDTF">2025-11-12T03:26:12Z</dcterms:created>
  <dcterms:modified xsi:type="dcterms:W3CDTF">2026-10-09T04:16:08Z</dcterms:modified>
</cp:coreProperties>
</file>