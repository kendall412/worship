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89"/>
  </p:normalViewPr>
  <p:slideViewPr>
    <p:cSldViewPr snapToGrid="0">
      <p:cViewPr varScale="1">
        <p:scale>
          <a:sx n="146" d="100"/>
          <a:sy n="146" d="100"/>
        </p:scale>
        <p:origin x="176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guide her,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light from above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2771C-C885-A256-BE42-57B2BCCA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499064-B7D6-4155-BA20-B358FDCD3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prairies,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87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0E4A3-8254-3892-3339-5C58C97F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B0DDDD-0D1B-D26C-596E-3A1AE6DE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</p:txBody>
      </p:sp>
    </p:spTree>
    <p:extLst>
      <p:ext uri="{BB962C8B-B14F-4D97-AF65-F5344CB8AC3E}">
        <p14:creationId xmlns:p14="http://schemas.microsoft.com/office/powerpoint/2010/main" val="356380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7F9B8-F8AE-CF2B-CC5B-7AB8098C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D99FA3-8E14-6A7F-AF00-B0CEAAA5A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guide her,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light from above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26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ADC3E-96A9-D46E-1E42-37C5B9AA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AB423A-CAC2-9832-FC1C-E75E8889D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prairies,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6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78E1D-3EA1-2D66-500C-411CF415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F9FB32-707A-F27C-5533-4AC645729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</p:txBody>
      </p:sp>
    </p:spTree>
    <p:extLst>
      <p:ext uri="{BB962C8B-B14F-4D97-AF65-F5344CB8AC3E}">
        <p14:creationId xmlns:p14="http://schemas.microsoft.com/office/powerpoint/2010/main" val="3480755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113</Words>
  <Application>Microsoft Macintosh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18</cp:revision>
  <dcterms:created xsi:type="dcterms:W3CDTF">2025-11-12T03:26:12Z</dcterms:created>
  <dcterms:modified xsi:type="dcterms:W3CDTF">2026-07-05T00:40:16Z</dcterms:modified>
</cp:coreProperties>
</file>