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5" r:id="rId2"/>
    <p:sldId id="280" r:id="rId3"/>
    <p:sldId id="281" r:id="rId4"/>
    <p:sldId id="276" r:id="rId5"/>
    <p:sldId id="283" r:id="rId6"/>
    <p:sldId id="277" r:id="rId7"/>
    <p:sldId id="28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586"/>
    <p:restoredTop sz="94606"/>
  </p:normalViewPr>
  <p:slideViewPr>
    <p:cSldViewPr snapToGrid="0">
      <p:cViewPr varScale="1">
        <p:scale>
          <a:sx n="119" d="100"/>
          <a:sy n="119" d="100"/>
        </p:scale>
        <p:origin x="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75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95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94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32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52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65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95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25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850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16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88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37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Eagles Wings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0CA0D-97F0-6C81-1468-DD2FE733FE66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Reuben Morgan (1873)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1998 Hillsong Music Publishing Australia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9F41B-E35D-9FC8-1B05-7D697988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375D6A-2E30-D298-1E56-25154D862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378" y="58189"/>
            <a:ext cx="8886306" cy="667512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Abide in me I pray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1454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393F1E-3A59-00DD-2345-7E6AAB9C6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1BC2AD-AAE3-CBDA-37B0-CC48F7504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378" y="58189"/>
            <a:ext cx="8886306" cy="667512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Bring me to my knees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more and more  </a:t>
            </a:r>
          </a:p>
        </p:txBody>
      </p:sp>
    </p:spTree>
    <p:extLst>
      <p:ext uri="{BB962C8B-B14F-4D97-AF65-F5344CB8AC3E}">
        <p14:creationId xmlns:p14="http://schemas.microsoft.com/office/powerpoint/2010/main" val="376817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" y="102870"/>
            <a:ext cx="8778240" cy="660653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35A825-AE75-2524-7BD7-66DE6BF8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BA9667-27E4-0B95-666A-DBDE9AFA6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310" y="114300"/>
            <a:ext cx="8721090" cy="657224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abide in me I pray </a:t>
            </a:r>
          </a:p>
          <a:p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</p:txBody>
      </p:sp>
    </p:spTree>
    <p:extLst>
      <p:ext uri="{BB962C8B-B14F-4D97-AF65-F5344CB8AC3E}">
        <p14:creationId xmlns:p14="http://schemas.microsoft.com/office/powerpoint/2010/main" val="3570509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2E958-C338-263B-8E36-675D9A55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D5B1E6-252D-83D1-AF4B-DF8CCF898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310" y="114300"/>
            <a:ext cx="8721090" cy="657224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</p:txBody>
      </p:sp>
    </p:spTree>
    <p:extLst>
      <p:ext uri="{BB962C8B-B14F-4D97-AF65-F5344CB8AC3E}">
        <p14:creationId xmlns:p14="http://schemas.microsoft.com/office/powerpoint/2010/main" val="2084587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64CB89-5C4B-2656-982B-115475BFC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08B41B-CE74-096F-D453-F5802D256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" y="102870"/>
            <a:ext cx="8778240" cy="660653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975170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415</TotalTime>
  <Words>132</Words>
  <Application>Microsoft Macintosh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25</cp:revision>
  <dcterms:created xsi:type="dcterms:W3CDTF">2025-11-12T03:26:12Z</dcterms:created>
  <dcterms:modified xsi:type="dcterms:W3CDTF">2026-10-02T02:58:52Z</dcterms:modified>
</cp:coreProperties>
</file>