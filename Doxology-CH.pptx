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23"/>
  </p:normalViewPr>
  <p:slideViewPr>
    <p:cSldViewPr snapToGrid="0">
      <p:cViewPr varScale="1">
        <p:scale>
          <a:sx n="109" d="100"/>
          <a:sy n="109" d="100"/>
        </p:scale>
        <p:origin x="21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Doxology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(C     D     G)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God, from whom all blessings flow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D 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Him, all creatures here below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above, ye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heav'nly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C             D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Father, Son, and Holy Ghost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49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42</cp:revision>
  <dcterms:created xsi:type="dcterms:W3CDTF">2025-11-12T03:26:12Z</dcterms:created>
  <dcterms:modified xsi:type="dcterms:W3CDTF">2026-06-27T22:50:13Z</dcterms:modified>
</cp:coreProperties>
</file>