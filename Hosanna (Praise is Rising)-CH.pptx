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9" r:id="rId4"/>
    <p:sldId id="261" r:id="rId5"/>
    <p:sldId id="263" r:id="rId6"/>
    <p:sldId id="266" r:id="rId7"/>
    <p:sldId id="264" r:id="rId8"/>
    <p:sldId id="262" r:id="rId9"/>
    <p:sldId id="267" r:id="rId10"/>
    <p:sldId id="270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54"/>
    <p:restoredTop sz="94643"/>
  </p:normalViewPr>
  <p:slideViewPr>
    <p:cSldViewPr snapToGrid="0">
      <p:cViewPr varScale="1">
        <p:scale>
          <a:sx n="103" d="100"/>
          <a:sy n="103" d="100"/>
        </p:scale>
        <p:origin x="18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4FF-2D30-D793-E09C-2265A9522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5C6C5-258B-0BA4-5C37-D9434922B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08B19-C60E-C70B-4330-21A9D6282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D8A8-340D-19BE-9A86-022B5C6C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536A7-C12A-5979-A40F-48F68C70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8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F5BF-9591-5670-81BB-C2A3F4A7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9989-A1E9-072F-F804-0C6E440B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EDEB7-B7F9-E8AB-A99F-2C7B15B6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CF828-F074-9423-46B9-CCAC79F84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1E63-4B60-1319-C338-D788C1C8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D61E-0ACB-BCD1-6015-F6FA8BFD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AB054-F01D-A11A-5D12-879CFA929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175A5-DD9C-DD4A-F0D8-F572A0BFB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3723F-3FFD-9885-E219-7BF945F3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0FF47-E046-5F16-3F93-79FFBBC2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6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1D6A-2AD9-A721-985B-B70E3CDE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A424E-BA5C-F143-AE77-F89D9DFD4C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F683B8-C143-1249-2242-A2003717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27FB2-BD38-AA7E-701D-C1172828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EE11C-3539-6326-32A4-48CC8CAB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D822B-A17C-AB3F-8554-15B506F3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4A06-CDDA-A2BC-600D-0D271BA32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EB72B-787B-833B-DBCF-92C3E0A3C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E3E5D-CCF9-DD15-3B54-328BE858A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6F320-E342-10CF-B93B-30060FBB7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65D1-9DCF-7280-D777-03BA5D2E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E7E94-54BA-E2B4-5FFE-425CF387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2C67E-CA9A-A5CB-D958-65C667F7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5078D-61B6-CCD0-B1C3-FBA6456B4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8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A0A3-92F9-749F-1595-5860D631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9C3F3-6BD4-94DA-B565-D4A30EC56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8EFA5-B90F-ED4E-1EA2-35D972DA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A3C8B-FFC1-FC60-5DAF-C7C392874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1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FD5F-8633-C761-AD7C-2C93C7149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3AC18E-962B-9F73-6218-E3D965E2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C4591-7FF1-61D6-352D-9B2C67D9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7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72A3-1F0C-19A4-128F-E700E258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F5838-206E-D25F-F53D-32A27B0B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06582E-6356-D546-BB6A-E79FF96BB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4AC9D-55E6-E1AA-3AB9-64B009C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35764-A858-247F-E3EC-57787421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1DA17-1B66-82B0-50FB-0B75C1646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95B6-9408-66B9-1134-09CADD7F0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15E46-6025-5EE7-35FA-7167C05E0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14F33-BB03-24B4-F63B-0C9C4787E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411A0-1B13-EB68-12D3-7D2C43B1A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06CEE-6E96-F1A5-28A7-7FF11F98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3F335-1172-1B2A-DF50-CBB2BDD9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17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B1E5-3575-06D0-D0B1-A22BBEC8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7D10F6-2F5E-2E30-191D-4347B6C50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8560-C72D-1F97-65AD-8A584D2C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FC95-8DB4-1FE5-F7CC-C7EDE657A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830645-454B-7F53-12E0-3D6EF576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00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786CF-F453-7CEF-A761-8880AFA7A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C0ED-81D1-BEB1-D98F-C32CC081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3D16-B667-06AC-0063-A4EAD814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D13B-9629-413F-D41A-F7A54DD9A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5EDCD-5A6E-8217-325D-19368012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C873CA-F6EE-254F-C0EF-FA39F937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851A9-7C2E-1066-96D6-89713F3C8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FC485-D8FF-76B8-27C0-36709589D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4123-190B-3C6E-DF05-134BA65EF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80F96-53B1-4B4D-4BA7-B341580DB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3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451EB-F6B1-1FEC-E996-787F7326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DA0964-D419-5F76-ABC2-81AE67A7E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166255"/>
            <a:ext cx="11388436" cy="6567053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Book" panose="02000503020000020003" pitchFamily="2" charset="0"/>
              </a:rPr>
              <a:t>Hosanna</a:t>
            </a:r>
          </a:p>
        </p:txBody>
      </p:sp>
    </p:spTree>
    <p:extLst>
      <p:ext uri="{BB962C8B-B14F-4D97-AF65-F5344CB8AC3E}">
        <p14:creationId xmlns:p14="http://schemas.microsoft.com/office/powerpoint/2010/main" val="3185929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1ADBE-FC35-54CD-983B-8FE364A0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65080-879F-AB91-1371-2CE788992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Verse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914E-E381-4BDD-55FC-EC2C20BFEA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Praise is rising, eyes are 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Hope is stirring, hearts are yearning for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G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long for You</a:t>
            </a:r>
          </a:p>
        </p:txBody>
      </p:sp>
    </p:spTree>
    <p:extLst>
      <p:ext uri="{BB962C8B-B14F-4D97-AF65-F5344CB8AC3E}">
        <p14:creationId xmlns:p14="http://schemas.microsoft.com/office/powerpoint/2010/main" val="20687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BB3E0-6ECD-4B01-25DB-B88E76CA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E9700-242A-8DF5-A676-275DCBDE7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F90C93-4119-10B3-277C-C678FB486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975901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BB6E6-E461-153D-F783-F0EA547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FF352C-7806-2DA1-BEDF-32FA335C9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96562"/>
            <a:ext cx="11246735" cy="621544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ED1C6-8090-A96C-6695-9C21334C69F1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13300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F235D-AE38-2D22-EF3F-B7A9ABB5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EE1F9-0E06-9E49-4B5D-A1794F99D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Verse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E071A1-A709-8D52-8851-9BD28B97E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Hear the sound of hearts returning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In Your kingdom broken lives are made new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make us new</a:t>
            </a:r>
          </a:p>
        </p:txBody>
      </p:sp>
    </p:spTree>
    <p:extLst>
      <p:ext uri="{BB962C8B-B14F-4D97-AF65-F5344CB8AC3E}">
        <p14:creationId xmlns:p14="http://schemas.microsoft.com/office/powerpoint/2010/main" val="2496880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E8D88-D092-9666-D968-65A1A974D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816DC-8FC9-2A67-A90B-4A9240D1E0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28EB23-FD38-7801-5BDE-85C9DEDD2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368485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DBC6-DAEB-C0FB-13A4-CB4D2971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85CB3-9C53-22BC-C4B0-F523CFD4A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827AA-9AA3-F6AE-8CE0-8CBCF323E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76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CA8AD-850C-909F-1318-65FB8B56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E63D-3243-8BE5-50D5-96713B873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8F5C2-0EC0-0D97-FBEB-AF3A71E53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3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870E8-72B2-22C7-588E-BB2286B4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A7CB3-1DA1-C646-D861-3B87F377A6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7B346C-470C-43DF-5AFD-F13FC092EA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</p:txBody>
      </p:sp>
    </p:spTree>
    <p:extLst>
      <p:ext uri="{BB962C8B-B14F-4D97-AF65-F5344CB8AC3E}">
        <p14:creationId xmlns:p14="http://schemas.microsoft.com/office/powerpoint/2010/main" val="431289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02B363-D4DA-8709-AFF7-08C3C47E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CE152-C8C3-6E60-57A1-E8C1287C5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35B3E8-70E2-CE39-012C-8C5B0E8D4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64117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A8A91-DF8B-60F3-591C-C1550E6D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CADE-3BBE-1EE8-9F2B-B5E4D756D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EBEB0-8A0D-8AF5-8E71-5A9992AED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992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9480-CC4D-60A9-30EB-47924A6C4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85A2-0E1A-6A25-8891-C8B3CEF17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ED0AF9-8A1F-EE0A-C826-492EA5C6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8E298-AAEB-671D-2DA3-3C0D5A5EA45D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2163062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350</Words>
  <Application>Microsoft Macintosh PowerPoint</Application>
  <PresentationFormat>Widescreen</PresentationFormat>
  <Paragraphs>102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Book</vt:lpstr>
      <vt:lpstr>Office Theme</vt:lpstr>
      <vt:lpstr>PowerPoint Presentation</vt:lpstr>
      <vt:lpstr>Verse 1</vt:lpstr>
      <vt:lpstr>Pre-Chorus</vt:lpstr>
      <vt:lpstr>PowerPoint Presentation</vt:lpstr>
      <vt:lpstr>Verse 2</vt:lpstr>
      <vt:lpstr>Pre-Chorus</vt:lpstr>
      <vt:lpstr>Chorus 1</vt:lpstr>
      <vt:lpstr>Chorus 2</vt:lpstr>
      <vt:lpstr>Pre-Chorus</vt:lpstr>
      <vt:lpstr>Pre-Chorus</vt:lpstr>
      <vt:lpstr>Chorus 1</vt:lpstr>
      <vt:lpstr>Chorus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16</cp:revision>
  <dcterms:created xsi:type="dcterms:W3CDTF">2026-04-04T15:41:28Z</dcterms:created>
  <dcterms:modified xsi:type="dcterms:W3CDTF">2026-07-12T04:12:47Z</dcterms:modified>
</cp:coreProperties>
</file>