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59" r:id="rId4"/>
    <p:sldId id="261" r:id="rId5"/>
    <p:sldId id="263" r:id="rId6"/>
    <p:sldId id="266" r:id="rId7"/>
    <p:sldId id="264" r:id="rId8"/>
    <p:sldId id="262" r:id="rId9"/>
    <p:sldId id="271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94"/>
    <p:restoredTop sz="94606"/>
  </p:normalViewPr>
  <p:slideViewPr>
    <p:cSldViewPr snapToGrid="0">
      <p:cViewPr varScale="1">
        <p:scale>
          <a:sx n="111" d="100"/>
          <a:sy n="111" d="100"/>
        </p:scale>
        <p:origin x="24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89D89-AA11-C2D6-6A25-36901A20B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81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308" y="1154750"/>
            <a:ext cx="7598436" cy="859768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Avenir Book" panose="02000503020000020003" pitchFamily="2" charset="0"/>
              </a:rPr>
              <a:t>Hosanna (Praise Is Rising)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ADBE-FC35-54CD-983B-8FE364A0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96914E-E381-4BDD-55FC-EC2C20BFE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22729"/>
            <a:ext cx="11388436" cy="6275295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206871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04800"/>
            <a:ext cx="11388436" cy="614978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96562"/>
            <a:ext cx="11246735" cy="621544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ED1C6-8090-A96C-6695-9C21334C69F1}"/>
              </a:ext>
            </a:extLst>
          </p:cNvPr>
          <p:cNvSpPr txBox="1"/>
          <p:nvPr/>
        </p:nvSpPr>
        <p:spPr>
          <a:xfrm>
            <a:off x="8995720" y="6188845"/>
            <a:ext cx="308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verse 2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40660"/>
            <a:ext cx="11388436" cy="6167716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E8D88-D092-9666-D968-65A1A974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28EB23-FD38-7801-5BDE-85C9DEDD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11388436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36848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333632"/>
            <a:ext cx="11388436" cy="6264876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84205"/>
            <a:ext cx="11388436" cy="632665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87C1B-C488-C749-4909-94AC82F4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49822D-CD2D-EC7F-E64D-1BB2E6799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68942"/>
            <a:ext cx="8769811" cy="658905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6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76C31B-0EB3-AE92-5497-6B0DB50D25BA}"/>
              </a:ext>
            </a:extLst>
          </p:cNvPr>
          <p:cNvSpPr txBox="1"/>
          <p:nvPr/>
        </p:nvSpPr>
        <p:spPr>
          <a:xfrm>
            <a:off x="8390238" y="6042697"/>
            <a:ext cx="36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to chorus</a:t>
            </a:r>
          </a:p>
        </p:txBody>
      </p:sp>
    </p:spTree>
    <p:extLst>
      <p:ext uri="{BB962C8B-B14F-4D97-AF65-F5344CB8AC3E}">
        <p14:creationId xmlns:p14="http://schemas.microsoft.com/office/powerpoint/2010/main" val="230158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A8A91-DF8B-60F3-591C-C1550E6D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2EBEB0-8A0D-8AF5-8E71-5A9992AE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9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B9480-CC4D-60A9-30EB-47924A6C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ED0AF9-8A1F-EE0A-C826-492EA5C6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8E298-AAEB-671D-2DA3-3C0D5A5EA45D}"/>
              </a:ext>
            </a:extLst>
          </p:cNvPr>
          <p:cNvSpPr txBox="1"/>
          <p:nvPr/>
        </p:nvSpPr>
        <p:spPr>
          <a:xfrm>
            <a:off x="9969817" y="6277231"/>
            <a:ext cx="213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2163062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312</Words>
  <Application>Microsoft Macintosh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20</cp:revision>
  <dcterms:created xsi:type="dcterms:W3CDTF">2026-04-04T15:41:28Z</dcterms:created>
  <dcterms:modified xsi:type="dcterms:W3CDTF">2026-10-29T06:31:11Z</dcterms:modified>
</cp:coreProperties>
</file>