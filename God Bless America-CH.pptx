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85" r:id="rId4"/>
    <p:sldId id="286" r:id="rId5"/>
    <p:sldId id="287" r:id="rId6"/>
    <p:sldId id="288" r:id="rId7"/>
    <p:sldId id="28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68"/>
    <p:restoredTop sz="94713"/>
  </p:normalViewPr>
  <p:slideViewPr>
    <p:cSldViewPr snapToGrid="0">
      <p:cViewPr varScale="1">
        <p:scale>
          <a:sx n="93" d="100"/>
          <a:sy n="93" d="100"/>
        </p:scale>
        <p:origin x="216" y="1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239833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God Bless America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C/G/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C/G/D/G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land that I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G7         C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 beside her and guide her,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G                 D7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thru the night with a light from above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205D82-F763-BC2D-3FE0-42ACB0BAE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94F154-5485-B067-5498-6DF171139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the mountains, to the prairies,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D         D7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oceans white with foam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</p:txBody>
      </p:sp>
    </p:spTree>
    <p:extLst>
      <p:ext uri="{BB962C8B-B14F-4D97-AF65-F5344CB8AC3E}">
        <p14:creationId xmlns:p14="http://schemas.microsoft.com/office/powerpoint/2010/main" val="2199880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E11834-BAF4-1715-098D-554AE400F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A5A21E4-B05C-87EF-E45E-B901EDCCB5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G      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home, sweet home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G         D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home, sweet home.</a:t>
            </a:r>
          </a:p>
        </p:txBody>
      </p:sp>
    </p:spTree>
    <p:extLst>
      <p:ext uri="{BB962C8B-B14F-4D97-AF65-F5344CB8AC3E}">
        <p14:creationId xmlns:p14="http://schemas.microsoft.com/office/powerpoint/2010/main" val="2067853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27068A-2DDB-FAB4-0CBF-5A368DC31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1D00A88-E095-BE25-2427-B66CCDF621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land that I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G7         C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 beside her and guide her,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G                 D7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thru the night with a light from above</a:t>
            </a:r>
          </a:p>
        </p:txBody>
      </p:sp>
    </p:spTree>
    <p:extLst>
      <p:ext uri="{BB962C8B-B14F-4D97-AF65-F5344CB8AC3E}">
        <p14:creationId xmlns:p14="http://schemas.microsoft.com/office/powerpoint/2010/main" val="364100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7683DB-F1EB-D2B9-6174-7E4AAB376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12FD7F4-2E47-76C0-4BC1-349C80DCCB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the mountains, to the prairies,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D         D7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oceans white with foam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</p:txBody>
      </p:sp>
    </p:spTree>
    <p:extLst>
      <p:ext uri="{BB962C8B-B14F-4D97-AF65-F5344CB8AC3E}">
        <p14:creationId xmlns:p14="http://schemas.microsoft.com/office/powerpoint/2010/main" val="3250941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44BF6B-D768-CCC0-D9D2-3C246D6B7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E11B779-DC12-55E6-F4A2-3EAE2DFF7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G      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home, sweet home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G         D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home, sweet home.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F285E9-0912-2EC8-12A6-B875B4B67821}"/>
              </a:ext>
            </a:extLst>
          </p:cNvPr>
          <p:cNvSpPr txBox="1"/>
          <p:nvPr/>
        </p:nvSpPr>
        <p:spPr>
          <a:xfrm>
            <a:off x="10793843" y="6150114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49281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187</Words>
  <Application>Microsoft Macintosh PowerPoint</Application>
  <PresentationFormat>Widescreen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43</cp:revision>
  <dcterms:created xsi:type="dcterms:W3CDTF">2025-11-12T03:26:12Z</dcterms:created>
  <dcterms:modified xsi:type="dcterms:W3CDTF">2026-07-04T23:43:21Z</dcterms:modified>
</cp:coreProperties>
</file>