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5" r:id="rId4"/>
    <p:sldId id="281" r:id="rId5"/>
    <p:sldId id="287" r:id="rId6"/>
    <p:sldId id="282" r:id="rId7"/>
    <p:sldId id="286" r:id="rId8"/>
    <p:sldId id="289" r:id="rId9"/>
    <p:sldId id="290" r:id="rId10"/>
    <p:sldId id="283" r:id="rId11"/>
    <p:sldId id="288" r:id="rId12"/>
    <p:sldId id="291" r:id="rId13"/>
    <p:sldId id="292" r:id="rId14"/>
    <p:sldId id="28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11"/>
    <p:restoredTop sz="94813"/>
  </p:normalViewPr>
  <p:slideViewPr>
    <p:cSldViewPr snapToGrid="0">
      <p:cViewPr varScale="1">
        <p:scale>
          <a:sx n="86" d="100"/>
          <a:sy n="86" d="100"/>
        </p:scale>
        <p:origin x="21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(God of Possible)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David Spencer, Ethan Hulse, Jeff Pardo, Katy Nichole (2022)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Centricity Songs; Meaux Mercy; Be Essential Songs; David Spencer Songs; Hulse House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over you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 in your sorrow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ask my God to move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FBAB69-12AA-818F-F6FE-B397A84412E6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(1 of 2)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53C32-323F-AE56-808B-5A9BDF6D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59EE-AB5A-AFC8-DD48-4F4D938B9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all that I can do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pray this for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B4D34-FBD2-68C5-FD09-2421B7E9286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1 (2 of 2)</a:t>
            </a:r>
          </a:p>
        </p:txBody>
      </p:sp>
    </p:spTree>
    <p:extLst>
      <p:ext uri="{BB962C8B-B14F-4D97-AF65-F5344CB8AC3E}">
        <p14:creationId xmlns:p14="http://schemas.microsoft.com/office/powerpoint/2010/main" val="108537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992BD-D91D-D587-433A-2C2AA57D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BFE0E-A5EC-91C4-8C14-044CCADF8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83F24-EA74-C224-BC67-A15997C30792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93205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787F-2024-9E13-D686-E5353EBF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9B4DE-88D0-F56D-A1D3-F8F2BB68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6804C-C61D-BC81-2494-74BDF669B860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92275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0954-1B33-1264-AEB5-523B553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625F75-6EC2-2287-DC1B-B5F1A024E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all authority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 every promise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faithful to keep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B62EA-C459-5953-1F61-04A2F13E26A1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(1 of 2)</a:t>
            </a:r>
          </a:p>
        </p:txBody>
      </p:sp>
    </p:spTree>
    <p:extLst>
      <p:ext uri="{BB962C8B-B14F-4D97-AF65-F5344CB8AC3E}">
        <p14:creationId xmlns:p14="http://schemas.microsoft.com/office/powerpoint/2010/main" val="384923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9AF64-2128-7634-4B70-7BD01E47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0D17B-C36F-BE5B-6E59-FC33E36C7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grave could ever hold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 He is stronger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He's the God of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6B093-8446-638E-B1E4-04A7ECD90D0E}"/>
              </a:ext>
            </a:extLst>
          </p:cNvPr>
          <p:cNvSpPr txBox="1"/>
          <p:nvPr/>
        </p:nvSpPr>
        <p:spPr>
          <a:xfrm>
            <a:off x="5124091" y="-931653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VERSE 2 (2 of 2)</a:t>
            </a:r>
          </a:p>
        </p:txBody>
      </p:sp>
    </p:spTree>
    <p:extLst>
      <p:ext uri="{BB962C8B-B14F-4D97-AF65-F5344CB8AC3E}">
        <p14:creationId xmlns:p14="http://schemas.microsoft.com/office/powerpoint/2010/main" val="396776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1E308-C2B8-10B0-A025-61BB0764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43070-43C3-7EB5-813C-87F76A84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1B75B-BF06-47AC-AB7E-EEB5C124559B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195365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D3BD0-A824-EF2B-1090-CF9FD7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2F3DAA-8F92-9373-015B-800076134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F91E9-CC66-0B1B-8E37-1245B8B525FC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57022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517EE-E256-A31B-64EB-2E774D60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0D8D69-F3DA-A3CD-34E1-9429BAB1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power of His Spirit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now forever yours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CC3388-02A6-8740-31A8-36FAE3F5690D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BRIDGE (1 of 2)</a:t>
            </a:r>
          </a:p>
        </p:txBody>
      </p:sp>
    </p:spTree>
    <p:extLst>
      <p:ext uri="{BB962C8B-B14F-4D97-AF65-F5344CB8AC3E}">
        <p14:creationId xmlns:p14="http://schemas.microsoft.com/office/powerpoint/2010/main" val="408662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34442-0916-9B51-E632-53E4E22E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8454C0-1EBF-02F8-973E-87D28542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receive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 all things are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51C4F-7B45-32F7-AA8F-AF16F1A7D9E7}"/>
              </a:ext>
            </a:extLst>
          </p:cNvPr>
          <p:cNvSpPr txBox="1"/>
          <p:nvPr/>
        </p:nvSpPr>
        <p:spPr>
          <a:xfrm>
            <a:off x="5124091" y="-931653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BRIDGE (2 of 2)</a:t>
            </a:r>
          </a:p>
        </p:txBody>
      </p:sp>
    </p:spTree>
    <p:extLst>
      <p:ext uri="{BB962C8B-B14F-4D97-AF65-F5344CB8AC3E}">
        <p14:creationId xmlns:p14="http://schemas.microsoft.com/office/powerpoint/2010/main" val="102751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76828-2619-9FEE-569D-F8A06416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6E65A-8E61-C318-BF87-AD15287D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circumstances would change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0E4DB-7C7D-F75C-0A79-721B5833EE57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(1 of 2)</a:t>
            </a:r>
          </a:p>
        </p:txBody>
      </p:sp>
    </p:spTree>
    <p:extLst>
      <p:ext uri="{BB962C8B-B14F-4D97-AF65-F5344CB8AC3E}">
        <p14:creationId xmlns:p14="http://schemas.microsoft.com/office/powerpoint/2010/main" val="300485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EB329-A682-80CC-D030-1EEFCA3C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A5DCA1-B332-B386-2B68-0B200E243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08F5B-06D1-A128-F1FD-4A82040D9D91}"/>
              </a:ext>
            </a:extLst>
          </p:cNvPr>
          <p:cNvSpPr txBox="1"/>
          <p:nvPr/>
        </p:nvSpPr>
        <p:spPr>
          <a:xfrm>
            <a:off x="5124091" y="-93165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CHORUS (2 of 2)</a:t>
            </a:r>
          </a:p>
        </p:txBody>
      </p:sp>
    </p:spTree>
    <p:extLst>
      <p:ext uri="{BB962C8B-B14F-4D97-AF65-F5344CB8AC3E}">
        <p14:creationId xmlns:p14="http://schemas.microsoft.com/office/powerpoint/2010/main" val="17936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99754-B54E-1425-A024-5DE8D5A9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B095B-7768-C440-5417-448CBA77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restoration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come alive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name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6C432-DC08-8F01-C62C-013EDD0BD221}"/>
              </a:ext>
            </a:extLst>
          </p:cNvPr>
          <p:cNvSpPr txBox="1"/>
          <p:nvPr/>
        </p:nvSpPr>
        <p:spPr>
          <a:xfrm>
            <a:off x="5124091" y="-93165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54970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379</Words>
  <Application>Microsoft Macintosh PowerPoint</Application>
  <PresentationFormat>On-screen Show (4:3)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31</cp:revision>
  <dcterms:created xsi:type="dcterms:W3CDTF">2025-11-12T03:26:12Z</dcterms:created>
  <dcterms:modified xsi:type="dcterms:W3CDTF">2026-09-17T18:40:17Z</dcterms:modified>
</cp:coreProperties>
</file>