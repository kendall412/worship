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5" r:id="rId2"/>
    <p:sldId id="289" r:id="rId3"/>
    <p:sldId id="281" r:id="rId4"/>
    <p:sldId id="282" r:id="rId5"/>
    <p:sldId id="265" r:id="rId6"/>
    <p:sldId id="276" r:id="rId7"/>
    <p:sldId id="287" r:id="rId8"/>
    <p:sldId id="283" r:id="rId9"/>
    <p:sldId id="284" r:id="rId10"/>
    <p:sldId id="278" r:id="rId11"/>
    <p:sldId id="288" r:id="rId12"/>
    <p:sldId id="285" r:id="rId13"/>
    <p:sldId id="286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772"/>
    <p:restoredTop sz="94544"/>
  </p:normalViewPr>
  <p:slideViewPr>
    <p:cSldViewPr snapToGrid="0">
      <p:cViewPr varScale="1">
        <p:scale>
          <a:sx n="181" d="100"/>
          <a:sy n="181" d="100"/>
        </p:scale>
        <p:origin x="14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005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61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987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902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059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3850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976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77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191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525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312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014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E1F97-17F4-001F-7673-B8EFA09D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0AA937-867D-D484-37E8-C9B43A90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230736"/>
            <a:ext cx="8716710" cy="6264068"/>
          </a:xfrm>
        </p:spPr>
        <p:txBody>
          <a:bodyPr>
            <a:noAutofit/>
          </a:bodyPr>
          <a:lstStyle/>
          <a:p>
            <a:pPr algn="l"/>
            <a:r>
              <a:rPr lang="en-US" sz="9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2991002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C03521-FD45-271B-60DA-096370003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EB2EB5D-50E5-3E23-3DE7-0E4DE41F08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230736"/>
            <a:ext cx="8716710" cy="6264068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love You Lord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Your mercy never fails me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days,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I've been held in Your hands</a:t>
            </a:r>
          </a:p>
        </p:txBody>
      </p:sp>
    </p:spTree>
    <p:extLst>
      <p:ext uri="{BB962C8B-B14F-4D97-AF65-F5344CB8AC3E}">
        <p14:creationId xmlns:p14="http://schemas.microsoft.com/office/powerpoint/2010/main" val="19900630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40706F-31D3-C686-72BA-21B93DAD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6853410-3A24-2E3F-06AB-BE52448582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230736"/>
            <a:ext cx="8716710" cy="6264068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the moment that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wake up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Until I lay my head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</a:t>
            </a:r>
            <a:r>
              <a:rPr lang="en-US" sz="48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</a:t>
            </a:r>
          </a:p>
          <a:p>
            <a:r>
              <a:rPr lang="en-US" sz="48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</a:t>
            </a:r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of God</a:t>
            </a:r>
          </a:p>
        </p:txBody>
      </p:sp>
    </p:spTree>
    <p:extLst>
      <p:ext uri="{BB962C8B-B14F-4D97-AF65-F5344CB8AC3E}">
        <p14:creationId xmlns:p14="http://schemas.microsoft.com/office/powerpoint/2010/main" val="621803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AAE27D-86DD-43E2-663C-8613C12E6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81FEE9D-EF7F-4CBF-F968-F577606AC2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been faithful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so, so good</a:t>
            </a:r>
          </a:p>
        </p:txBody>
      </p:sp>
    </p:spTree>
    <p:extLst>
      <p:ext uri="{BB962C8B-B14F-4D97-AF65-F5344CB8AC3E}">
        <p14:creationId xmlns:p14="http://schemas.microsoft.com/office/powerpoint/2010/main" val="2792867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FF0EA-04E9-B7E9-0BF6-7D546FDE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377A57-C32B-6F9A-6862-0207CC2B85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 am able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30986946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7006DC-D1B4-7A29-037D-AB9310F89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EB7ADD-233A-DCA7-621A-453E634E8D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111095"/>
            <a:ext cx="8605615" cy="6554625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love Your voice You have led me through the fire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my darkest night, You were close like no other</a:t>
            </a:r>
          </a:p>
        </p:txBody>
      </p:sp>
    </p:spTree>
    <p:extLst>
      <p:ext uri="{BB962C8B-B14F-4D97-AF65-F5344CB8AC3E}">
        <p14:creationId xmlns:p14="http://schemas.microsoft.com/office/powerpoint/2010/main" val="3612828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8C6CE5-32CE-B949-068D-875ED2F17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33CD2C9-EC3A-9C35-0546-14F0D56F51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111095"/>
            <a:ext cx="8605615" cy="6554625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I've known You as a father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I've known You as a friend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have lived in the 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1156404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9B3F29-0940-A139-C353-539CD2810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E51A5E2-663E-ED71-4BFB-4B63E72091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been faithful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so, so good</a:t>
            </a:r>
          </a:p>
        </p:txBody>
      </p:sp>
    </p:spTree>
    <p:extLst>
      <p:ext uri="{BB962C8B-B14F-4D97-AF65-F5344CB8AC3E}">
        <p14:creationId xmlns:p14="http://schemas.microsoft.com/office/powerpoint/2010/main" val="13443663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938AF8-3B51-1078-F241-93204B971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CFFD6D1-240C-49E8-4485-FD69F65BC7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 am able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3169189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B9DAFF-5D38-064D-29B5-8A81477B8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2C2460-CE19-8641-A2F1-78FBD0E616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282" y="179463"/>
            <a:ext cx="8614161" cy="625552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08491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0AF647-5E34-2072-C4A0-8258906D0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EC2B343-84C6-1D7D-46FD-9CD5BFA755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282" y="179463"/>
            <a:ext cx="8614161" cy="625552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life laid down,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I’m surrendered now,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give You everything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6047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A1D7DF-83B9-3F5B-4652-3270642DF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B0E20EB-00EE-315E-8253-8090E59410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been faithful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so, so good</a:t>
            </a:r>
          </a:p>
        </p:txBody>
      </p:sp>
    </p:spTree>
    <p:extLst>
      <p:ext uri="{BB962C8B-B14F-4D97-AF65-F5344CB8AC3E}">
        <p14:creationId xmlns:p14="http://schemas.microsoft.com/office/powerpoint/2010/main" val="1970747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C27A7E-26CC-E346-6923-FB1CFDDEB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61193F0-6B67-6D72-1151-0AE1AB7E92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 am able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of God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82E41D-42A4-E133-7AFF-8DE1002677DB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3799210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92</TotalTime>
  <Words>229</Words>
  <Application>Microsoft Macintosh PowerPoint</Application>
  <PresentationFormat>On-screen Show (4:3)</PresentationFormat>
  <Paragraphs>68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33</cp:revision>
  <dcterms:created xsi:type="dcterms:W3CDTF">2025-11-12T03:26:12Z</dcterms:created>
  <dcterms:modified xsi:type="dcterms:W3CDTF">2026-06-07T04:06:52Z</dcterms:modified>
</cp:coreProperties>
</file>