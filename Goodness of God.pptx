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75" r:id="rId2"/>
    <p:sldId id="289" r:id="rId3"/>
    <p:sldId id="281" r:id="rId4"/>
    <p:sldId id="282" r:id="rId5"/>
    <p:sldId id="265" r:id="rId6"/>
    <p:sldId id="276" r:id="rId7"/>
    <p:sldId id="287" r:id="rId8"/>
    <p:sldId id="283" r:id="rId9"/>
    <p:sldId id="284" r:id="rId10"/>
    <p:sldId id="278" r:id="rId11"/>
    <p:sldId id="288" r:id="rId12"/>
    <p:sldId id="285" r:id="rId13"/>
    <p:sldId id="286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6771"/>
    <p:restoredTop sz="94544"/>
  </p:normalViewPr>
  <p:slideViewPr>
    <p:cSldViewPr snapToGrid="0">
      <p:cViewPr varScale="1">
        <p:scale>
          <a:sx n="188" d="100"/>
          <a:sy n="188" d="100"/>
        </p:scale>
        <p:origin x="23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40059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617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6987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9029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059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385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976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67720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41916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525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4312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9A0DE-F190-5444-87AC-4719D5F20D15}" type="datetimeFigureOut">
              <a:rPr lang="en-US" smtClean="0"/>
              <a:t>9/17/26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063D89-8794-8A41-A79B-A67E558340A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701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83E1F97-17F4-001F-7673-B8EFA09D8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F0AA937-867D-D484-37E8-C9B43A9059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pPr algn="l"/>
            <a:r>
              <a:rPr lang="en-US" sz="96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FF67F78-4D9D-F711-41DD-E72016A367FE}"/>
              </a:ext>
            </a:extLst>
          </p:cNvPr>
          <p:cNvSpPr txBox="1"/>
          <p:nvPr/>
        </p:nvSpPr>
        <p:spPr>
          <a:xfrm>
            <a:off x="168442" y="5444311"/>
            <a:ext cx="880711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Words &amp; Music by Ben Fielding, Brian Johnson, Ed Cash, Jason Ingram, Jenn </a:t>
            </a:r>
            <a:r>
              <a:rPr lang="en-US">
                <a:solidFill>
                  <a:schemeClr val="bg1"/>
                </a:solidFill>
              </a:rPr>
              <a:t>Johnson (2018)</a:t>
            </a:r>
            <a:endParaRPr lang="en-US" dirty="0">
              <a:solidFill>
                <a:schemeClr val="bg1"/>
              </a:solidFill>
            </a:endParaRPr>
          </a:p>
          <a:p>
            <a:pPr algn="ctr"/>
            <a:r>
              <a:rPr lang="en-US" dirty="0">
                <a:solidFill>
                  <a:schemeClr val="bg1"/>
                </a:solidFill>
              </a:rPr>
              <a:t>© 2018 Capitol CMG Paragon; Fellow Ships Music; So Essential Tunes; SHOUT! Music Publishing Australia; Bethel Music Publishing</a:t>
            </a:r>
          </a:p>
          <a:p>
            <a:pPr algn="ctr"/>
            <a:r>
              <a:rPr lang="en-US" dirty="0">
                <a:solidFill>
                  <a:schemeClr val="bg1"/>
                </a:solidFill>
              </a:rPr>
              <a:t>CCLI License #137776</a:t>
            </a:r>
          </a:p>
        </p:txBody>
      </p:sp>
    </p:spTree>
    <p:extLst>
      <p:ext uri="{BB962C8B-B14F-4D97-AF65-F5344CB8AC3E}">
        <p14:creationId xmlns:p14="http://schemas.microsoft.com/office/powerpoint/2010/main" val="29910020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C03521-FD45-271B-60DA-096370003F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EB2EB5D-50E5-3E23-3DE7-0E4DE41F08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 Lord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Oh, Your mercy never fails me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days,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been held in Your hands</a:t>
            </a:r>
          </a:p>
        </p:txBody>
      </p:sp>
    </p:spTree>
    <p:extLst>
      <p:ext uri="{BB962C8B-B14F-4D97-AF65-F5344CB8AC3E}">
        <p14:creationId xmlns:p14="http://schemas.microsoft.com/office/powerpoint/2010/main" val="1990063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40706F-31D3-C686-72BA-21B93DAD28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6853410-3A24-2E3F-06AB-BE52448582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230736"/>
            <a:ext cx="8716710" cy="6264068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From the moment that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wake up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Until I lay my head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</a:t>
            </a:r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the </a:t>
            </a:r>
          </a:p>
          <a:p>
            <a:r>
              <a:rPr lang="en-US" sz="480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</a:t>
            </a:r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of God</a:t>
            </a:r>
          </a:p>
        </p:txBody>
      </p:sp>
    </p:spTree>
    <p:extLst>
      <p:ext uri="{BB962C8B-B14F-4D97-AF65-F5344CB8AC3E}">
        <p14:creationId xmlns:p14="http://schemas.microsoft.com/office/powerpoint/2010/main" val="6218032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AE27D-86DD-43E2-663C-8613C12E6E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81FEE9D-EF7F-4CBF-F968-F577606AC2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27928677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AFF0EA-04E9-B7E9-0BF6-7D546FDEE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0377A57-C32B-6F9A-6862-0207CC2B856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0986946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F7006DC-D1B4-7A29-037D-AB9310F891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9CEB7ADD-233A-DCA7-621A-453E634E8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love Your voice You have led me through the fire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In my darkest night, You were close like no other</a:t>
            </a:r>
          </a:p>
        </p:txBody>
      </p:sp>
    </p:spTree>
    <p:extLst>
      <p:ext uri="{BB962C8B-B14F-4D97-AF65-F5344CB8AC3E}">
        <p14:creationId xmlns:p14="http://schemas.microsoft.com/office/powerpoint/2010/main" val="36128280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98C6CE5-32CE-B949-068D-875ED2F179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33CD2C9-EC3A-9C35-0546-14F0D56F51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56374" y="111095"/>
            <a:ext cx="8605615" cy="6554625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father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I've known You as a friend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have lived in the 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1156404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99B3F29-0940-A139-C353-539CD2810C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2E51A5E2-663E-ED71-4BFB-4B63E72091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3443663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D938AF8-3B51-1078-F241-93204B9718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CFFD6D1-240C-49E8-4485-FD69F65BC7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169189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B9DAFF-5D38-064D-29B5-8A81477B8A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72C2460-CE19-8641-A2F1-78FBD0E61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8491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60AF647-5E34-2072-C4A0-8258906D01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8EC2B343-84C6-1D7D-46FD-9CD5BFA755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282" y="179463"/>
            <a:ext cx="8614161" cy="6255520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my life laid down,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I’m surrendered now,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give You everything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Your goodness is running after, it’s running after me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6047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1D7DF-83B9-3F5B-4652-3270642DF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BB0E20EB-00EE-315E-8253-8090E59410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been faithful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All my life You have been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so, so good</a:t>
            </a:r>
          </a:p>
        </p:txBody>
      </p:sp>
    </p:spTree>
    <p:extLst>
      <p:ext uri="{BB962C8B-B14F-4D97-AF65-F5344CB8AC3E}">
        <p14:creationId xmlns:p14="http://schemas.microsoft.com/office/powerpoint/2010/main" val="19707479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7C27A7E-26CC-E346-6923-FB1CFDDEB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61193F0-6B67-6D72-1151-0AE1AB7E92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0916" y="170915"/>
            <a:ext cx="8776531" cy="6375163"/>
          </a:xfrm>
        </p:spPr>
        <p:txBody>
          <a:bodyPr>
            <a:noAutofit/>
          </a:bodyPr>
          <a:lstStyle/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With every breath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that I am able</a:t>
            </a:r>
          </a:p>
          <a:p>
            <a:endParaRPr lang="en-US" sz="4800" dirty="0">
              <a:solidFill>
                <a:schemeClr val="bg1"/>
              </a:solidFill>
              <a:latin typeface="Avenir Medium" panose="02000503020000020003" pitchFamily="2" charset="0"/>
              <a:ea typeface="Bodoni Ornaments" pitchFamily="2" charset="0"/>
            </a:endParaRP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I will sing of the </a:t>
            </a:r>
          </a:p>
          <a:p>
            <a:r>
              <a:rPr lang="en-US" sz="4800" dirty="0">
                <a:solidFill>
                  <a:schemeClr val="bg1"/>
                </a:solidFill>
                <a:latin typeface="Avenir Medium" panose="02000503020000020003" pitchFamily="2" charset="0"/>
                <a:ea typeface="Bodoni Ornaments" pitchFamily="2" charset="0"/>
              </a:rPr>
              <a:t>goodness of God</a:t>
            </a:r>
          </a:p>
        </p:txBody>
      </p:sp>
    </p:spTree>
    <p:extLst>
      <p:ext uri="{BB962C8B-B14F-4D97-AF65-F5344CB8AC3E}">
        <p14:creationId xmlns:p14="http://schemas.microsoft.com/office/powerpoint/2010/main" val="37992100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100</TotalTime>
  <Words>274</Words>
  <Application>Microsoft Macintosh PowerPoint</Application>
  <PresentationFormat>On-screen Show (4:3)</PresentationFormat>
  <Paragraphs>70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Avenir Medium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Danny Hur</dc:creator>
  <cp:lastModifiedBy>Danny Hur</cp:lastModifiedBy>
  <cp:revision>35</cp:revision>
  <dcterms:created xsi:type="dcterms:W3CDTF">2025-11-12T03:26:12Z</dcterms:created>
  <dcterms:modified xsi:type="dcterms:W3CDTF">2026-09-18T03:08:20Z</dcterms:modified>
</cp:coreProperties>
</file>