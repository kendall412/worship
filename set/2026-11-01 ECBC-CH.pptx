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65" r:id="rId3"/>
    <p:sldId id="259" r:id="rId4"/>
    <p:sldId id="261" r:id="rId5"/>
    <p:sldId id="263" r:id="rId6"/>
    <p:sldId id="266" r:id="rId7"/>
    <p:sldId id="264" r:id="rId8"/>
    <p:sldId id="262" r:id="rId9"/>
    <p:sldId id="271" r:id="rId10"/>
    <p:sldId id="268" r:id="rId11"/>
    <p:sldId id="269" r:id="rId12"/>
    <p:sldId id="256" r:id="rId13"/>
    <p:sldId id="284" r:id="rId14"/>
    <p:sldId id="276" r:id="rId15"/>
    <p:sldId id="285" r:id="rId16"/>
    <p:sldId id="286" r:id="rId17"/>
    <p:sldId id="287" r:id="rId18"/>
    <p:sldId id="288" r:id="rId19"/>
    <p:sldId id="289" r:id="rId20"/>
    <p:sldId id="290" r:id="rId21"/>
    <p:sldId id="291" r:id="rId22"/>
    <p:sldId id="292" r:id="rId23"/>
    <p:sldId id="274" r:id="rId24"/>
    <p:sldId id="258" r:id="rId25"/>
    <p:sldId id="260" r:id="rId26"/>
    <p:sldId id="275" r:id="rId27"/>
    <p:sldId id="293" r:id="rId28"/>
    <p:sldId id="294" r:id="rId29"/>
    <p:sldId id="270" r:id="rId30"/>
    <p:sldId id="277" r:id="rId31"/>
    <p:sldId id="295" r:id="rId32"/>
    <p:sldId id="296" r:id="rId33"/>
    <p:sldId id="297" r:id="rId34"/>
    <p:sldId id="298" r:id="rId35"/>
    <p:sldId id="299" r:id="rId36"/>
    <p:sldId id="300" r:id="rId37"/>
    <p:sldId id="301" r:id="rId38"/>
    <p:sldId id="302" r:id="rId39"/>
    <p:sldId id="303" r:id="rId40"/>
    <p:sldId id="304" r:id="rId41"/>
    <p:sldId id="305" r:id="rId42"/>
    <p:sldId id="306" r:id="rId43"/>
    <p:sldId id="307" r:id="rId44"/>
    <p:sldId id="308" r:id="rId45"/>
    <p:sldId id="309" r:id="rId46"/>
    <p:sldId id="310" r:id="rId47"/>
    <p:sldId id="311" r:id="rId48"/>
    <p:sldId id="312" r:id="rId49"/>
    <p:sldId id="313" r:id="rId5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0884"/>
    <p:restoredTop sz="94488"/>
  </p:normalViewPr>
  <p:slideViewPr>
    <p:cSldViewPr snapToGrid="0">
      <p:cViewPr varScale="1">
        <p:scale>
          <a:sx n="87" d="100"/>
          <a:sy n="87" d="100"/>
        </p:scale>
        <p:origin x="232" y="10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BD4FF-2D30-D793-E09C-2265A95227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45C6C5-258B-0BA4-5C37-D9434922B2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708B19-C60E-C70B-4330-21A9D6282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86D8A8-340D-19BE-9A86-022B5C6CD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7536A7-C12A-5979-A40F-48F68C70C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8803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4F5BF-9591-5670-81BB-C2A3F4A71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59989-A1E9-072F-F804-0C6E440B49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7EDEB7-B7F9-E8AB-A99F-2C7B15B68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2CF828-F074-9423-46B9-CCAC79F84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741E63-4B60-1319-C338-D788C1C83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531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BD61E-0ACB-BCD1-6015-F6FA8BFDA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DAB054-F01D-A11A-5D12-879CFA929C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2175A5-DD9C-DD4A-F0D8-F572A0BFB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63723F-3FFD-9885-E219-7BF945F3E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A0FF47-E046-5F16-3F93-79FFBBC26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566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81D6A-2AD9-A721-985B-B70E3CDE3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7A424E-BA5C-F143-AE77-F89D9DFD4C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F683B8-C143-1249-2242-A200371764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E27FB2-BD38-AA7E-701D-C1172828C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6EE11C-3539-6326-32A4-48CC8CABF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3D822B-A17C-AB3F-8554-15B506F36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654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A4A06-CDDA-A2BC-600D-0D271BA32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1EB72B-787B-833B-DBCF-92C3E0A3C3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BE3E5D-CCF9-DD15-3B54-328BE858A3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C6F320-E342-10CF-B93B-30060FBB76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3965D1-9DCF-7280-D777-03BA5D2EE8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AE7E94-54BA-E2B4-5FFE-425CF3873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F2C67E-CA9A-A5CB-D958-65C667F7F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65078D-61B6-CCD0-B1C3-FBA6456B4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881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CA0A3-92F9-749F-1595-5860D631F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9C3F3-6BD4-94DA-B565-D4A30EC56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F8EFA5-B90F-ED4E-1EA2-35D972DA5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1A3C8B-FFC1-FC60-5DAF-C7C392874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019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B9FD5F-8633-C761-AD7C-2C93C7149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3AC18E-962B-9F73-6218-E3D965E20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1C4591-7FF1-61D6-352D-9B2C67D94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179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E72A3-1F0C-19A4-128F-E700E258D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F5838-206E-D25F-F53D-32A27B0B3A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06582E-6356-D546-BB6A-E79FF96BB0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94AC9D-55E6-E1AA-3AB9-64B009C4B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035764-A858-247F-E3EC-57787421E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41DA17-1B66-82B0-50FB-0B75C1646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07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C95B6-9408-66B9-1134-09CADD7F0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515E46-6025-5EE7-35FA-7167C05E02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314F33-BB03-24B4-F63B-0C9C4787E3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B411A0-1B13-EB68-12D3-7D2C43B1A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606CEE-6E96-F1A5-28A7-7FF11F983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D3F335-1172-1B2A-DF50-CBB2BDD97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217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3B1E5-3575-06D0-D0B1-A22BBEC89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7D10F6-2F5E-2E30-191D-4347B6C50E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38560-C72D-1F97-65AD-8A584D2CB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03FC95-8DB4-1FE5-F7CC-C7EDE657A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830645-454B-7F53-12E0-3D6EF576B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600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D786CF-F453-7CEF-A761-8880AFA7AD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3BC0ED-81D1-BEB1-D98F-C32CC08192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763D16-B667-06AC-0063-A4EAD8146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7D13B-9629-413F-D41A-F7A54DD9A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5EDCD-5A6E-8217-325D-19368012D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919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C873CA-F6EE-254F-C0EF-FA39F937F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E851A9-7C2E-1066-96D6-89713F3C81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5FC485-D8FF-76B8-27C0-36709589D5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48A3D2-9408-4143-A73F-7F223505335E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AA4123-190B-3C6E-DF05-134BA65EFB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B80F96-53B1-4B4D-4BA7-B341580DB2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036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5451EB-F6B1-1FEC-E996-787F73260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889D89-AA11-C2D6-6A25-36901A20BA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091" r="13818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DA0964-D419-5F76-ABC2-81AE67A7EC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9308" y="1154750"/>
            <a:ext cx="7598436" cy="859768"/>
          </a:xfrm>
        </p:spPr>
        <p:txBody>
          <a:bodyPr>
            <a:normAutofit/>
          </a:bodyPr>
          <a:lstStyle/>
          <a:p>
            <a:pPr algn="l"/>
            <a:r>
              <a:rPr lang="en-US" sz="4800" dirty="0">
                <a:latin typeface="Avenir Book" panose="02000503020000020003" pitchFamily="2" charset="0"/>
              </a:rPr>
              <a:t>Hosanna (Praise Is Rising)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85929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61ADBE-FC35-54CD-983B-8FE364A01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F96914E-E381-4BDD-55FC-EC2C20BFEA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322729"/>
            <a:ext cx="11388436" cy="6275295"/>
          </a:xfrm>
        </p:spPr>
        <p:txBody>
          <a:bodyPr>
            <a:noAutofit/>
          </a:bodyPr>
          <a:lstStyle/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G                                       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Praise is rising, eyes are turning to You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G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We turn to You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G                                                             C 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Hope is stirring, hearts are yearning for You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  G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We long for You</a:t>
            </a:r>
          </a:p>
        </p:txBody>
      </p:sp>
    </p:spTree>
    <p:extLst>
      <p:ext uri="{BB962C8B-B14F-4D97-AF65-F5344CB8AC3E}">
        <p14:creationId xmlns:p14="http://schemas.microsoft.com/office/powerpoint/2010/main" val="20687144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7BB3E0-6ECD-4B01-25DB-B88E76CA5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2F90C93-4119-10B3-277C-C678FB4867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304800"/>
            <a:ext cx="11388436" cy="6149788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  <a:latin typeface="Avenir Book" panose="02000503020000020003" pitchFamily="2" charset="0"/>
              </a:rPr>
              <a:t>                           </a:t>
            </a:r>
            <a:r>
              <a:rPr lang="en-US" sz="3600" dirty="0">
                <a:solidFill>
                  <a:srgbClr val="FFFF00"/>
                </a:solidFill>
                <a:latin typeface="Avenir Book" panose="02000503020000020003" pitchFamily="2" charset="0"/>
              </a:rPr>
              <a:t>D</a:t>
            </a:r>
          </a:p>
          <a:p>
            <a:pPr algn="l"/>
            <a:r>
              <a:rPr lang="en-US" sz="3600" dirty="0" err="1">
                <a:solidFill>
                  <a:schemeClr val="bg1"/>
                </a:solidFill>
                <a:latin typeface="Avenir Book" panose="02000503020000020003" pitchFamily="2" charset="0"/>
              </a:rPr>
              <a:t>'Cause</a:t>
            </a:r>
            <a:r>
              <a:rPr lang="en-US" sz="3600" dirty="0">
                <a:solidFill>
                  <a:schemeClr val="bg1"/>
                </a:solidFill>
                <a:latin typeface="Avenir Book" panose="02000503020000020003" pitchFamily="2" charset="0"/>
              </a:rPr>
              <a:t> when we see You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Book" panose="02000503020000020003" pitchFamily="2" charset="0"/>
              </a:rPr>
              <a:t>             </a:t>
            </a:r>
            <a:r>
              <a:rPr lang="en-US" sz="3600" dirty="0">
                <a:solidFill>
                  <a:srgbClr val="FFFF00"/>
                </a:solidFill>
                <a:latin typeface="Avenir Book" panose="02000503020000020003" pitchFamily="2" charset="0"/>
              </a:rPr>
              <a:t>C                              G</a:t>
            </a:r>
            <a:endParaRPr lang="en-US" sz="3600" dirty="0">
              <a:solidFill>
                <a:schemeClr val="bg1"/>
              </a:solidFill>
              <a:latin typeface="Avenir Book" panose="02000503020000020003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Book" panose="02000503020000020003" pitchFamily="2" charset="0"/>
              </a:rPr>
              <a:t>We find strength to face the day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Book" panose="02000503020000020003" pitchFamily="2" charset="0"/>
              </a:rPr>
              <a:t>  </a:t>
            </a:r>
            <a:r>
              <a:rPr lang="en-US" sz="36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D</a:t>
            </a:r>
            <a:endParaRPr lang="en-US" sz="3600" dirty="0">
              <a:solidFill>
                <a:schemeClr val="bg1"/>
              </a:solidFill>
              <a:latin typeface="Avenir Book" panose="02000503020000020003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Book" panose="02000503020000020003" pitchFamily="2" charset="0"/>
              </a:rPr>
              <a:t>And in Your presence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C   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Book" panose="02000503020000020003" pitchFamily="2" charset="0"/>
              </a:rPr>
              <a:t>All our fears are washed away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D</a:t>
            </a:r>
            <a:endParaRPr lang="en-US" sz="3600" dirty="0">
              <a:solidFill>
                <a:schemeClr val="bg1"/>
              </a:solidFill>
              <a:latin typeface="Avenir Book" panose="02000503020000020003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Book" panose="02000503020000020003" pitchFamily="2" charset="0"/>
              </a:rPr>
              <a:t>washed  away</a:t>
            </a:r>
          </a:p>
        </p:txBody>
      </p:sp>
    </p:spTree>
    <p:extLst>
      <p:ext uri="{BB962C8B-B14F-4D97-AF65-F5344CB8AC3E}">
        <p14:creationId xmlns:p14="http://schemas.microsoft.com/office/powerpoint/2010/main" val="39759011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7BB6E6-E461-153D-F783-F0EA54799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6FF352C-7806-2DA1-BEDF-32FA335C97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296562"/>
            <a:ext cx="11246735" cy="6215449"/>
          </a:xfrm>
        </p:spPr>
        <p:txBody>
          <a:bodyPr>
            <a:noAutofit/>
          </a:bodyPr>
          <a:lstStyle/>
          <a:p>
            <a:pPr algn="l"/>
            <a:endParaRPr lang="en-US" sz="4000" dirty="0">
              <a:solidFill>
                <a:schemeClr val="bg1"/>
              </a:solidFill>
              <a:latin typeface="Avenir Book" panose="02000503020000020003" pitchFamily="2" charset="0"/>
            </a:endParaRP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G             Em        C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Hosanna, hosanna 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 G             D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 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You are the God who saves us,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</a:t>
            </a:r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Em                C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worthy of all our praises</a:t>
            </a:r>
          </a:p>
          <a:p>
            <a:pPr algn="l"/>
            <a:endParaRPr lang="en-US" sz="4000" dirty="0">
              <a:solidFill>
                <a:schemeClr val="bg1"/>
              </a:solidFill>
              <a:latin typeface="Avenir Book" panose="02000503020000020003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7ED1C6-8090-A96C-6695-9C21334C69F1}"/>
              </a:ext>
            </a:extLst>
          </p:cNvPr>
          <p:cNvSpPr txBox="1"/>
          <p:nvPr/>
        </p:nvSpPr>
        <p:spPr>
          <a:xfrm>
            <a:off x="8995720" y="6188845"/>
            <a:ext cx="30805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X2 to verse 2</a:t>
            </a:r>
          </a:p>
        </p:txBody>
      </p:sp>
    </p:spTree>
    <p:extLst>
      <p:ext uri="{BB962C8B-B14F-4D97-AF65-F5344CB8AC3E}">
        <p14:creationId xmlns:p14="http://schemas.microsoft.com/office/powerpoint/2010/main" val="13300211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CF235D-AE38-2D22-EF3F-B7A9ABB59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4E071A1-A709-8D52-8851-9BD28B97E2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340660"/>
            <a:ext cx="11388436" cy="6167716"/>
          </a:xfrm>
        </p:spPr>
        <p:txBody>
          <a:bodyPr>
            <a:noAutofit/>
          </a:bodyPr>
          <a:lstStyle/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G                                                         C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Hear the sound of hearts returning to You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G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We turn to You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G                                                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In Your kingdom broken lives are made new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   G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You make us new</a:t>
            </a:r>
          </a:p>
        </p:txBody>
      </p:sp>
    </p:spTree>
    <p:extLst>
      <p:ext uri="{BB962C8B-B14F-4D97-AF65-F5344CB8AC3E}">
        <p14:creationId xmlns:p14="http://schemas.microsoft.com/office/powerpoint/2010/main" val="24968809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5E8D88-D092-9666-D968-65A1A974D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D28EB23-FD38-7801-5BDE-85C9DEDD27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268942"/>
            <a:ext cx="11388436" cy="6589058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  <a:latin typeface="Avenir Book" panose="02000503020000020003" pitchFamily="2" charset="0"/>
              </a:rPr>
              <a:t>                           </a:t>
            </a:r>
            <a:r>
              <a:rPr lang="en-US" sz="3600" dirty="0">
                <a:solidFill>
                  <a:srgbClr val="FFFF00"/>
                </a:solidFill>
                <a:latin typeface="Avenir Book" panose="02000503020000020003" pitchFamily="2" charset="0"/>
              </a:rPr>
              <a:t>D</a:t>
            </a:r>
          </a:p>
          <a:p>
            <a:pPr algn="l"/>
            <a:r>
              <a:rPr lang="en-US" sz="3600" dirty="0" err="1">
                <a:solidFill>
                  <a:schemeClr val="bg1"/>
                </a:solidFill>
                <a:latin typeface="Avenir Book" panose="02000503020000020003" pitchFamily="2" charset="0"/>
              </a:rPr>
              <a:t>'Cause</a:t>
            </a:r>
            <a:r>
              <a:rPr lang="en-US" sz="3600" dirty="0">
                <a:solidFill>
                  <a:schemeClr val="bg1"/>
                </a:solidFill>
                <a:latin typeface="Avenir Book" panose="02000503020000020003" pitchFamily="2" charset="0"/>
              </a:rPr>
              <a:t> when we see You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Book" panose="02000503020000020003" pitchFamily="2" charset="0"/>
              </a:rPr>
              <a:t>             </a:t>
            </a:r>
            <a:r>
              <a:rPr lang="en-US" sz="3600" dirty="0">
                <a:solidFill>
                  <a:srgbClr val="FFFF00"/>
                </a:solidFill>
                <a:latin typeface="Avenir Book" panose="02000503020000020003" pitchFamily="2" charset="0"/>
              </a:rPr>
              <a:t>C                              G</a:t>
            </a:r>
            <a:endParaRPr lang="en-US" sz="3600" dirty="0">
              <a:solidFill>
                <a:schemeClr val="bg1"/>
              </a:solidFill>
              <a:latin typeface="Avenir Book" panose="02000503020000020003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Book" panose="02000503020000020003" pitchFamily="2" charset="0"/>
              </a:rPr>
              <a:t>We find strength to face the day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Book" panose="02000503020000020003" pitchFamily="2" charset="0"/>
              </a:rPr>
              <a:t>  </a:t>
            </a:r>
            <a:r>
              <a:rPr lang="en-US" sz="36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D</a:t>
            </a:r>
            <a:endParaRPr lang="en-US" sz="3600" dirty="0">
              <a:solidFill>
                <a:schemeClr val="bg1"/>
              </a:solidFill>
              <a:latin typeface="Avenir Book" panose="02000503020000020003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Book" panose="02000503020000020003" pitchFamily="2" charset="0"/>
              </a:rPr>
              <a:t>And in Your presence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C   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Book" panose="02000503020000020003" pitchFamily="2" charset="0"/>
              </a:rPr>
              <a:t>All our fears are washed away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D</a:t>
            </a:r>
            <a:endParaRPr lang="en-US" sz="3600" dirty="0">
              <a:solidFill>
                <a:schemeClr val="bg1"/>
              </a:solidFill>
              <a:latin typeface="Avenir Book" panose="02000503020000020003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Book" panose="02000503020000020003" pitchFamily="2" charset="0"/>
              </a:rPr>
              <a:t>washed  away</a:t>
            </a:r>
          </a:p>
        </p:txBody>
      </p:sp>
    </p:spTree>
    <p:extLst>
      <p:ext uri="{BB962C8B-B14F-4D97-AF65-F5344CB8AC3E}">
        <p14:creationId xmlns:p14="http://schemas.microsoft.com/office/powerpoint/2010/main" val="33684852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D2DBC6-DAEB-C0FB-13A4-CB4D29712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C0827AA-9AA3-F6AE-8CE0-8CBCF323E8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333632"/>
            <a:ext cx="11388436" cy="6264876"/>
          </a:xfrm>
        </p:spPr>
        <p:txBody>
          <a:bodyPr>
            <a:noAutofit/>
          </a:bodyPr>
          <a:lstStyle/>
          <a:p>
            <a:pPr algn="l"/>
            <a:endParaRPr lang="en-US" sz="4000" dirty="0">
              <a:solidFill>
                <a:schemeClr val="bg1"/>
              </a:solidFill>
              <a:latin typeface="Avenir Book" panose="02000503020000020003" pitchFamily="2" charset="0"/>
            </a:endParaRP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G             Em        C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Hosanna, hosanna 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 G             D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 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You are the God who saves us,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</a:t>
            </a:r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Em                C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worthy of all our praises</a:t>
            </a:r>
          </a:p>
          <a:p>
            <a:pPr algn="l"/>
            <a:endParaRPr lang="en-US" sz="4000" dirty="0">
              <a:solidFill>
                <a:schemeClr val="bg1"/>
              </a:solidFill>
              <a:latin typeface="Avenir Book" panose="020005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37624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7CA8AD-850C-909F-1318-65FB8B56B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E48F5C2-0EC0-0D97-FBEB-AF3A71E533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284205"/>
            <a:ext cx="11388436" cy="6326659"/>
          </a:xfrm>
        </p:spPr>
        <p:txBody>
          <a:bodyPr>
            <a:noAutofit/>
          </a:bodyPr>
          <a:lstStyle/>
          <a:p>
            <a:pPr algn="l"/>
            <a:endParaRPr lang="en-US" sz="4000" dirty="0">
              <a:solidFill>
                <a:schemeClr val="bg1"/>
              </a:solidFill>
              <a:latin typeface="Avenir Book" panose="02000503020000020003" pitchFamily="2" charset="0"/>
            </a:endParaRP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G             Em        C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Hosanna, hosanna 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         G                 D</a:t>
            </a:r>
            <a:endParaRPr lang="en-US" sz="4000" dirty="0">
              <a:solidFill>
                <a:schemeClr val="bg1"/>
              </a:solidFill>
              <a:latin typeface="Avenir Book" panose="02000503020000020003" pitchFamily="2" charset="0"/>
            </a:endParaRP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Come have Your way among us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</a:t>
            </a:r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         Em                C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We welcome You here Lord Jesus</a:t>
            </a:r>
          </a:p>
          <a:p>
            <a:pPr algn="l"/>
            <a:endParaRPr lang="en-US" sz="4000" dirty="0">
              <a:solidFill>
                <a:schemeClr val="bg1"/>
              </a:solidFill>
              <a:latin typeface="Avenir Book" panose="020005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53726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287C1B-C488-C749-4909-94AC82F40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F49822D-CD2D-EC7F-E64D-1BB2E67992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268942"/>
            <a:ext cx="8769811" cy="6589058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  <a:latin typeface="Avenir Book" panose="02000503020000020003" pitchFamily="2" charset="0"/>
              </a:rPr>
              <a:t>                           </a:t>
            </a:r>
            <a:r>
              <a:rPr lang="en-US" sz="3600" dirty="0">
                <a:solidFill>
                  <a:srgbClr val="FFFF00"/>
                </a:solidFill>
                <a:latin typeface="Avenir Book" panose="02000503020000020003" pitchFamily="2" charset="0"/>
              </a:rPr>
              <a:t>D</a:t>
            </a:r>
          </a:p>
          <a:p>
            <a:pPr algn="l"/>
            <a:r>
              <a:rPr lang="en-US" sz="3600" dirty="0" err="1">
                <a:solidFill>
                  <a:schemeClr val="bg1"/>
                </a:solidFill>
                <a:latin typeface="Avenir Book" panose="02000503020000020003" pitchFamily="2" charset="0"/>
              </a:rPr>
              <a:t>'Cause</a:t>
            </a:r>
            <a:r>
              <a:rPr lang="en-US" sz="3600" dirty="0">
                <a:solidFill>
                  <a:schemeClr val="bg1"/>
                </a:solidFill>
                <a:latin typeface="Avenir Book" panose="02000503020000020003" pitchFamily="2" charset="0"/>
              </a:rPr>
              <a:t> when we see You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Book" panose="02000503020000020003" pitchFamily="2" charset="0"/>
              </a:rPr>
              <a:t>             </a:t>
            </a:r>
            <a:r>
              <a:rPr lang="en-US" sz="3600" dirty="0">
                <a:solidFill>
                  <a:srgbClr val="FFFF00"/>
                </a:solidFill>
                <a:latin typeface="Avenir Book" panose="02000503020000020003" pitchFamily="2" charset="0"/>
              </a:rPr>
              <a:t>C                              G</a:t>
            </a:r>
            <a:endParaRPr lang="en-US" sz="3600" dirty="0">
              <a:solidFill>
                <a:schemeClr val="bg1"/>
              </a:solidFill>
              <a:latin typeface="Avenir Book" panose="02000503020000020003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Book" panose="02000503020000020003" pitchFamily="2" charset="0"/>
              </a:rPr>
              <a:t>We find strength to face the day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Book" panose="02000503020000020003" pitchFamily="2" charset="0"/>
              </a:rPr>
              <a:t>  </a:t>
            </a:r>
            <a:r>
              <a:rPr lang="en-US" sz="36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D</a:t>
            </a:r>
            <a:endParaRPr lang="en-US" sz="3600" dirty="0">
              <a:solidFill>
                <a:schemeClr val="bg1"/>
              </a:solidFill>
              <a:latin typeface="Avenir Book" panose="02000503020000020003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Book" panose="02000503020000020003" pitchFamily="2" charset="0"/>
              </a:rPr>
              <a:t>And in Your presence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C   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Book" panose="02000503020000020003" pitchFamily="2" charset="0"/>
              </a:rPr>
              <a:t>All our fears are washed away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D</a:t>
            </a:r>
            <a:endParaRPr lang="en-US" sz="3600" dirty="0">
              <a:solidFill>
                <a:schemeClr val="bg1"/>
              </a:solidFill>
              <a:latin typeface="Avenir Book" panose="02000503020000020003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Book" panose="02000503020000020003" pitchFamily="2" charset="0"/>
              </a:rPr>
              <a:t>washed  away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376C31B-0EB3-AE92-5497-6B0DB50D25BA}"/>
              </a:ext>
            </a:extLst>
          </p:cNvPr>
          <p:cNvSpPr txBox="1"/>
          <p:nvPr/>
        </p:nvSpPr>
        <p:spPr>
          <a:xfrm>
            <a:off x="8390238" y="6042697"/>
            <a:ext cx="36613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x2 to chorus</a:t>
            </a:r>
          </a:p>
        </p:txBody>
      </p:sp>
    </p:spTree>
    <p:extLst>
      <p:ext uri="{BB962C8B-B14F-4D97-AF65-F5344CB8AC3E}">
        <p14:creationId xmlns:p14="http://schemas.microsoft.com/office/powerpoint/2010/main" val="23015895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7A8A91-DF8B-60F3-591C-C1550E6D2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72EBEB0-8A0D-8AF5-8E71-5A9992AED2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976184"/>
            <a:ext cx="11388436" cy="5301047"/>
          </a:xfrm>
        </p:spPr>
        <p:txBody>
          <a:bodyPr>
            <a:noAutofit/>
          </a:bodyPr>
          <a:lstStyle/>
          <a:p>
            <a:pPr algn="l"/>
            <a:endParaRPr lang="en-US" sz="4000" dirty="0">
              <a:solidFill>
                <a:schemeClr val="bg1"/>
              </a:solidFill>
              <a:latin typeface="Avenir Book" panose="02000503020000020003" pitchFamily="2" charset="0"/>
            </a:endParaRP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G             Em        C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Hosanna, hosanna 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 G             D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 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You are the God who saves us,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</a:t>
            </a:r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Em                C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worthy of all our praises</a:t>
            </a:r>
          </a:p>
          <a:p>
            <a:pPr algn="l"/>
            <a:endParaRPr lang="en-US" sz="4000" dirty="0">
              <a:solidFill>
                <a:schemeClr val="bg1"/>
              </a:solidFill>
              <a:latin typeface="Avenir Book" panose="020005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89927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5B9480-CC4D-60A9-30EB-47924A6C4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7ED0AF9-8A1F-EE0A-C826-492EA5C633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976184"/>
            <a:ext cx="11388436" cy="5301047"/>
          </a:xfrm>
        </p:spPr>
        <p:txBody>
          <a:bodyPr>
            <a:noAutofit/>
          </a:bodyPr>
          <a:lstStyle/>
          <a:p>
            <a:pPr algn="l"/>
            <a:endParaRPr lang="en-US" sz="4000" dirty="0">
              <a:solidFill>
                <a:schemeClr val="bg1"/>
              </a:solidFill>
              <a:latin typeface="Avenir Book" panose="02000503020000020003" pitchFamily="2" charset="0"/>
            </a:endParaRP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G             Em        C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Hosanna, hosanna 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         G                 D</a:t>
            </a:r>
            <a:endParaRPr lang="en-US" sz="4000" dirty="0">
              <a:solidFill>
                <a:schemeClr val="bg1"/>
              </a:solidFill>
              <a:latin typeface="Avenir Book" panose="02000503020000020003" pitchFamily="2" charset="0"/>
            </a:endParaRP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Come have Your way among us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</a:t>
            </a:r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         Em                C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We welcome You here Lord Jesus</a:t>
            </a:r>
          </a:p>
          <a:p>
            <a:pPr algn="l"/>
            <a:endParaRPr lang="en-US" sz="4000" dirty="0">
              <a:solidFill>
                <a:schemeClr val="bg1"/>
              </a:solidFill>
              <a:latin typeface="Avenir Book" panose="02000503020000020003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38E298-AAEB-671D-2DA3-3C0D5A5EA45D}"/>
              </a:ext>
            </a:extLst>
          </p:cNvPr>
          <p:cNvSpPr txBox="1"/>
          <p:nvPr/>
        </p:nvSpPr>
        <p:spPr>
          <a:xfrm>
            <a:off x="9969817" y="6277231"/>
            <a:ext cx="21311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play x2 END</a:t>
            </a:r>
          </a:p>
        </p:txBody>
      </p:sp>
    </p:spTree>
    <p:extLst>
      <p:ext uri="{BB962C8B-B14F-4D97-AF65-F5344CB8AC3E}">
        <p14:creationId xmlns:p14="http://schemas.microsoft.com/office/powerpoint/2010/main" val="21630622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3D071A-7EC9-4E7A-7E64-AC5A66667E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298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9" y="1042071"/>
            <a:ext cx="7786671" cy="1793584"/>
          </a:xfrm>
        </p:spPr>
        <p:txBody>
          <a:bodyPr>
            <a:normAutofit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i="1" dirty="0">
                <a:latin typeface="Avenir Oblique" panose="02000503020000020003" pitchFamily="2" charset="0"/>
                <a:ea typeface="Bodoni Ornaments" pitchFamily="2" charset="0"/>
              </a:rPr>
              <a:t>Yet Not I but Through Christ In Me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78888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F  C  F</a:t>
            </a:r>
          </a:p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C                     C         F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gift of grace is Jesus my redeemer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C                         Am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 is no more for heaven now to give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C                                         F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is my joy, my righteousness, and freedom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C            G         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steadfast love, my deep and boundless peace</a:t>
            </a:r>
          </a:p>
        </p:txBody>
      </p:sp>
    </p:spTree>
    <p:extLst>
      <p:ext uri="{BB962C8B-B14F-4D97-AF65-F5344CB8AC3E}">
        <p14:creationId xmlns:p14="http://schemas.microsoft.com/office/powerpoint/2010/main" val="897242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F            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this I hold, my hope is only Jesus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F       C                         </a:t>
            </a:r>
            <a:r>
              <a:rPr lang="en-US" sz="36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Gsus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my life is wholly bound to His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C                  Dm               C             F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 how strange and divine, I can sing all is mine,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C                    G            C     F   C   F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Yet not I but through Christ in me</a:t>
            </a:r>
          </a:p>
        </p:txBody>
      </p:sp>
    </p:spTree>
    <p:extLst>
      <p:ext uri="{BB962C8B-B14F-4D97-AF65-F5344CB8AC3E}">
        <p14:creationId xmlns:p14="http://schemas.microsoft.com/office/powerpoint/2010/main" val="42541841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509865-FB07-652F-1AE2-745C11647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E870F10-2193-0B69-824C-F8191579F2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C                            F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night is dark, but I am not forsaken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C                          Am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by my side, the Savior, He will stay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C                                  F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labor on in weakness and rejoicing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C             G                 </a:t>
            </a:r>
            <a:r>
              <a:rPr lang="en-US" sz="36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Csus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in my need, His power is displayed</a:t>
            </a:r>
          </a:p>
        </p:txBody>
      </p:sp>
    </p:spTree>
    <p:extLst>
      <p:ext uri="{BB962C8B-B14F-4D97-AF65-F5344CB8AC3E}">
        <p14:creationId xmlns:p14="http://schemas.microsoft.com/office/powerpoint/2010/main" val="17418689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C8A1F1-7255-F432-7DA3-C654AC21E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EA45019-6D8B-EC2E-BDFE-8B843CECDB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F                   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this I hold, my Shepherd will defend 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F            C                    </a:t>
            </a:r>
            <a:r>
              <a:rPr lang="en-US" sz="36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Gsus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Through the deepest valley He will lead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C                      Dm             C             F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 the night has been won, and I shall overcome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C                    G             C    F   C   F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Yet not I but through Christ in me</a:t>
            </a:r>
          </a:p>
        </p:txBody>
      </p:sp>
    </p:spTree>
    <p:extLst>
      <p:ext uri="{BB962C8B-B14F-4D97-AF65-F5344CB8AC3E}">
        <p14:creationId xmlns:p14="http://schemas.microsoft.com/office/powerpoint/2010/main" val="18463203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F6B8ED-7236-973A-D361-838236E0E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A0C5889-6228-1254-FE20-94E48411B8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C                                  F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 fate I dread, I know I am forgiven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C                           Am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future sure, the price it has been paid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C                                       F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Jesus bled and suffered for my pardon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C               G                     </a:t>
            </a:r>
            <a:r>
              <a:rPr lang="en-US" sz="36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Csus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He was raised to overthrow the grave</a:t>
            </a:r>
          </a:p>
        </p:txBody>
      </p:sp>
    </p:spTree>
    <p:extLst>
      <p:ext uri="{BB962C8B-B14F-4D97-AF65-F5344CB8AC3E}">
        <p14:creationId xmlns:p14="http://schemas.microsoft.com/office/powerpoint/2010/main" val="30311391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B3A5DE-9ADA-275A-9FAD-950EE4938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B228D9B-F9AC-468C-38AA-D46DBC3F33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F                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this I hold, my sin has been defeated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F            C               </a:t>
            </a:r>
            <a:r>
              <a:rPr lang="en-US" sz="36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Gsus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now and ever is my plea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C                  Dm               C             F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 the chains are released, I can sing I am free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C                     G           C        F   C   F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Yet not I but through Christ in me</a:t>
            </a:r>
          </a:p>
        </p:txBody>
      </p:sp>
    </p:spTree>
    <p:extLst>
      <p:ext uri="{BB962C8B-B14F-4D97-AF65-F5344CB8AC3E}">
        <p14:creationId xmlns:p14="http://schemas.microsoft.com/office/powerpoint/2010/main" val="14037093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49C126-010D-E8F3-CADF-E6A1D88A2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F6DAFB2-9087-22FD-B123-EB2B1009E1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C                                    F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every breath I long to follow Jesus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C                         Am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He has said that He will bring me home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C                               F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day by day I know He will renew 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C              G                        </a:t>
            </a:r>
            <a:r>
              <a:rPr lang="en-US" sz="36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Csus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Until I stand with joy before the throne</a:t>
            </a:r>
          </a:p>
        </p:txBody>
      </p:sp>
    </p:spTree>
    <p:extLst>
      <p:ext uri="{BB962C8B-B14F-4D97-AF65-F5344CB8AC3E}">
        <p14:creationId xmlns:p14="http://schemas.microsoft.com/office/powerpoint/2010/main" val="20033059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39CCC0-3869-112D-04A5-9DA2804B4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58CD823-B4A6-4711-77C4-BC07C91B0E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940617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F           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this I hold, my hope is only Jesus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F       C                  </a:t>
            </a:r>
            <a:r>
              <a:rPr lang="en-US" sz="36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Gsus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the glory evermore to Him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C                  Dm              C                F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the race is complete, still my lips shall repeat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C                     G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Yet not I but through Christ in 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325EEB-D4D9-6531-A835-E2B5CA84AD59}"/>
              </a:ext>
            </a:extLst>
          </p:cNvPr>
          <p:cNvSpPr txBox="1"/>
          <p:nvPr/>
        </p:nvSpPr>
        <p:spPr>
          <a:xfrm>
            <a:off x="10081694" y="5985991"/>
            <a:ext cx="188756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REPEAT</a:t>
            </a:r>
          </a:p>
        </p:txBody>
      </p:sp>
    </p:spTree>
    <p:extLst>
      <p:ext uri="{BB962C8B-B14F-4D97-AF65-F5344CB8AC3E}">
        <p14:creationId xmlns:p14="http://schemas.microsoft.com/office/powerpoint/2010/main" val="27974433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DC01C5-9AF3-0E50-D50F-7F6FF0908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B874585-2C25-45A7-0BF6-CB81B384B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C                  Dm              C             F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the race is complete, still my lips shall repeat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C                    G            Am   F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Yet not I but through Christ in 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C                    G            Am   F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Yet not I but through Christ in 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C                    G            C      F   C   F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Yet not I but through Christ in 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CB86D3F-8B2E-E3B5-7ADC-BFBF4C544ED7}"/>
              </a:ext>
            </a:extLst>
          </p:cNvPr>
          <p:cNvSpPr txBox="1"/>
          <p:nvPr/>
        </p:nvSpPr>
        <p:spPr>
          <a:xfrm>
            <a:off x="10784321" y="5985991"/>
            <a:ext cx="118494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36469627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4" name="Picture 3" descr="A mountain with a red sky&#10;&#10;AI-generated content may be incorrect.">
            <a:extLst>
              <a:ext uri="{FF2B5EF4-FFF2-40B4-BE49-F238E27FC236}">
                <a16:creationId xmlns:a16="http://schemas.microsoft.com/office/drawing/2014/main" id="{F8A33EF8-8399-C39F-50A0-F9B748F8C2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141" t="9091" r="27222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pPr algn="l"/>
            <a:endParaRPr lang="en-US" sz="2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000" i="1" dirty="0">
                <a:solidFill>
                  <a:schemeClr val="bg1"/>
                </a:solidFill>
                <a:latin typeface="Avenir Oblique" panose="02000503020000020003" pitchFamily="2" charset="0"/>
                <a:ea typeface="Bodoni Ornaments" pitchFamily="2" charset="0"/>
              </a:rPr>
              <a:t>Hymn of Heaven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19598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" y="497702"/>
            <a:ext cx="11671300" cy="5966598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C          </a:t>
            </a:r>
            <a:r>
              <a:rPr lang="en-US" sz="2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Csus</a:t>
            </a:r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I long to breathe the air of Heaven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Am           F             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Where pain is gone and mercy fills the streets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C            F                          C      G    Am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look upon the one who bled to save me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F                   G          C      </a:t>
            </a:r>
            <a:r>
              <a:rPr lang="en-US" sz="2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Csus</a:t>
            </a:r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walk with Him for all eternity</a:t>
            </a:r>
          </a:p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08972D1-9DD2-4BAD-B07A-8B71ABA994B1}"/>
              </a:ext>
            </a:extLst>
          </p:cNvPr>
          <p:cNvSpPr txBox="1"/>
          <p:nvPr/>
        </p:nvSpPr>
        <p:spPr>
          <a:xfrm>
            <a:off x="9308162" y="6006355"/>
            <a:ext cx="26339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To CHORUS</a:t>
            </a:r>
          </a:p>
        </p:txBody>
      </p:sp>
    </p:spTree>
    <p:extLst>
      <p:ext uri="{BB962C8B-B14F-4D97-AF65-F5344CB8AC3E}">
        <p14:creationId xmlns:p14="http://schemas.microsoft.com/office/powerpoint/2010/main" val="31641634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97AA4F-6DB9-E773-223F-A914B162B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0718BD2-4DDC-7FA1-35A2-586A13A3D2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             F               G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Oh, There will be a day When all will bow before Him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C      F               Am            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 will be a day When death will be no more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C          F               G                          C     G    Am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Standing face to face With He who died and rose again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G              C       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holy is the Lord</a:t>
            </a:r>
          </a:p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0070D0-F8B7-8DCD-335C-10A2CA5FD83C}"/>
              </a:ext>
            </a:extLst>
          </p:cNvPr>
          <p:cNvSpPr txBox="1"/>
          <p:nvPr/>
        </p:nvSpPr>
        <p:spPr>
          <a:xfrm>
            <a:off x="9716158" y="6006355"/>
            <a:ext cx="22259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TO VERSE</a:t>
            </a:r>
          </a:p>
        </p:txBody>
      </p:sp>
    </p:spTree>
    <p:extLst>
      <p:ext uri="{BB962C8B-B14F-4D97-AF65-F5344CB8AC3E}">
        <p14:creationId xmlns:p14="http://schemas.microsoft.com/office/powerpoint/2010/main" val="11992425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581AFB-6378-F9CB-86D9-0C945A6E0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C9F9F15-E5D6-33EC-7B73-DAF032B1C9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C               F         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Every prayer we prayed in desperation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Am         F                             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songs of faith we sang through doubt and fear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C              F                      C       G     Am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the end we’ll see that it was worth it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F           G                      C          </a:t>
            </a:r>
            <a:r>
              <a:rPr lang="en-US" sz="2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Csus</a:t>
            </a:r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He returns to wipe away our tears</a:t>
            </a:r>
          </a:p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A5C9DD2-43BE-5E61-CEEA-528906B2FC39}"/>
              </a:ext>
            </a:extLst>
          </p:cNvPr>
          <p:cNvSpPr txBox="1"/>
          <p:nvPr/>
        </p:nvSpPr>
        <p:spPr>
          <a:xfrm>
            <a:off x="9206403" y="6006355"/>
            <a:ext cx="27356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TO CHORUS</a:t>
            </a:r>
          </a:p>
        </p:txBody>
      </p:sp>
    </p:spTree>
    <p:extLst>
      <p:ext uri="{BB962C8B-B14F-4D97-AF65-F5344CB8AC3E}">
        <p14:creationId xmlns:p14="http://schemas.microsoft.com/office/powerpoint/2010/main" val="33592540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F767A5-1040-0B0E-42CB-60FCAC3E3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7544F2D-181E-4237-C2C4-9E0C7F0F61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             F               G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Oh, There will be a day When all will bow before Him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C      F               Am            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 will be a day When death will be no more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C          F               G                          C     G    Am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Standing face to face With He who died and rose again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G              C       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holy is the Lord</a:t>
            </a:r>
          </a:p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51C2DD-506E-D65A-334F-3F7D79579142}"/>
              </a:ext>
            </a:extLst>
          </p:cNvPr>
          <p:cNvSpPr txBox="1"/>
          <p:nvPr/>
        </p:nvSpPr>
        <p:spPr>
          <a:xfrm>
            <a:off x="9716158" y="6006355"/>
            <a:ext cx="22259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TO VERSE</a:t>
            </a:r>
          </a:p>
        </p:txBody>
      </p:sp>
    </p:spTree>
    <p:extLst>
      <p:ext uri="{BB962C8B-B14F-4D97-AF65-F5344CB8AC3E}">
        <p14:creationId xmlns:p14="http://schemas.microsoft.com/office/powerpoint/2010/main" val="21821821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9F9209-9E9A-6DE6-D13F-ADB369977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F1D2590-69D4-C086-7DB2-EBE408F429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C          F    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 that day we join the resurrection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Am            F            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stand beside the heroes of the faith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C                 F                C      G   Am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one voice a thousand generations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F                    G                       C      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Sing “worthy is the Lamb who was slain”</a:t>
            </a:r>
          </a:p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A09E45-A060-1811-9653-0CE09BE11A00}"/>
              </a:ext>
            </a:extLst>
          </p:cNvPr>
          <p:cNvSpPr txBox="1"/>
          <p:nvPr/>
        </p:nvSpPr>
        <p:spPr>
          <a:xfrm>
            <a:off x="9716158" y="6006355"/>
            <a:ext cx="22259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TO VERSE</a:t>
            </a:r>
          </a:p>
        </p:txBody>
      </p:sp>
    </p:spTree>
    <p:extLst>
      <p:ext uri="{BB962C8B-B14F-4D97-AF65-F5344CB8AC3E}">
        <p14:creationId xmlns:p14="http://schemas.microsoft.com/office/powerpoint/2010/main" val="10988623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1E0E32-01C4-4D80-A2A1-C201A67C4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65681B1-27E9-A129-5D47-E725637F58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C          F    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 that day we join the resurrection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Am            F            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stand beside the heroes of the faith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C                 F                C      G   Am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one voice a thousand generations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F                    G                       C      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Sing “worthy is the Lamb who was slain”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F      G                C      </a:t>
            </a:r>
            <a:r>
              <a:rPr lang="en-US" sz="2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Csus</a:t>
            </a:r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“Forever He shall reign”</a:t>
            </a:r>
          </a:p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1AEF3E3-8FD9-D62B-3CE1-FA5287092DD2}"/>
              </a:ext>
            </a:extLst>
          </p:cNvPr>
          <p:cNvSpPr txBox="1"/>
          <p:nvPr/>
        </p:nvSpPr>
        <p:spPr>
          <a:xfrm>
            <a:off x="9206403" y="6006355"/>
            <a:ext cx="27356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TO CHORUS</a:t>
            </a:r>
          </a:p>
        </p:txBody>
      </p:sp>
    </p:spTree>
    <p:extLst>
      <p:ext uri="{BB962C8B-B14F-4D97-AF65-F5344CB8AC3E}">
        <p14:creationId xmlns:p14="http://schemas.microsoft.com/office/powerpoint/2010/main" val="19972863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4E7897-A55E-6262-6393-541243C3F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AC9CC9F-D7E2-6F47-C910-4E3E025A2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C               F          G             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 let it be today we shout the hymn of Heaven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C           F               Am         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angels and the Saints we raise a mighty roar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F                G                 C          G      Am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“Glory to our God” who gave us life beyond the grave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G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holy is the Lord</a:t>
            </a:r>
          </a:p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22D9AF-AFD9-56B1-4988-CF76EDE37612}"/>
              </a:ext>
            </a:extLst>
          </p:cNvPr>
          <p:cNvSpPr txBox="1"/>
          <p:nvPr/>
        </p:nvSpPr>
        <p:spPr>
          <a:xfrm>
            <a:off x="9206403" y="6006355"/>
            <a:ext cx="27356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TO CHORUS</a:t>
            </a:r>
          </a:p>
        </p:txBody>
      </p:sp>
    </p:spTree>
    <p:extLst>
      <p:ext uri="{BB962C8B-B14F-4D97-AF65-F5344CB8AC3E}">
        <p14:creationId xmlns:p14="http://schemas.microsoft.com/office/powerpoint/2010/main" val="29736358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B4243B-246E-2EB9-4D86-850094129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FC05771-7487-C67B-8498-493E3A69BA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9375569" cy="5862596"/>
          </a:xfrm>
        </p:spPr>
        <p:txBody>
          <a:bodyPr>
            <a:noAutofit/>
          </a:bodyPr>
          <a:lstStyle/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C               F          G             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 let it be today we shout the hymn of Heaven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C           F               Am         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angels and the Saints we raise a mighty roar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F                G                 C          G      Am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“Glory to our God” who gave us life beyond the grave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G              Am  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holy is the Lord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G              Am  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holy is the Lord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G              C       </a:t>
            </a:r>
            <a:r>
              <a:rPr lang="en-US" sz="2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Csus</a:t>
            </a:r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C</a:t>
            </a:r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holy is the Lord</a:t>
            </a:r>
          </a:p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B3C2F6C-06BE-1A16-BBF1-3C4979094C46}"/>
              </a:ext>
            </a:extLst>
          </p:cNvPr>
          <p:cNvSpPr txBox="1"/>
          <p:nvPr/>
        </p:nvSpPr>
        <p:spPr>
          <a:xfrm>
            <a:off x="10832489" y="6006355"/>
            <a:ext cx="11095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26685302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3D071A-7EC9-4E7A-7E64-AC5A66667E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298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9" y="1397671"/>
            <a:ext cx="5614971" cy="1665567"/>
          </a:xfrm>
        </p:spPr>
        <p:txBody>
          <a:bodyPr>
            <a:normAutofit lnSpcReduction="10000"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i="1" dirty="0">
                <a:latin typeface="Avenir Oblique" panose="02000503020000020003" pitchFamily="2" charset="0"/>
                <a:ea typeface="Bodoni Ornaments" pitchFamily="2" charset="0"/>
              </a:rPr>
              <a:t>In Jesus Name (God of Possible)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5392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Bm                    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speak the name of Jesus over you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D                                             A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your hurting, in your sorrow, I will ask my God to move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Bm                                   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speak the name 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'cause</a:t>
            </a:r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it's all that I can do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D                                      A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desperation I'll seek heaven and pray this for you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5CAD866-0A22-037E-2C81-6F5EDCD20055}"/>
              </a:ext>
            </a:extLst>
          </p:cNvPr>
          <p:cNvSpPr txBox="1"/>
          <p:nvPr/>
        </p:nvSpPr>
        <p:spPr>
          <a:xfrm>
            <a:off x="9400716" y="152399"/>
            <a:ext cx="26037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CAPO @ 3</a:t>
            </a:r>
            <a:r>
              <a:rPr kumimoji="0" lang="en-US" sz="2800" b="1" i="0" u="none" strike="noStrike" kern="1200" cap="none" spc="0" normalizeH="0" baseline="30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rd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(F)</a:t>
            </a:r>
          </a:p>
        </p:txBody>
      </p:sp>
    </p:spTree>
    <p:extLst>
      <p:ext uri="{BB962C8B-B14F-4D97-AF65-F5344CB8AC3E}">
        <p14:creationId xmlns:p14="http://schemas.microsoft.com/office/powerpoint/2010/main" val="23710952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Bm                           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pray for your healing, that circumstances would change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D                                             A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pray that the fear inside would flee in Jesus  name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Bm                    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pray that a breakthrough would happen today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D                                      A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pray miracles over your life in Jesus  name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Bm                D     G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Jesus name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7F1E54-C8DC-EF3F-EFAD-52DF2D27C040}"/>
              </a:ext>
            </a:extLst>
          </p:cNvPr>
          <p:cNvSpPr txBox="1"/>
          <p:nvPr/>
        </p:nvSpPr>
        <p:spPr>
          <a:xfrm>
            <a:off x="9468678" y="6062869"/>
            <a:ext cx="27233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To verse 2</a:t>
            </a:r>
          </a:p>
        </p:txBody>
      </p:sp>
    </p:spTree>
    <p:extLst>
      <p:ext uri="{BB962C8B-B14F-4D97-AF65-F5344CB8AC3E}">
        <p14:creationId xmlns:p14="http://schemas.microsoft.com/office/powerpoint/2010/main" val="15642828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441E1E-AECC-7AC7-EBF1-5957768A4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9A96778-7D9A-D41F-632F-29DA5AAE88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Bm                 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speak the name of all authority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D                                               A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Declaring blessings, 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ev'ry</a:t>
            </a:r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promise He is faithful to keep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Bm                                                      G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speak the name no grave could ever hold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D                                                  A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is greater, He is stronger, He's the God of possible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BE6223-C41D-AC60-7198-6D5DAFD84D70}"/>
              </a:ext>
            </a:extLst>
          </p:cNvPr>
          <p:cNvSpPr txBox="1"/>
          <p:nvPr/>
        </p:nvSpPr>
        <p:spPr>
          <a:xfrm>
            <a:off x="9468678" y="6109101"/>
            <a:ext cx="22177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To Chorus</a:t>
            </a:r>
          </a:p>
        </p:txBody>
      </p:sp>
    </p:spTree>
    <p:extLst>
      <p:ext uri="{BB962C8B-B14F-4D97-AF65-F5344CB8AC3E}">
        <p14:creationId xmlns:p14="http://schemas.microsoft.com/office/powerpoint/2010/main" val="332454270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E1A33E-D7F5-8A9A-F600-367F59BC3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CA2DB68-8A85-5960-38A9-6995E02B6D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Bm                           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pray for your healing, that circumstances would change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D                                             A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pray that the fear inside would flee in Jesus  name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Bm                    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pray that a breakthrough would happen today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D                                      A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pray miracles over your life in Jesus  name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Bm                G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Jesus name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27E3247-536B-7374-BC80-D719237AE7C4}"/>
              </a:ext>
            </a:extLst>
          </p:cNvPr>
          <p:cNvSpPr txBox="1"/>
          <p:nvPr/>
        </p:nvSpPr>
        <p:spPr>
          <a:xfrm>
            <a:off x="9468678" y="6062869"/>
            <a:ext cx="27233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To Bridge</a:t>
            </a:r>
          </a:p>
        </p:txBody>
      </p:sp>
    </p:spTree>
    <p:extLst>
      <p:ext uri="{BB962C8B-B14F-4D97-AF65-F5344CB8AC3E}">
        <p14:creationId xmlns:p14="http://schemas.microsoft.com/office/powerpoint/2010/main" val="237543230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904C3C-6330-CC8E-348A-634D5ABF9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69CEF59-ED74-3112-0A1B-D082037523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Em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believe it, come receive it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D                                 Asus            A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Oh, the power of His Spirit is now forever yours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Em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believe it, come receive it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D                                        Asus                     A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the mighty name of Jesus, all things are possible 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8B9C2EC-19CB-F0A7-73C4-23B678A1EAAB}"/>
              </a:ext>
            </a:extLst>
          </p:cNvPr>
          <p:cNvSpPr txBox="1"/>
          <p:nvPr/>
        </p:nvSpPr>
        <p:spPr>
          <a:xfrm>
            <a:off x="9707218" y="6273225"/>
            <a:ext cx="2179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To Chorus</a:t>
            </a:r>
          </a:p>
        </p:txBody>
      </p:sp>
    </p:spTree>
    <p:extLst>
      <p:ext uri="{BB962C8B-B14F-4D97-AF65-F5344CB8AC3E}">
        <p14:creationId xmlns:p14="http://schemas.microsoft.com/office/powerpoint/2010/main" val="107995277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CFEA6C-4247-476A-6D1D-C6CB110A7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712A39-9787-06D9-FFB1-D18ED21DA5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Bm                           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pray for your healing, that circumstances would change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D                                             A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pray that the fear inside would flee in Jesus  name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Bm                    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pray that a breakthrough would happen today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D                                      A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pray miracles over your life in Jesus  name</a:t>
            </a:r>
          </a:p>
        </p:txBody>
      </p:sp>
    </p:spTree>
    <p:extLst>
      <p:ext uri="{BB962C8B-B14F-4D97-AF65-F5344CB8AC3E}">
        <p14:creationId xmlns:p14="http://schemas.microsoft.com/office/powerpoint/2010/main" val="82153853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262903-C242-E63F-BEA7-3CEACB7BC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857EC48-7D40-AE87-8408-DDB557158C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Bm       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pray for revival, for restoration of faith </a:t>
            </a:r>
            <a:b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</a:br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</a:t>
            </a:r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pray that the dead will come alive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Asus              A                 Bm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Jesus            name,      in Jesus name</a:t>
            </a: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Bm / G / D / 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0EDB74D-379C-6402-7BFC-8FD23B273152}"/>
              </a:ext>
            </a:extLst>
          </p:cNvPr>
          <p:cNvSpPr txBox="1"/>
          <p:nvPr/>
        </p:nvSpPr>
        <p:spPr>
          <a:xfrm>
            <a:off x="10502348" y="6062868"/>
            <a:ext cx="13450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314158089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3D071A-7EC9-4E7A-7E64-AC5A66667E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298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9" y="1397671"/>
            <a:ext cx="4023359" cy="1208141"/>
          </a:xfrm>
        </p:spPr>
        <p:txBody>
          <a:bodyPr>
            <a:normAutofit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i="1" dirty="0">
                <a:latin typeface="Avenir Oblique" panose="02000503020000020003" pitchFamily="2" charset="0"/>
                <a:ea typeface="Bodoni Ornaments" pitchFamily="2" charset="0"/>
              </a:rPr>
              <a:t>I Surrender All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3648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44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D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to Jesus I surrender</a:t>
            </a: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C        D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to Him I freely give</a:t>
            </a: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D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ever love and trust him</a:t>
            </a: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C              D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His presence daily live</a:t>
            </a:r>
          </a:p>
        </p:txBody>
      </p:sp>
    </p:spTree>
    <p:extLst>
      <p:ext uri="{BB962C8B-B14F-4D97-AF65-F5344CB8AC3E}">
        <p14:creationId xmlns:p14="http://schemas.microsoft.com/office/powerpoint/2010/main" val="144949643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Am   D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surrender all,    I surrender all</a:t>
            </a: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Em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to thee, my blessed Savior</a:t>
            </a: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D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surrender     all</a:t>
            </a:r>
          </a:p>
        </p:txBody>
      </p:sp>
    </p:spTree>
    <p:extLst>
      <p:ext uri="{BB962C8B-B14F-4D97-AF65-F5344CB8AC3E}">
        <p14:creationId xmlns:p14="http://schemas.microsoft.com/office/powerpoint/2010/main" val="352603149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40C23E-4E28-4A5F-7F27-2FA5F87A7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5E6E4FB-2F41-1935-5580-064DA9B53D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b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</a:br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D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to Jesus I surrender</a:t>
            </a: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C        D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Humbly at His feet I bow</a:t>
            </a: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D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Worldly pleasures all forsaken</a:t>
            </a: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C        D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Take me, Jesus, take me now</a:t>
            </a:r>
          </a:p>
        </p:txBody>
      </p:sp>
    </p:spTree>
    <p:extLst>
      <p:ext uri="{BB962C8B-B14F-4D97-AF65-F5344CB8AC3E}">
        <p14:creationId xmlns:p14="http://schemas.microsoft.com/office/powerpoint/2010/main" val="328440846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ED75FC-8405-8491-8894-BBC2C29CE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776BAB4-30B7-8BFD-3228-55C329D853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Am   D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surrender all,    I surrender all</a:t>
            </a: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Em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to thee, my blessed Savior</a:t>
            </a: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D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surrender     all</a:t>
            </a:r>
          </a:p>
        </p:txBody>
      </p:sp>
    </p:spTree>
    <p:extLst>
      <p:ext uri="{BB962C8B-B14F-4D97-AF65-F5344CB8AC3E}">
        <p14:creationId xmlns:p14="http://schemas.microsoft.com/office/powerpoint/2010/main" val="421633182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4C3148-64CF-54FC-E337-475AB0194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BB8A5D9-DF63-9D33-8A3A-DD15E665E9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44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D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to Jesus I surrender</a:t>
            </a: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C          D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Make me, Savior, wholly Thine</a:t>
            </a: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D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Let me feel Thy Holy Spirit</a:t>
            </a: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C               D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Truly know that Thou art mine</a:t>
            </a:r>
          </a:p>
        </p:txBody>
      </p:sp>
    </p:spTree>
    <p:extLst>
      <p:ext uri="{BB962C8B-B14F-4D97-AF65-F5344CB8AC3E}">
        <p14:creationId xmlns:p14="http://schemas.microsoft.com/office/powerpoint/2010/main" val="427478249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DD1BB9-7E5E-8388-045B-F66F43EF0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1CBDA96-64CE-A3B2-C73E-26F284CE72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Am   D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surrender all,    I surrender all</a:t>
            </a: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Em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to thee, my blessed Savior</a:t>
            </a: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D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surrender     all</a:t>
            </a:r>
          </a:p>
        </p:txBody>
      </p:sp>
    </p:spTree>
    <p:extLst>
      <p:ext uri="{BB962C8B-B14F-4D97-AF65-F5344CB8AC3E}">
        <p14:creationId xmlns:p14="http://schemas.microsoft.com/office/powerpoint/2010/main" val="208664281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E23ACA-23E2-E7C3-E44A-4D3EBD6C4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A1A4F28-A6EB-0F02-6D9E-0F5BACFA82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44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D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to Jesus I surrender</a:t>
            </a: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C      D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Lord, I give myself to Thee</a:t>
            </a: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D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Fill me with Thy love and power</a:t>
            </a: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C            D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Let Thy blessing fall on me</a:t>
            </a:r>
          </a:p>
        </p:txBody>
      </p:sp>
    </p:spTree>
    <p:extLst>
      <p:ext uri="{BB962C8B-B14F-4D97-AF65-F5344CB8AC3E}">
        <p14:creationId xmlns:p14="http://schemas.microsoft.com/office/powerpoint/2010/main" val="131619196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FE5769-8509-1F0D-D014-2D649FBC5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33F026B-DFC7-13FA-EC71-AB7DBC285E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Am   D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surrender all,    I surrender all</a:t>
            </a: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Em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to thee, my blessed Savior</a:t>
            </a: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D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surrender     all</a:t>
            </a:r>
          </a:p>
        </p:txBody>
      </p:sp>
    </p:spTree>
    <p:extLst>
      <p:ext uri="{BB962C8B-B14F-4D97-AF65-F5344CB8AC3E}">
        <p14:creationId xmlns:p14="http://schemas.microsoft.com/office/powerpoint/2010/main" val="154845002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C6724B-E200-733A-9D49-39689880E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FC93D4D-8317-09D2-BB16-089967C142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44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D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to Jesus I surrender</a:t>
            </a: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C           D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Now I feel the sacred flame</a:t>
            </a: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D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Oh, the joy of full salvation</a:t>
            </a: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C           D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Glory, glory to His   name</a:t>
            </a:r>
          </a:p>
        </p:txBody>
      </p:sp>
    </p:spTree>
    <p:extLst>
      <p:ext uri="{BB962C8B-B14F-4D97-AF65-F5344CB8AC3E}">
        <p14:creationId xmlns:p14="http://schemas.microsoft.com/office/powerpoint/2010/main" val="107419030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27D1FC-D5FF-36BA-0DDA-F7CA11AE7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2E744A5-AB3C-328C-9B47-9DB2518FC6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0534161" cy="6482862"/>
          </a:xfrm>
        </p:spPr>
        <p:txBody>
          <a:bodyPr>
            <a:noAutofit/>
          </a:bodyPr>
          <a:lstStyle/>
          <a:p>
            <a:pPr algn="l"/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Am   D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surrender all,    I surrender all</a:t>
            </a: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Em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to thee, my blessed Savior</a:t>
            </a: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D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surrender     all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5CD624E-F07A-A911-2F4F-F8EEE6EDBF9C}"/>
              </a:ext>
            </a:extLst>
          </p:cNvPr>
          <p:cNvSpPr txBox="1"/>
          <p:nvPr/>
        </p:nvSpPr>
        <p:spPr>
          <a:xfrm>
            <a:off x="10756900" y="6047546"/>
            <a:ext cx="11095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17360209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</TotalTime>
  <Words>2009</Words>
  <Application>Microsoft Macintosh PowerPoint</Application>
  <PresentationFormat>Widescreen</PresentationFormat>
  <Paragraphs>419</Paragraphs>
  <Slides>49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7" baseType="lpstr">
      <vt:lpstr>Aptos</vt:lpstr>
      <vt:lpstr>Aptos Display</vt:lpstr>
      <vt:lpstr>Arial</vt:lpstr>
      <vt:lpstr>Avenir Book</vt:lpstr>
      <vt:lpstr>Avenir Medium</vt:lpstr>
      <vt:lpstr>Avenir Oblique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23</cp:revision>
  <dcterms:created xsi:type="dcterms:W3CDTF">2026-04-04T15:41:28Z</dcterms:created>
  <dcterms:modified xsi:type="dcterms:W3CDTF">2026-10-29T06:34:45Z</dcterms:modified>
</cp:coreProperties>
</file>