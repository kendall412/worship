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2" r:id="rId3"/>
    <p:sldId id="261" r:id="rId4"/>
    <p:sldId id="259" r:id="rId5"/>
    <p:sldId id="273" r:id="rId6"/>
    <p:sldId id="265" r:id="rId7"/>
    <p:sldId id="274" r:id="rId8"/>
    <p:sldId id="268" r:id="rId9"/>
    <p:sldId id="275" r:id="rId10"/>
    <p:sldId id="256" r:id="rId11"/>
    <p:sldId id="284" r:id="rId12"/>
    <p:sldId id="287" r:id="rId13"/>
    <p:sldId id="285" r:id="rId14"/>
    <p:sldId id="288" r:id="rId15"/>
    <p:sldId id="286" r:id="rId16"/>
    <p:sldId id="276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74"/>
    <p:restoredTop sz="94622"/>
  </p:normalViewPr>
  <p:slideViewPr>
    <p:cSldViewPr snapToGrid="0">
      <p:cViewPr varScale="1">
        <p:scale>
          <a:sx n="107" d="100"/>
          <a:sy n="107" d="100"/>
        </p:scale>
        <p:origin x="192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34779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38754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80F83-840A-7D60-3E61-EB069DA8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E36D67-5F5B-1302-0FF4-08B06953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381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268279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      C                G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Em            C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is calling us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the vilest, the poor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D6EC4-127F-BFAD-171D-73A78D9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895BFC-B06A-5412-BD85-37FF4AC91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6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281531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He lavished on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Em                 C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His life was the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Am      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we could never afford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8561D-D38F-AAED-281E-4CAA898A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420DD9-55EA-305F-9529-24AA5F3A2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9282804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9009-25DD-C3B8-FE0C-5438A813F1BC}"/>
              </a:ext>
            </a:extLst>
          </p:cNvPr>
          <p:cNvSpPr txBox="1"/>
          <p:nvPr/>
        </p:nvSpPr>
        <p:spPr>
          <a:xfrm>
            <a:off x="8980736" y="6211669"/>
            <a:ext cx="321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REPEAT &amp; END</a:t>
            </a:r>
          </a:p>
        </p:txBody>
      </p:sp>
    </p:spTree>
    <p:extLst>
      <p:ext uri="{BB962C8B-B14F-4D97-AF65-F5344CB8AC3E}">
        <p14:creationId xmlns:p14="http://schemas.microsoft.com/office/powerpoint/2010/main" val="412736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7961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Great is Thy Faithfulness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F  Am  G 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F                   G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O God my Father,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C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shadow of turning with Thee;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C                                        Dm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changest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not, Thy compassions they fail not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C                G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Thou has been Thou forever wilt be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5C349-FB1F-4850-F274-DC32930F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7E25BF-DF50-AFAC-A286-9B59BA0D3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</a:t>
            </a:r>
          </a:p>
        </p:txBody>
      </p:sp>
    </p:spTree>
    <p:extLst>
      <p:ext uri="{BB962C8B-B14F-4D97-AF65-F5344CB8AC3E}">
        <p14:creationId xmlns:p14="http://schemas.microsoft.com/office/powerpoint/2010/main" val="242278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510D2-DB6E-2F76-C6DB-711CBF94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A1D61C-E8F9-1FAB-F668-6863393FC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F                 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Summer and winter, and springtime and harvest,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C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Sun, moon and stars in their courses above,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Join with all nature in manifold witness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C     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Thy great faithfulness, mercy and love</a:t>
            </a:r>
          </a:p>
        </p:txBody>
      </p:sp>
    </p:spTree>
    <p:extLst>
      <p:ext uri="{BB962C8B-B14F-4D97-AF65-F5344CB8AC3E}">
        <p14:creationId xmlns:p14="http://schemas.microsoft.com/office/powerpoint/2010/main" val="1973823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18CA8-5C33-981B-CAA1-A671A05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DECAA6-8DEE-F4AB-C2A8-2DC0ED8DF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 C     F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me.</a:t>
            </a:r>
          </a:p>
        </p:txBody>
      </p:sp>
    </p:spTree>
    <p:extLst>
      <p:ext uri="{BB962C8B-B14F-4D97-AF65-F5344CB8AC3E}">
        <p14:creationId xmlns:p14="http://schemas.microsoft.com/office/powerpoint/2010/main" val="1799627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9E54E-3A48-D99D-2EA3-4B8388BF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F247F3-9753-3E05-BA45-BE8CB8E89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Pardon for sin and a peace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endureth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C                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own dear presence to cheer and to guide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                           Dm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Strength for today and bright hope for tomorrow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Blessings all mine, with ten thousand beside</a:t>
            </a:r>
          </a:p>
        </p:txBody>
      </p:sp>
    </p:spTree>
    <p:extLst>
      <p:ext uri="{BB962C8B-B14F-4D97-AF65-F5344CB8AC3E}">
        <p14:creationId xmlns:p14="http://schemas.microsoft.com/office/powerpoint/2010/main" val="17497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1148646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C     Am    F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D88D1-2660-ABE0-BA1B-445F49451E6D}"/>
              </a:ext>
            </a:extLst>
          </p:cNvPr>
          <p:cNvSpPr txBox="1"/>
          <p:nvPr/>
        </p:nvSpPr>
        <p:spPr>
          <a:xfrm>
            <a:off x="10609384" y="6047546"/>
            <a:ext cx="1359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75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endParaRPr lang="en-US" sz="360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1969045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</p:spTree>
    <p:extLst>
      <p:ext uri="{BB962C8B-B14F-4D97-AF65-F5344CB8AC3E}">
        <p14:creationId xmlns:p14="http://schemas.microsoft.com/office/powerpoint/2010/main" val="164664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06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C / F / C  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2</a:t>
            </a:r>
            <a:r>
              <a:rPr lang="en-US" sz="3600" baseline="300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nd</a:t>
            </a:r>
            <a:r>
              <a:rPr 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 for Marina</a:t>
            </a:r>
            <a:r>
              <a:rPr lang="en-US" sz="3600">
                <a:solidFill>
                  <a:schemeClr val="accent1">
                    <a:lumMod val="20000"/>
                    <a:lumOff val="8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, Skyler</a:t>
            </a:r>
            <a:endParaRPr 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183606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           F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F   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2002256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C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F 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C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C     F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C                       F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G	      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	              F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G     Am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F                 G</a:t>
            </a:r>
          </a:p>
          <a:p>
            <a:pPr algn="l"/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576263" cy="1208141"/>
          </a:xfrm>
        </p:spPr>
        <p:txBody>
          <a:bodyPr>
            <a:normAutofit fontScale="850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Tis So Sweet To Trust in Jesus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14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C  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1216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4057950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C804A2-73E0-1DA7-1F04-6BCBF8B8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3005EB-B013-5650-6226-CE25FB30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           D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cleansing flood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17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F3876-2BC2-62AC-4A25-D3389D9F3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0DE13D0-46E8-C844-659A-7CADD6CFA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2753217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C2650-9F48-85B8-65A0-E7E6A5F82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F1228D-1EFE-449B-1628-69B22F7E0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C             D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peace.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679386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3E254-7DB3-2B71-79C4-3A367FC2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9EF6B2-6B05-70E1-2EE7-BBC14C0C8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    D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o'er and o'er.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C            D             G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</p:txBody>
      </p:sp>
    </p:spTree>
    <p:extLst>
      <p:ext uri="{BB962C8B-B14F-4D97-AF65-F5344CB8AC3E}">
        <p14:creationId xmlns:p14="http://schemas.microsoft.com/office/powerpoint/2010/main" val="2626434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1627</Words>
  <Application>Microsoft Macintosh PowerPoint</Application>
  <PresentationFormat>Widescreen</PresentationFormat>
  <Paragraphs>328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17</cp:revision>
  <dcterms:created xsi:type="dcterms:W3CDTF">2025-11-12T03:26:12Z</dcterms:created>
  <dcterms:modified xsi:type="dcterms:W3CDTF">2026-08-08T17:45:35Z</dcterms:modified>
</cp:coreProperties>
</file>