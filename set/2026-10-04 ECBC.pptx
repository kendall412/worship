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9" r:id="rId4"/>
    <p:sldId id="281" r:id="rId5"/>
    <p:sldId id="290" r:id="rId6"/>
    <p:sldId id="279" r:id="rId7"/>
    <p:sldId id="282" r:id="rId8"/>
    <p:sldId id="291" r:id="rId9"/>
    <p:sldId id="292" r:id="rId10"/>
    <p:sldId id="293" r:id="rId11"/>
    <p:sldId id="294" r:id="rId12"/>
    <p:sldId id="285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283" r:id="rId23"/>
    <p:sldId id="284" r:id="rId24"/>
    <p:sldId id="304" r:id="rId25"/>
    <p:sldId id="286" r:id="rId26"/>
    <p:sldId id="287" r:id="rId27"/>
    <p:sldId id="288" r:id="rId28"/>
    <p:sldId id="275" r:id="rId29"/>
    <p:sldId id="305" r:id="rId30"/>
    <p:sldId id="306" r:id="rId31"/>
    <p:sldId id="276" r:id="rId32"/>
    <p:sldId id="307" r:id="rId33"/>
    <p:sldId id="27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  <p:sldId id="318" r:id="rId45"/>
    <p:sldId id="319" r:id="rId46"/>
    <p:sldId id="320" r:id="rId47"/>
    <p:sldId id="321" r:id="rId48"/>
    <p:sldId id="322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30" r:id="rId57"/>
    <p:sldId id="331" r:id="rId58"/>
    <p:sldId id="332" r:id="rId59"/>
    <p:sldId id="333" r:id="rId60"/>
    <p:sldId id="334" r:id="rId61"/>
    <p:sldId id="335" r:id="rId62"/>
    <p:sldId id="336" r:id="rId63"/>
    <p:sldId id="337" r:id="rId64"/>
    <p:sldId id="338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813"/>
  </p:normalViewPr>
  <p:slideViewPr>
    <p:cSldViewPr snapToGrid="0">
      <p:cViewPr varScale="1">
        <p:scale>
          <a:sx n="119" d="100"/>
          <a:sy n="119" d="100"/>
        </p:scale>
        <p:origin x="6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 </a:t>
            </a:r>
          </a:p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(Praise is Rising)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4CD98A-E3B6-81F1-62FD-FA5E7E43693F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and Music by Brenton Brown &amp; Paul Baloch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2005, 2006 Thankyou Music Ltd; Integrity's Hosanna! Music; </a:t>
            </a:r>
            <a:r>
              <a:rPr lang="en-US" dirty="0" err="1">
                <a:solidFill>
                  <a:schemeClr val="bg1"/>
                </a:solidFill>
              </a:rPr>
              <a:t>Leadworship</a:t>
            </a:r>
            <a:r>
              <a:rPr lang="en-US" dirty="0">
                <a:solidFill>
                  <a:schemeClr val="bg1"/>
                </a:solidFill>
              </a:rPr>
              <a:t> Songs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Used By Permission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is rising,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eyes are turning to You</a:t>
            </a:r>
          </a:p>
          <a:p>
            <a:b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C9001-F50E-F88A-6862-3CE499008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CE0E62-FB08-40D6-CBEF-FAD3641C5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Hope is stirring,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hearts are yearning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long for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34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18CB7-1074-6960-5AFC-84275114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4CF641-399D-C1A2-07D2-42F714B7F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10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792E6-4C21-D2D6-B268-AF8CB127A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DA119B-E019-1B0C-84F8-E8B6A0CF2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246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F9845A-5C38-8136-3BBB-8D69A65E6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45C5DE-984C-F80B-C9D3-5E0CCCD1C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the sound of hearts returning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to You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84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2E848-3726-1937-FD67-6C46C53A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B7CA7A-27E0-9F28-0CE7-7AA5B2DAE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Your kingdom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broken lives are made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make us new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349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CE3B7E-6A4C-4B3D-3B04-373AC3904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70656A-99E5-DC2B-B1AA-76D635E1E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63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41B99-0DDC-4E64-A558-C52BDD5A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E33B434-B4AF-BE5B-44BC-4E612B65A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486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075F7E-A24A-ACA0-2681-5D4B6A8D6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082A1D-402E-79F3-2C7A-D16B92525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71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BA87F3-30A5-3C5A-BA70-70E1CE69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ED1C2F-387A-D854-55D9-02E9DC03B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55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A3DA7-1648-8817-47B0-4261A38D5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7737B6-A2A4-3873-61B1-06ABFB01F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'Cause</a:t>
            </a:r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when we see You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find strength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face the day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789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58F19B-66A9-5E2B-4A69-BF383AC7C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5C878E-F51A-E4A0-7174-22BE6C002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in Your presence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our fears are washed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washed  away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446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5BD63A-823B-0D34-7FB9-2E3D11E7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5A74D5E-AE57-77DB-D5EE-C9D27476E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the God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saves us,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worthy of all our praises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3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F4EE5E-113B-B298-1CB5-A95D1FA93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6C3612-2797-38DA-41A9-CD2DFA6970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Hosanna, hosanna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have Your way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among us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welcome You here </a:t>
            </a:r>
          </a:p>
          <a:p>
            <a:r>
              <a:rPr lang="en-US" sz="5400" b="1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Jesus</a:t>
            </a:r>
          </a:p>
          <a:p>
            <a:endParaRPr lang="en-US" sz="5400" b="1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791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CF54D4-612D-993A-14B2-40E594004647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by Charlie Hall (2000)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Music by Charlie Hall (2000)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2000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sixsteps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Music;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worshiptogether.com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songs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485800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bend our knees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1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298B65-5881-094A-1052-73D020A08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21BBA8-5574-B191-427F-37DB29EF2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881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846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E2AAE-4BFF-7600-6630-4B0822BF4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DAB259-6EEB-B56B-8FDF-F1A773F61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7395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C1ABA-E39D-5A3E-048B-570C90BE0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E51991C-BD2E-A0D7-A9C4-54417B681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bow our hearts,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bend our knees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Spirit come and make us humble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574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E6B42A-29DA-7BB9-8F1A-A5937C6C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D1F7C1-1A07-DF39-D91E-E0CA9CD0C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 turn our eyes from evil things                  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Lord we cast down our idols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0398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7EB07-E358-5255-2458-0A47F750C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AAA08A-A2CF-E317-BB79-D30E4C755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6765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9775A9-0988-C827-36FB-E0FF1ADB3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65AD99-255E-A074-33C9-3BF2E4AC6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02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87BF18-56AA-DA8A-16CB-A1507D496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FE0F90A-62E3-7504-A0B6-8686CF5AB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clean hands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Give us pure hearts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us not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lift our souls to another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4565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5F008-E663-CAB1-F431-2B71D1327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BF08046-8CC3-0D30-7E91-A62CC9CC5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God, let us be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generation that seeks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seeks Your face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God of Jacob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515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Eagles Wings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0CA0D-97F0-6C81-1468-DD2FE733FE66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Reuben Morgan (1873)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1998 Hillsong Music Publishing Australia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9F41B-E35D-9FC8-1B05-7D697988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375D6A-2E30-D298-1E56-25154D8628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014546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93F1E-3A59-00DD-2345-7E6AAB9C6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1BC2AD-AAE3-CBDA-37B0-CC48F7504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378" y="58189"/>
            <a:ext cx="8886306" cy="667512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Bring me to my knees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more and more  </a:t>
            </a:r>
          </a:p>
        </p:txBody>
      </p:sp>
    </p:spTree>
    <p:extLst>
      <p:ext uri="{BB962C8B-B14F-4D97-AF65-F5344CB8AC3E}">
        <p14:creationId xmlns:p14="http://schemas.microsoft.com/office/powerpoint/2010/main" val="37681732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35A825-AE75-2524-7BD7-66DE6BF8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BA9667-27E4-0B95-666A-DBDE9AFA6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abide in me I pray </a:t>
            </a:r>
          </a:p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</p:txBody>
      </p:sp>
    </p:spTree>
    <p:extLst>
      <p:ext uri="{BB962C8B-B14F-4D97-AF65-F5344CB8AC3E}">
        <p14:creationId xmlns:p14="http://schemas.microsoft.com/office/powerpoint/2010/main" val="35705097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" y="114300"/>
            <a:ext cx="8721090" cy="657224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64CB89-5C4B-2656-982B-115475BF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08B41B-CE74-096F-D453-F5802D256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" y="102870"/>
            <a:ext cx="8778240" cy="6606539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975170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Bryan Fowler, Shane Barnard, and Bethany Barnard (2023)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Be Essential Songs and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bryanfowlersongs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36166825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Shining like the sun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fortune I inherit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By no work I have done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731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015117-71EF-D3FB-5BBF-6E28B6DA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8B4636-7D97-1A1C-61A6-3E9857324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righteousness I forfeit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my saviors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all sufficient merit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Did what I could not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3655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0D0AE-FAA8-D210-9F05-FEEFB5984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D9501A-D284-E628-E97B-CB052F16C6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love he condescended Eternal now in time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life without a blemish The maker made to die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793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0564C-03EE-F4EB-B168-7718F96C6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187370-62E8-223F-14D8-73543A728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Law could never save us Our lawlessness had won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the pure and spotless Lamb had finally come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0278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E6CE8-636C-027E-5191-7A6504E2D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BEBA68-9E03-6707-6CB3-48BD98B15A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6047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935F75-698C-6338-0A1B-80CECE41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1BE608-BEB4-A50E-DC77-7DC0CE71A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lay down my garments Any empty boast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works now all corrupted By the sinful host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797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FB98B-E9DC-EB20-9A2E-06E59E5D7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2A74DF-21E5-C209-D82A-44C6AF32A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my LORD Jesus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crimson robe made white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fear of judgement His righteousness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1475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EA4DE8-9BC4-910B-A226-9A750F095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F965397-DA90-7C31-1B54-D92DAC22B5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195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5AEA6F-2D47-A0F2-D77C-B536E4556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4CC10D-B7CF-A3FC-BFDA-7B9E7D2B2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   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in life and death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joy of my salvation Shall be my final breath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84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B3CB32-AF1C-76B5-ABE3-D75A60897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6CF14D-5197-C974-6226-8EA066F254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I stand accepted Before the throne of God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I’ll gaze upon my Jesus And thank Him for the cross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Yes I’ll thank Him for the cross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1639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FCDBA-66CF-D627-1D6E-C84B3A1F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2D93F96-CA59-0936-3FA0-C888C1AB21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done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finished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more debt I owe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Paid in full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sufficient merit now my own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468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47B3E-1D71-67F5-1DEA-507067C15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471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4038C-B358-C883-5794-16FF7CD54AD5}"/>
              </a:ext>
            </a:extLst>
          </p:cNvPr>
          <p:cNvSpPr txBox="1"/>
          <p:nvPr/>
        </p:nvSpPr>
        <p:spPr>
          <a:xfrm>
            <a:off x="168442" y="5444311"/>
            <a:ext cx="8807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Words &amp; Music by Keith Getty and Stuart Townend (2002)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© 2001 Thankyou Music Ltd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10490928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found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my light,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strength, my song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2641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15BA3-58B2-777E-4322-A3680CFF0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D7A5569-F645-F50C-46F8-D76F341C90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cornerstone,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solid ground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Firm through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fiercest drought and storm</a:t>
            </a:r>
          </a:p>
        </p:txBody>
      </p:sp>
    </p:spTree>
    <p:extLst>
      <p:ext uri="{BB962C8B-B14F-4D97-AF65-F5344CB8AC3E}">
        <p14:creationId xmlns:p14="http://schemas.microsoft.com/office/powerpoint/2010/main" val="36141104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11B526-AAA7-113C-1D32-8FF2774D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B6466F6-3345-A0F1-AA28-87C0FA7D7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heights of love,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depths of peace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fears are stilled,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strivings cease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9836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A4966-F8E3-836C-CED4-40A38703F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90FBD1A-07CD-0693-E286-BD6C5087C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comforter,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all in all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love of Christ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30922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219A9-FD4D-F5B3-06EC-2F90422E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2BAAAB-FD3C-F562-448E-4D91431B2C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Christ alone,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who took on flesh</a:t>
            </a:r>
          </a:p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Fullness of God in helpless babe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84196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0A1D3-0483-FC96-BAE9-5FA7A480F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61E960A-2F14-7C9B-19EC-24CC82DAD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gift of love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righteousness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Scorned by the ones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came to save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887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A0F2C-3A87-8DFD-C1E7-DBF2DACCC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8D293E3-98C6-CE13-AD10-74CFD514E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b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</a:br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on that cross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Jesus died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wrath of God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satisfied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8770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0E142-03C5-577F-81B0-323FBA94D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A9D29B0-2088-F18F-E692-B66534748D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every sin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Him was laid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death of Christ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live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3334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3C3BBB-7C3C-80B5-E4A0-353049B1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DF2A09-4C27-862D-54B0-293E9F271C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in the ground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body lay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Light of the world by darkness slain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8860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F3DC2-953B-C736-F511-0288AD12E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49E7B0-1EBF-CFD7-04B4-DFE78C1B0D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bursting forth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glorious day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Up from the grave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rose again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838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65EF3-C2FF-F3C9-66CA-B560CA55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D63EE1-8E59-B471-BDE1-9B7BBDF34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as He stands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victory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Sin's curse has lost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its grip on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8421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4A621-4C4D-034D-318C-A3716B94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A6A626-BA64-12B7-0D2A-1E9A6328B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I am His and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mine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Bought with the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precious blood of Christ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1741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BEF13-813B-B3FE-9DEA-CD2FF5E43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1F13E3C-7D24-C10B-5DD8-9F69A7C1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guilt of life,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fear in death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is the power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in 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8936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C3032-A262-DE75-0486-D88E5D8B7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6D9D45-2ADD-9DC2-7C05-C5B7F8771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life's first cry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final breath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</a:t>
            </a: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esus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commands my destiny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1942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279BA-1B08-2776-8F03-904F6B90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AC98A3D-8585-53B3-0825-C175A8E81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power of hell,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no scheme of man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ever pluck me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His hand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8513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236EA-9959-5735-4BEF-3D228FBC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BE4F9B-7CDC-EFD4-6802-B7B4293C9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'Til</a:t>
            </a:r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He returns or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calls me home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in the power of </a:t>
            </a:r>
          </a:p>
          <a:p>
            <a:r>
              <a:rPr lang="en-US" sz="5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I'll stand</a:t>
            </a:r>
          </a:p>
          <a:p>
            <a:endParaRPr lang="en-US" sz="5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39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5279</TotalTime>
  <Words>1064</Words>
  <Application>Microsoft Macintosh PowerPoint</Application>
  <PresentationFormat>On-screen Show (4:3)</PresentationFormat>
  <Paragraphs>322</Paragraphs>
  <Slides>64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9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30</cp:revision>
  <dcterms:created xsi:type="dcterms:W3CDTF">2025-11-12T03:26:12Z</dcterms:created>
  <dcterms:modified xsi:type="dcterms:W3CDTF">2026-10-02T03:05:00Z</dcterms:modified>
</cp:coreProperties>
</file>