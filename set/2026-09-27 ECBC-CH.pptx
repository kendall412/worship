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5" r:id="rId4"/>
    <p:sldId id="288" r:id="rId5"/>
    <p:sldId id="289" r:id="rId6"/>
    <p:sldId id="286" r:id="rId7"/>
    <p:sldId id="287" r:id="rId8"/>
    <p:sldId id="290" r:id="rId9"/>
    <p:sldId id="291" r:id="rId10"/>
    <p:sldId id="292" r:id="rId11"/>
    <p:sldId id="293" r:id="rId12"/>
    <p:sldId id="276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305" r:id="rId25"/>
    <p:sldId id="306" r:id="rId26"/>
    <p:sldId id="307" r:id="rId27"/>
    <p:sldId id="308" r:id="rId28"/>
    <p:sldId id="309" r:id="rId29"/>
    <p:sldId id="310" r:id="rId30"/>
    <p:sldId id="311" r:id="rId31"/>
    <p:sldId id="312" r:id="rId32"/>
    <p:sldId id="313" r:id="rId33"/>
    <p:sldId id="314" r:id="rId34"/>
    <p:sldId id="315" r:id="rId35"/>
    <p:sldId id="316" r:id="rId36"/>
    <p:sldId id="317" r:id="rId37"/>
    <p:sldId id="318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706"/>
    <p:restoredTop sz="94766"/>
  </p:normalViewPr>
  <p:slideViewPr>
    <p:cSldViewPr snapToGrid="0">
      <p:cViewPr varScale="1">
        <p:scale>
          <a:sx n="108" d="100"/>
          <a:sy n="108" d="100"/>
        </p:scale>
        <p:origin x="200" y="1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In Christ Alone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CAPO at 2</a:t>
            </a:r>
            <a:r>
              <a:rPr lang="en-US" sz="3600" baseline="30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nd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(D)</a:t>
            </a: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F          C           Am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Christ alone my hope is found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F             G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my light, my strength, my song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    C             Am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cornerstone, this solid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F           G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Firm through the fiercest drought and storm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780CA5-C309-82A9-C217-8E9BD1796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CA73F0B-705F-39D7-4AEF-C723AD7136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F                Am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heights of love, what depths of peace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F                   Am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fears are stilled, when strivings cease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F          C         Am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comforter, my all     in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F          G           C             C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in the love of Christ I stand</a:t>
            </a:r>
          </a:p>
        </p:txBody>
      </p:sp>
    </p:spTree>
    <p:extLst>
      <p:ext uri="{BB962C8B-B14F-4D97-AF65-F5344CB8AC3E}">
        <p14:creationId xmlns:p14="http://schemas.microsoft.com/office/powerpoint/2010/main" val="12252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8C3FCB-0A68-ECFF-334B-2702ABEB5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89CB09-A4CA-D0CD-97A7-0BF14B065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F        C                 Am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Christ alone, who took on flesh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F          G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Fullness of God in helpless babe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   C              Am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gift of love and righteousness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F             G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Scorned by the ones He came to save</a:t>
            </a:r>
          </a:p>
        </p:txBody>
      </p:sp>
    </p:spTree>
    <p:extLst>
      <p:ext uri="{BB962C8B-B14F-4D97-AF65-F5344CB8AC3E}">
        <p14:creationId xmlns:p14="http://schemas.microsoft.com/office/powerpoint/2010/main" val="1253187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DED7F9-A243-7A28-6146-C54C90D8C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AC5E89-3E0C-EB75-98F1-AD3767B62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F           Am      G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'Til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on that cross as Jesus died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F             Am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wrath of God was satisfied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F        C         Am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every sin on Him was laid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F            G           C             C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in the death of Christ I live</a:t>
            </a:r>
          </a:p>
        </p:txBody>
      </p:sp>
    </p:spTree>
    <p:extLst>
      <p:ext uri="{BB962C8B-B14F-4D97-AF65-F5344CB8AC3E}">
        <p14:creationId xmlns:p14="http://schemas.microsoft.com/office/powerpoint/2010/main" val="4247434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A0B701-661F-0FBF-D9E9-EFFCCFE93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6E2721-CA81-F991-1998-4BC919D9D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F         C                Am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in the ground His body    lay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F             G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of the world by darkness slain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F           C             Am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bursting forth in glorious day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F              G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Up from the grave He rose again</a:t>
            </a:r>
          </a:p>
        </p:txBody>
      </p:sp>
    </p:spTree>
    <p:extLst>
      <p:ext uri="{BB962C8B-B14F-4D97-AF65-F5344CB8AC3E}">
        <p14:creationId xmlns:p14="http://schemas.microsoft.com/office/powerpoint/2010/main" val="1198865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F706BF-777E-15AA-EB5A-2F035B354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2DCC49-889B-78EF-8E1E-077516D931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F           Am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as He stands in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vict-ory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F          Am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Sin's curse has lost its grip on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F      C           F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I am His and He is mine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F             G             C        C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Bought with the precious blood of Christ</a:t>
            </a:r>
          </a:p>
        </p:txBody>
      </p:sp>
    </p:spTree>
    <p:extLst>
      <p:ext uri="{BB962C8B-B14F-4D97-AF65-F5344CB8AC3E}">
        <p14:creationId xmlns:p14="http://schemas.microsoft.com/office/powerpoint/2010/main" val="2999360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C9DFFE-559D-8AE9-3335-614B94F2B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6CF4650-15D5-0517-9F1D-78573D12E4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F           C          Am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guilt of life, no fear in death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F             G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the power of Christ in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              C.       Am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life's first cry to final breath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F               G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commands my destiny</a:t>
            </a:r>
          </a:p>
        </p:txBody>
      </p:sp>
    </p:spTree>
    <p:extLst>
      <p:ext uri="{BB962C8B-B14F-4D97-AF65-F5344CB8AC3E}">
        <p14:creationId xmlns:p14="http://schemas.microsoft.com/office/powerpoint/2010/main" val="398603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F1A30A-BD24-830C-9E3F-65D717438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71C45E3-9228-6028-D44D-24F54D543C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7" y="152399"/>
            <a:ext cx="9696574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F           Am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power of hell, no scheme of man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F             Am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Can ever pluck me from His hand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F        C          Am        G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'Til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He returns or calls me home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F              G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in the power of Christ I'll stand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A1F8B2-DE40-26D1-266F-26527030AC27}"/>
              </a:ext>
            </a:extLst>
          </p:cNvPr>
          <p:cNvSpPr txBox="1"/>
          <p:nvPr/>
        </p:nvSpPr>
        <p:spPr>
          <a:xfrm>
            <a:off x="9399731" y="6059270"/>
            <a:ext cx="21355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X2 &amp; END</a:t>
            </a:r>
          </a:p>
        </p:txBody>
      </p:sp>
    </p:spTree>
    <p:extLst>
      <p:ext uri="{BB962C8B-B14F-4D97-AF65-F5344CB8AC3E}">
        <p14:creationId xmlns:p14="http://schemas.microsoft.com/office/powerpoint/2010/main" val="1238817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 fontScale="77500" lnSpcReduction="2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How Great is Our God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4456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splendor of the King Clothed in majesty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C                    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all the earth rejoice All the earth rejoice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               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wraps Himself in light And darkness tries to hide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C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trembles at his voice Trembles at his voice</a:t>
            </a:r>
          </a:p>
        </p:txBody>
      </p:sp>
    </p:spTree>
    <p:extLst>
      <p:ext uri="{BB962C8B-B14F-4D97-AF65-F5344CB8AC3E}">
        <p14:creationId xmlns:p14="http://schemas.microsoft.com/office/powerpoint/2010/main" val="3940032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God, sing with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God, all will see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C                 D                G            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great, how great is our God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D40061-7844-2F1F-0780-70F1CE258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72E49B-B231-806C-F8C7-A5ABACA58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Age to age He stands And time is in His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C            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Beginning and the end Beginning and the end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Godhead, three in one Father, Spirit, Son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Lion and the Lamb The Lion and the Lamb</a:t>
            </a:r>
          </a:p>
        </p:txBody>
      </p:sp>
    </p:spTree>
    <p:extLst>
      <p:ext uri="{BB962C8B-B14F-4D97-AF65-F5344CB8AC3E}">
        <p14:creationId xmlns:p14="http://schemas.microsoft.com/office/powerpoint/2010/main" val="3347957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8A639-7A11-B227-1875-62D547B9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40EED3-798B-3BAA-1960-5A4D40EBF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God, sing with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God, all will see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C                 D                G            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great, how great is our God</a:t>
            </a:r>
          </a:p>
        </p:txBody>
      </p:sp>
    </p:spTree>
    <p:extLst>
      <p:ext uri="{BB962C8B-B14F-4D97-AF65-F5344CB8AC3E}">
        <p14:creationId xmlns:p14="http://schemas.microsoft.com/office/powerpoint/2010/main" val="842083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D7AD4F-88CC-6DB7-B697-BC162DFE2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303C98-F51E-2200-583E-E43C05EF58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8967757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Name above all names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praise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heart will sing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D        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790640-F820-2921-8C3F-0FBB8007D039}"/>
              </a:ext>
            </a:extLst>
          </p:cNvPr>
          <p:cNvSpPr txBox="1"/>
          <p:nvPr/>
        </p:nvSpPr>
        <p:spPr>
          <a:xfrm>
            <a:off x="8309847" y="6047546"/>
            <a:ext cx="26244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x2 &amp; chorus</a:t>
            </a:r>
          </a:p>
        </p:txBody>
      </p:sp>
    </p:spTree>
    <p:extLst>
      <p:ext uri="{BB962C8B-B14F-4D97-AF65-F5344CB8AC3E}">
        <p14:creationId xmlns:p14="http://schemas.microsoft.com/office/powerpoint/2010/main" val="598285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3EFA22-040C-B78C-2320-8FB1074E5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C829E1-1D87-6F2E-433C-29745FAD8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God, sing with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God, all will see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C                 D                G            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great, how great is our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DE8D71-89C6-7786-DC64-EB2548A77339}"/>
              </a:ext>
            </a:extLst>
          </p:cNvPr>
          <p:cNvSpPr txBox="1"/>
          <p:nvPr/>
        </p:nvSpPr>
        <p:spPr>
          <a:xfrm>
            <a:off x="8622127" y="6047546"/>
            <a:ext cx="15584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x2 End</a:t>
            </a:r>
          </a:p>
        </p:txBody>
      </p:sp>
    </p:spTree>
    <p:extLst>
      <p:ext uri="{BB962C8B-B14F-4D97-AF65-F5344CB8AC3E}">
        <p14:creationId xmlns:p14="http://schemas.microsoft.com/office/powerpoint/2010/main" val="2599999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005371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9009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/ C / F / C  </a:t>
            </a:r>
            <a:r>
              <a:rPr lang="en-US" sz="3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CAPO 2</a:t>
            </a:r>
            <a:r>
              <a:rPr lang="en-US" sz="3600" baseline="30000" dirty="0">
                <a:solidFill>
                  <a:schemeClr val="accent1">
                    <a:lumMod val="20000"/>
                    <a:lumOff val="8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nd</a:t>
            </a:r>
            <a:r>
              <a:rPr lang="en-US" sz="3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 for Marina</a:t>
            </a:r>
            <a:r>
              <a:rPr lang="en-US" sz="3600">
                <a:solidFill>
                  <a:schemeClr val="accent1">
                    <a:lumMod val="20000"/>
                    <a:lumOff val="8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, Skyler</a:t>
            </a:r>
            <a:endParaRPr lang="en-US" sz="3600" dirty="0">
              <a:solidFill>
                <a:schemeClr val="accent1">
                  <a:lumMod val="20000"/>
                  <a:lumOff val="8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            F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commands all the hosts of heaven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            F     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make	every king bow down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            F     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can whisper	and	darkness trembles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G	  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1128847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4FFE59-388D-EE4A-20EB-B530C97A7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88C20-E1F1-8F5E-B0AC-DDA8ED484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C             F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beauty demands such praises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C                F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splendour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outshines the sun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F     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majesty rules with justice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G	  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1803805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	One	 and	 the	Only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	holy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G     Am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F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</a:p>
        </p:txBody>
      </p:sp>
    </p:spTree>
    <p:extLst>
      <p:ext uri="{BB962C8B-B14F-4D97-AF65-F5344CB8AC3E}">
        <p14:creationId xmlns:p14="http://schemas.microsoft.com/office/powerpoint/2010/main" val="38867599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ECE80D-BB37-21EF-5E19-44FECF9A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97BE86D-3EC3-C4BD-2C09-4157D7241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C             F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glory consumes like fire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    F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power can raise the dead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C            F  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name	 remains undefeated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G	  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30876747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0A5BA1-EC57-2DD0-534C-0CA925B7E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98AA49-8148-72B2-3BFC-F52BB40FA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	One	 and	 the	Only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	holy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G     Am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F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9495A1-C153-A8BA-3F84-C5A2E0001537}"/>
              </a:ext>
            </a:extLst>
          </p:cNvPr>
          <p:cNvSpPr txBox="1"/>
          <p:nvPr/>
        </p:nvSpPr>
        <p:spPr>
          <a:xfrm>
            <a:off x="10930597" y="5877544"/>
            <a:ext cx="7649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4820408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DAC4C-223B-3408-320B-752696C4D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B325B7-B24C-99A1-59D2-4ABAE23DC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            F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rescue me	 from my failing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C     F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would offer His only Son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C                       F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invites me to call Him Father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G	  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33337594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A13A65-EB72-D1BC-2C16-E5794831C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7DBE5F2-BF3E-3EF6-B768-F5755D6E1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	One	 and	 the	Only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	holy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G     Am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F                 G</a:t>
            </a:r>
          </a:p>
          <a:p>
            <a:pPr algn="l"/>
            <a:r>
              <a:rPr lang="en-US" sz="36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0429ED-D90A-208A-D2CA-124911DE55EB}"/>
              </a:ext>
            </a:extLst>
          </p:cNvPr>
          <p:cNvSpPr txBox="1"/>
          <p:nvPr/>
        </p:nvSpPr>
        <p:spPr>
          <a:xfrm>
            <a:off x="10654478" y="5924436"/>
            <a:ext cx="131478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9499896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614971" cy="1665567"/>
          </a:xfrm>
        </p:spPr>
        <p:txBody>
          <a:bodyPr>
            <a:normAutofit lnSpcReduction="1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In Jesus Name (God of Possible)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8459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Bm   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of Jesus over you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D       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your hurting, in your sorrow, I will ask my God to move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Bm                  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'cause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it's all that I can do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D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desperation I'll seek heaven and pray this for you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CAD866-0A22-037E-2C81-6F5EDCD20055}"/>
              </a:ext>
            </a:extLst>
          </p:cNvPr>
          <p:cNvSpPr txBox="1"/>
          <p:nvPr/>
        </p:nvSpPr>
        <p:spPr>
          <a:xfrm>
            <a:off x="9400716" y="152399"/>
            <a:ext cx="2603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CAPO @ 3</a:t>
            </a:r>
            <a:r>
              <a:rPr kumimoji="0" lang="en-US" sz="2800" b="1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rd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(F)</a:t>
            </a:r>
          </a:p>
        </p:txBody>
      </p:sp>
    </p:spTree>
    <p:extLst>
      <p:ext uri="{BB962C8B-B14F-4D97-AF65-F5344CB8AC3E}">
        <p14:creationId xmlns:p14="http://schemas.microsoft.com/office/powerpoint/2010/main" val="15551276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Bm          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your healing, that circumstances would change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D       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fear inside would flee in Jesus  name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Bm              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a breakthrough would happen today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D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miracles over your life in Jesus 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Bm                D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7F1E54-C8DC-EF3F-EFAD-52DF2D27C040}"/>
              </a:ext>
            </a:extLst>
          </p:cNvPr>
          <p:cNvSpPr txBox="1"/>
          <p:nvPr/>
        </p:nvSpPr>
        <p:spPr>
          <a:xfrm>
            <a:off x="9468678" y="6062869"/>
            <a:ext cx="27233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verse 2</a:t>
            </a:r>
          </a:p>
        </p:txBody>
      </p:sp>
    </p:spTree>
    <p:extLst>
      <p:ext uri="{BB962C8B-B14F-4D97-AF65-F5344CB8AC3E}">
        <p14:creationId xmlns:p14="http://schemas.microsoft.com/office/powerpoint/2010/main" val="108004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441E1E-AECC-7AC7-EBF1-5957768A4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A96778-7D9A-D41F-632F-29DA5AAE88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Bm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of all authority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Declaring blessings,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ev'ry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promise He is faithful to keep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Bm                                              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speak the name no grave could ever hold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D            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greater, He is stronger, He's the God of possible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BE6223-C41D-AC60-7198-6D5DAFD84D70}"/>
              </a:ext>
            </a:extLst>
          </p:cNvPr>
          <p:cNvSpPr txBox="1"/>
          <p:nvPr/>
        </p:nvSpPr>
        <p:spPr>
          <a:xfrm>
            <a:off x="9468678" y="6109101"/>
            <a:ext cx="22177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33245427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E1A33E-D7F5-8A9A-F600-367F59BC3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CA2DB68-8A85-5960-38A9-6995E02B6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Bm          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your healing, that circumstances would change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D       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fear inside would flee in Jesus  name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Bm              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a breakthrough would happen today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D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miracles over your life in Jesus 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Bm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7E3247-536B-7374-BC80-D719237AE7C4}"/>
              </a:ext>
            </a:extLst>
          </p:cNvPr>
          <p:cNvSpPr txBox="1"/>
          <p:nvPr/>
        </p:nvSpPr>
        <p:spPr>
          <a:xfrm>
            <a:off x="9468678" y="6062869"/>
            <a:ext cx="27233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Bridge</a:t>
            </a:r>
          </a:p>
        </p:txBody>
      </p:sp>
    </p:spTree>
    <p:extLst>
      <p:ext uri="{BB962C8B-B14F-4D97-AF65-F5344CB8AC3E}">
        <p14:creationId xmlns:p14="http://schemas.microsoft.com/office/powerpoint/2010/main" val="23754323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904C3C-6330-CC8E-348A-634D5ABF9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9CEF59-ED74-3112-0A1B-D08203752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Em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believe it, come receive it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D                                 Asus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the power of His Spirit is now forever yours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Em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believe it, come receive it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D                                        Asus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mighty name of Jesus, all things are possible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B9C2EC-19CB-F0A7-73C4-23B678A1EAAB}"/>
              </a:ext>
            </a:extLst>
          </p:cNvPr>
          <p:cNvSpPr txBox="1"/>
          <p:nvPr/>
        </p:nvSpPr>
        <p:spPr>
          <a:xfrm>
            <a:off x="9707218" y="6273225"/>
            <a:ext cx="217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10799527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CFEA6C-4247-476A-6D1D-C6CB110A7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712A39-9787-06D9-FFB1-D18ED21DA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Bm          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your healing, that circumstances would change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D       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fear inside would flee in Jesus  name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Bm              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a breakthrough would happen today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D           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miracles over your life in Jesus  name</a:t>
            </a:r>
          </a:p>
        </p:txBody>
      </p:sp>
    </p:spTree>
    <p:extLst>
      <p:ext uri="{BB962C8B-B14F-4D97-AF65-F5344CB8AC3E}">
        <p14:creationId xmlns:p14="http://schemas.microsoft.com/office/powerpoint/2010/main" val="8215385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62903-C242-E63F-BEA7-3CEACB7BC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857EC48-7D40-AE87-8408-DDB557158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Bm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for revival, for restoration of faith </a:t>
            </a:r>
            <a:b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pray that the dead will come alive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Asus              A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            name,      in Jesus name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 / G / D / 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EDB74D-379C-6402-7BFC-8FD23B273152}"/>
              </a:ext>
            </a:extLst>
          </p:cNvPr>
          <p:cNvSpPr txBox="1"/>
          <p:nvPr/>
        </p:nvSpPr>
        <p:spPr>
          <a:xfrm>
            <a:off x="10502348" y="6062868"/>
            <a:ext cx="1345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1415808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720479" cy="1637199"/>
          </a:xfrm>
        </p:spPr>
        <p:txBody>
          <a:bodyPr>
            <a:normAutofit lnSpcReduction="1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Turn Your Eyes Upon Jesus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2964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/ Bm / C / D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 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soul are you weary and troubled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light in the darkness you see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               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light for a look at the Savior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C                  D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life more abundant and free</a:t>
            </a:r>
          </a:p>
        </p:txBody>
      </p:sp>
    </p:spTree>
    <p:extLst>
      <p:ext uri="{BB962C8B-B14F-4D97-AF65-F5344CB8AC3E}">
        <p14:creationId xmlns:p14="http://schemas.microsoft.com/office/powerpoint/2010/main" val="37674493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D               Em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Turn your eyes upon Jesus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Em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Look full in His wonderful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G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things of earth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Will grow strangely dim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                 D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light of His glory and grace</a:t>
            </a:r>
          </a:p>
        </p:txBody>
      </p:sp>
    </p:spTree>
    <p:extLst>
      <p:ext uri="{BB962C8B-B14F-4D97-AF65-F5344CB8AC3E}">
        <p14:creationId xmlns:p14="http://schemas.microsoft.com/office/powerpoint/2010/main" val="4159833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1CDC07-6DF2-733E-B141-7AB39F0A6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8E8F6C8-F006-4D71-B534-E31218EA1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G                              Bm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death into life everlasting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passed and we follow Him there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    Bm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O’er us sin no more hath dominion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  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more than conquerors we are</a:t>
            </a:r>
          </a:p>
        </p:txBody>
      </p:sp>
    </p:spTree>
    <p:extLst>
      <p:ext uri="{BB962C8B-B14F-4D97-AF65-F5344CB8AC3E}">
        <p14:creationId xmlns:p14="http://schemas.microsoft.com/office/powerpoint/2010/main" val="40271734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73CE33-0340-3B5D-BA56-B57869DF9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C4B4B7-8BBE-14F5-B909-C601418FA2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D               Em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Turn your eyes upon Jesus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Em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Look full in His wonderful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G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things of earth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Will grow strangely dim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                 D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light of His glory and grace</a:t>
            </a:r>
          </a:p>
        </p:txBody>
      </p:sp>
    </p:spTree>
    <p:extLst>
      <p:ext uri="{BB962C8B-B14F-4D97-AF65-F5344CB8AC3E}">
        <p14:creationId xmlns:p14="http://schemas.microsoft.com/office/powerpoint/2010/main" val="54963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1566</Words>
  <Application>Microsoft Macintosh PowerPoint</Application>
  <PresentationFormat>Widescreen</PresentationFormat>
  <Paragraphs>314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50</cp:revision>
  <dcterms:created xsi:type="dcterms:W3CDTF">2025-11-12T03:26:12Z</dcterms:created>
  <dcterms:modified xsi:type="dcterms:W3CDTF">2026-09-27T00:58:43Z</dcterms:modified>
</cp:coreProperties>
</file>