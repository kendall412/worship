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5" r:id="rId3"/>
    <p:sldId id="259" r:id="rId4"/>
    <p:sldId id="261" r:id="rId5"/>
    <p:sldId id="263" r:id="rId6"/>
    <p:sldId id="266" r:id="rId7"/>
    <p:sldId id="264" r:id="rId8"/>
    <p:sldId id="262" r:id="rId9"/>
    <p:sldId id="271" r:id="rId10"/>
    <p:sldId id="268" r:id="rId11"/>
    <p:sldId id="269" r:id="rId12"/>
    <p:sldId id="256" r:id="rId13"/>
    <p:sldId id="284" r:id="rId14"/>
    <p:sldId id="276" r:id="rId15"/>
    <p:sldId id="285" r:id="rId16"/>
    <p:sldId id="286" r:id="rId17"/>
    <p:sldId id="287" r:id="rId18"/>
    <p:sldId id="288" r:id="rId19"/>
    <p:sldId id="289" r:id="rId20"/>
    <p:sldId id="290" r:id="rId21"/>
    <p:sldId id="291" r:id="rId22"/>
    <p:sldId id="292" r:id="rId23"/>
    <p:sldId id="297" r:id="rId24"/>
    <p:sldId id="293" r:id="rId25"/>
    <p:sldId id="294" r:id="rId26"/>
    <p:sldId id="295" r:id="rId27"/>
    <p:sldId id="296" r:id="rId28"/>
    <p:sldId id="298" r:id="rId29"/>
    <p:sldId id="275" r:id="rId30"/>
    <p:sldId id="299" r:id="rId31"/>
    <p:sldId id="277" r:id="rId32"/>
    <p:sldId id="278" r:id="rId33"/>
    <p:sldId id="300" r:id="rId34"/>
    <p:sldId id="301" r:id="rId35"/>
    <p:sldId id="302" r:id="rId36"/>
    <p:sldId id="303" r:id="rId37"/>
    <p:sldId id="267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734"/>
    <p:restoredTop sz="94675"/>
  </p:normalViewPr>
  <p:slideViewPr>
    <p:cSldViewPr snapToGrid="0">
      <p:cViewPr varScale="1">
        <p:scale>
          <a:sx n="111" d="100"/>
          <a:sy n="111" d="100"/>
        </p:scale>
        <p:origin x="240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D4FF-2D30-D793-E09C-2265A9522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5C6C5-258B-0BA4-5C37-D9434922B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08B19-C60E-C70B-4330-21A9D6282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6D8A8-340D-19BE-9A86-022B5C6CD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536A7-C12A-5979-A40F-48F68C70C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80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F5BF-9591-5670-81BB-C2A3F4A7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9989-A1E9-072F-F804-0C6E440B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EDEB7-B7F9-E8AB-A99F-2C7B15B6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CF828-F074-9423-46B9-CCAC79F84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41E63-4B60-1319-C338-D788C1C8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53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D61E-0ACB-BCD1-6015-F6FA8BFD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AB054-F01D-A11A-5D12-879CFA929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175A5-DD9C-DD4A-F0D8-F572A0BFB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3723F-3FFD-9885-E219-7BF945F3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0FF47-E046-5F16-3F93-79FFBBC2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566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1D6A-2AD9-A721-985B-B70E3CDE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A424E-BA5C-F143-AE77-F89D9DFD4C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F683B8-C143-1249-2242-A20037176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27FB2-BD38-AA7E-701D-C1172828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EE11C-3539-6326-32A4-48CC8CAB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3D822B-A17C-AB3F-8554-15B506F36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A4A06-CDDA-A2BC-600D-0D271BA32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EB72B-787B-833B-DBCF-92C3E0A3C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E3E5D-CCF9-DD15-3B54-328BE858A3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6F320-E342-10CF-B93B-30060FBB7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3965D1-9DCF-7280-D777-03BA5D2E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E7E94-54BA-E2B4-5FFE-425CF387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2C67E-CA9A-A5CB-D958-65C667F7F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5078D-61B6-CCD0-B1C3-FBA6456B4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8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A0A3-92F9-749F-1595-5860D631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9C3F3-6BD4-94DA-B565-D4A30EC56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F8EFA5-B90F-ED4E-1EA2-35D972DA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1A3C8B-FFC1-FC60-5DAF-C7C392874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19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9FD5F-8633-C761-AD7C-2C93C7149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3AC18E-962B-9F73-6218-E3D965E2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C4591-7FF1-61D6-352D-9B2C67D94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7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72A3-1F0C-19A4-128F-E700E258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F5838-206E-D25F-F53D-32A27B0B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06582E-6356-D546-BB6A-E79FF96BB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94AC9D-55E6-E1AA-3AB9-64B009C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35764-A858-247F-E3EC-57787421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41DA17-1B66-82B0-50FB-0B75C1646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C95B6-9408-66B9-1134-09CADD7F0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515E46-6025-5EE7-35FA-7167C05E0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14F33-BB03-24B4-F63B-0C9C4787E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411A0-1B13-EB68-12D3-7D2C43B1A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06CEE-6E96-F1A5-28A7-7FF11F98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3F335-1172-1B2A-DF50-CBB2BDD97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217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B1E5-3575-06D0-D0B1-A22BBEC89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7D10F6-2F5E-2E30-191D-4347B6C50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8560-C72D-1F97-65AD-8A584D2CB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FC95-8DB4-1FE5-F7CC-C7EDE657A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830645-454B-7F53-12E0-3D6EF576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00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786CF-F453-7CEF-A761-8880AFA7AD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BC0ED-81D1-BEB1-D98F-C32CC081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3D16-B667-06AC-0063-A4EAD8146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7D13B-9629-413F-D41A-F7A54DD9A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5EDCD-5A6E-8217-325D-19368012D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19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C873CA-F6EE-254F-C0EF-FA39F937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851A9-7C2E-1066-96D6-89713F3C8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FC485-D8FF-76B8-27C0-36709589D5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8A3D2-9408-4143-A73F-7F223505335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4123-190B-3C6E-DF05-134BA65EFB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80F96-53B1-4B4D-4BA7-B341580DB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036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451EB-F6B1-1FEC-E996-787F73260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89D89-AA11-C2D6-6A25-36901A20BA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91" r="1381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DA0964-D419-5F76-ABC2-81AE67A7E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308" y="1154750"/>
            <a:ext cx="7598436" cy="859768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Avenir Book" panose="02000503020000020003" pitchFamily="2" charset="0"/>
              </a:rPr>
              <a:t>Hosanna (Praise Is Rising)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5929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1ADBE-FC35-54CD-983B-8FE364A01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F96914E-E381-4BDD-55FC-EC2C20BFEA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22729"/>
            <a:ext cx="11388436" cy="6275295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Praise is rising, eyes are 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Hope is stirring, hearts are yearning for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G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long for You</a:t>
            </a:r>
          </a:p>
        </p:txBody>
      </p:sp>
    </p:spTree>
    <p:extLst>
      <p:ext uri="{BB962C8B-B14F-4D97-AF65-F5344CB8AC3E}">
        <p14:creationId xmlns:p14="http://schemas.microsoft.com/office/powerpoint/2010/main" val="20687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BB3E0-6ECD-4B01-25DB-B88E76CA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F90C93-4119-10B3-277C-C678FB486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04800"/>
            <a:ext cx="11388436" cy="614978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975901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BB6E6-E461-153D-F783-F0EA5479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FF352C-7806-2DA1-BEDF-32FA335C9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96562"/>
            <a:ext cx="11246735" cy="6215449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ED1C6-8090-A96C-6695-9C21334C69F1}"/>
              </a:ext>
            </a:extLst>
          </p:cNvPr>
          <p:cNvSpPr txBox="1"/>
          <p:nvPr/>
        </p:nvSpPr>
        <p:spPr>
          <a:xfrm>
            <a:off x="8995720" y="6188845"/>
            <a:ext cx="3080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to verse 2</a:t>
            </a:r>
          </a:p>
        </p:txBody>
      </p:sp>
    </p:spTree>
    <p:extLst>
      <p:ext uri="{BB962C8B-B14F-4D97-AF65-F5344CB8AC3E}">
        <p14:creationId xmlns:p14="http://schemas.microsoft.com/office/powerpoint/2010/main" val="133002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F235D-AE38-2D22-EF3F-B7A9ABB5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E071A1-A709-8D52-8851-9BD28B97E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40660"/>
            <a:ext cx="11388436" cy="6167716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Hear the sound of hearts returning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In Your kingdom broken lives are made new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make us new</a:t>
            </a:r>
          </a:p>
        </p:txBody>
      </p:sp>
    </p:spTree>
    <p:extLst>
      <p:ext uri="{BB962C8B-B14F-4D97-AF65-F5344CB8AC3E}">
        <p14:creationId xmlns:p14="http://schemas.microsoft.com/office/powerpoint/2010/main" val="2496880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E8D88-D092-9666-D968-65A1A974D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28EB23-FD38-7801-5BDE-85C9DEDD27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68942"/>
            <a:ext cx="11388436" cy="658905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368485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D2DBC6-DAEB-C0FB-13A4-CB4D2971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C0827AA-9AA3-F6AE-8CE0-8CBCF323E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33632"/>
            <a:ext cx="11388436" cy="6264876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762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CA8AD-850C-909F-1318-65FB8B56B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E48F5C2-0EC0-0D97-FBEB-AF3A71E533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84205"/>
            <a:ext cx="11388436" cy="6326659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372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87C1B-C488-C749-4909-94AC82F40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49822D-CD2D-EC7F-E64D-1BB2E67992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68942"/>
            <a:ext cx="8769811" cy="658905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76C31B-0EB3-AE92-5497-6B0DB50D25BA}"/>
              </a:ext>
            </a:extLst>
          </p:cNvPr>
          <p:cNvSpPr txBox="1"/>
          <p:nvPr/>
        </p:nvSpPr>
        <p:spPr>
          <a:xfrm>
            <a:off x="8390238" y="6042697"/>
            <a:ext cx="3661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to chorus</a:t>
            </a:r>
          </a:p>
        </p:txBody>
      </p:sp>
    </p:spTree>
    <p:extLst>
      <p:ext uri="{BB962C8B-B14F-4D97-AF65-F5344CB8AC3E}">
        <p14:creationId xmlns:p14="http://schemas.microsoft.com/office/powerpoint/2010/main" val="2301589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A8A91-DF8B-60F3-591C-C1550E6D2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2EBEB0-8A0D-8AF5-8E71-5A9992AED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992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B9480-CC4D-60A9-30EB-47924A6C4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ED0AF9-8A1F-EE0A-C826-492EA5C63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38E298-AAEB-671D-2DA3-3C0D5A5EA45D}"/>
              </a:ext>
            </a:extLst>
          </p:cNvPr>
          <p:cNvSpPr txBox="1"/>
          <p:nvPr/>
        </p:nvSpPr>
        <p:spPr>
          <a:xfrm>
            <a:off x="9969817" y="6277231"/>
            <a:ext cx="213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2163062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017094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Give Us Clean Hand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bow our hearts, we bend our knees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Spirit come and make us humble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our eyes from evil things                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Lord we cast down our idols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EA7F5-7EAD-0378-ED1A-9BA1FDA04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3A89593-563C-EAC5-FA82-670009E11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105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960C2-C1DC-A542-E24C-37A4D104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A7CACCF-AACC-5A25-8831-E1729087CE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24530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68033-7F9F-3D9D-7D6A-493E1C2BF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898A89D-8C13-6FBB-FFB6-4CF5F8BF0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4930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6011EB-8FD2-AE24-0BA2-BC31B52F4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D1CF10-A73A-2A50-706A-7DD31C5228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bow our hearts, we bend our knees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Spirit come and make us humble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our eyes from evil things                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Lord we cast down our idols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767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5CAB11-240F-FA99-152D-159729BA8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4A12D1-9783-CE08-98C3-62132DA2B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97243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3D41A4-A999-0148-E686-F01004B62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B6AA30-31A4-1CA0-C0A1-564302409E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68571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312E43-E9E4-FFD9-A8EF-820D7809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08C0EDE-18DB-60AC-1242-6710BCAD9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8965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2B27F-8C7A-B5DD-CF4E-07DD8425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EDADB4-BB13-69A5-28BF-941EEA16A6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110992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149A1-0783-B1BC-91BB-1F5C3D747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4D70AF-1E04-8D07-52C2-968621856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Instrumental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/ D / C / 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/ D / C / G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69576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71FC0A-3C0A-A2B9-7E7A-DC89011AB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4F6EB1-A331-26F2-6F2D-646C6E1BD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9150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376A8-CF12-3CBF-69F4-B3F73417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1DEFEB-FF18-0692-DF2F-2C95C49DF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3639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44956E-6E64-7EFE-CC7D-60170D70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C6A5BA7-4D41-8562-3B3D-173DD7B44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72800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B74187-01EB-6995-1631-0FCEAC40E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9ADFA9C-8EF4-2E70-CD2A-5DCC18FA8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8394789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 </a:t>
            </a:r>
            <a:r>
              <a:rPr lang="en-US" sz="3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x3 and end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0E82EB-8261-C229-A295-BA8CCF1FF869}"/>
              </a:ext>
            </a:extLst>
          </p:cNvPr>
          <p:cNvSpPr txBox="1"/>
          <p:nvPr/>
        </p:nvSpPr>
        <p:spPr>
          <a:xfrm>
            <a:off x="11066451" y="633478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5688771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4" r="4528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5403" y="4629234"/>
            <a:ext cx="344576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i="1" dirty="0">
                <a:latin typeface="Avenir Oblique" panose="02000503020000020003" pitchFamily="2" charset="0"/>
                <a:ea typeface="Bodoni Ornaments" pitchFamily="2" charset="0"/>
              </a:rPr>
              <a:t>Eagles Wings</a:t>
            </a:r>
          </a:p>
        </p:txBody>
      </p:sp>
    </p:spTree>
    <p:extLst>
      <p:ext uri="{BB962C8B-B14F-4D97-AF65-F5344CB8AC3E}">
        <p14:creationId xmlns:p14="http://schemas.microsoft.com/office/powerpoint/2010/main" val="33547376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05F0-2C9A-D8AD-DFA4-B73903366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F0C30-6484-3BF3-D373-46931D0DF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/ D / G / C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/ D / G / C</a:t>
            </a:r>
          </a:p>
          <a:p>
            <a:pPr algn="l"/>
            <a:endParaRPr lang="en-US" sz="2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D          G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waiting Abide in me I pray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D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longing for You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D      G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Hide me in Your love, Bring me to my knees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D                        G              C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May I know Jesus more and more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111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Am      D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</p:spTree>
    <p:extLst>
      <p:ext uri="{BB962C8B-B14F-4D97-AF65-F5344CB8AC3E}">
        <p14:creationId xmlns:p14="http://schemas.microsoft.com/office/powerpoint/2010/main" val="29173934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82E958-C338-263B-8E36-675D9A55D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D5B1E6-252D-83D1-AF4B-DF8CCF898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D          G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waiting, abide in me I pray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D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longing for You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D     G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Hide me in Your love, bring me to my knees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D                        G         C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May I know Jesus more and more </a:t>
            </a:r>
          </a:p>
        </p:txBody>
      </p:sp>
    </p:spTree>
    <p:extLst>
      <p:ext uri="{BB962C8B-B14F-4D97-AF65-F5344CB8AC3E}">
        <p14:creationId xmlns:p14="http://schemas.microsoft.com/office/powerpoint/2010/main" val="2084587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91C75F-480F-8995-543F-F9AAD332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F2D79D-C7EE-A366-EAA7-CC93A29BB2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8112253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Am      D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FD6005-C918-72F4-2238-3D590655613D}"/>
              </a:ext>
            </a:extLst>
          </p:cNvPr>
          <p:cNvSpPr txBox="1"/>
          <p:nvPr/>
        </p:nvSpPr>
        <p:spPr>
          <a:xfrm>
            <a:off x="9264315" y="6037132"/>
            <a:ext cx="26164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and END</a:t>
            </a:r>
          </a:p>
        </p:txBody>
      </p:sp>
    </p:spTree>
    <p:extLst>
      <p:ext uri="{BB962C8B-B14F-4D97-AF65-F5344CB8AC3E}">
        <p14:creationId xmlns:p14="http://schemas.microsoft.com/office/powerpoint/2010/main" val="20543423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9" t="9091" r="2520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All sufficient merit</a:t>
            </a:r>
          </a:p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CAPO @ 4th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G       F      C  F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   sufficient merit    Shining like the sun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G  F         C        F           G   F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fortune I   inherit      By no work I    have done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Am     F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righteousness I forfeit At my saviors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Am    F             G          C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all sufficient merit Did what I could not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A8B09-2F31-905B-BD0E-1A22C68C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957205-5518-134E-F4A7-AD9AB21DC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497702"/>
            <a:ext cx="11778916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 G        F        C   F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love he condescended Eternal now in time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 G      F       C         F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life without a blemish The maker made to die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        Am              F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Law could never save us Our lawlessness had won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   Am        F               G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the pure and spotless Lamb had finally come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754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6EB98-5F43-3DA3-94A9-EB6300F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DE054B-FBE9-55DC-2B7F-6146B7B7E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44379"/>
            <a:ext cx="11694695" cy="6497053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G             F   C         F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lay down my garments Any empty boast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Am             G      F     C   F          G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works now all corrupted By the sinful host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my LORD Jesus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F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crimson robe made white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Am             F    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fear of judgement His righteousness is mine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432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0E144-A34A-1A7E-3D93-EC5505F80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E3D9DA3-F165-DFCF-2028-0E597DF9E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8761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8EAD9D-411B-BBB0-2853-4AE179FD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A9DF7F-CB55-F585-2E89-9D375B087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68442"/>
            <a:ext cx="11706725" cy="650908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G     F      C   F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    Firm in life and death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Am    G         F  C            F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joy of my salvation Shall be my final breath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Am          F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I stand accepted Before the throne of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      Am            F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I’ll gaze upon my Jesus And thank Him for the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F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 I’ll thank Him for the cross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3099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8D0476-3A73-409D-C8D3-FE69BF61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C50E98-504C-878B-73B5-129D4080A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9375569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2670CC-27AB-26C0-285B-D385CE2DC875}"/>
              </a:ext>
            </a:extLst>
          </p:cNvPr>
          <p:cNvSpPr txBox="1"/>
          <p:nvPr/>
        </p:nvSpPr>
        <p:spPr>
          <a:xfrm>
            <a:off x="11005665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4651328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In Christ Alone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954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CAPO at 2</a:t>
            </a:r>
            <a:r>
              <a:rPr lang="en-US" sz="3600" baseline="30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nd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(D)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C           Am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 my hope is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F             G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my light, my strength, my song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C   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cornerstone, this solid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F       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Firm through the fiercest drought and storm</a:t>
            </a:r>
          </a:p>
        </p:txBody>
      </p:sp>
    </p:spTree>
    <p:extLst>
      <p:ext uri="{BB962C8B-B14F-4D97-AF65-F5344CB8AC3E}">
        <p14:creationId xmlns:p14="http://schemas.microsoft.com/office/powerpoint/2010/main" val="23189360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780CA5-C309-82A9-C217-8E9BD1796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CA73F0B-705F-39D7-4AEF-C723AD713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F                Am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heights of love, what depths of peace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F                   Am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fears are stilled, when strivings cease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    C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comforter, my all     in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F          G           C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love of Christ I stand</a:t>
            </a:r>
          </a:p>
        </p:txBody>
      </p:sp>
    </p:spTree>
    <p:extLst>
      <p:ext uri="{BB962C8B-B14F-4D97-AF65-F5344CB8AC3E}">
        <p14:creationId xmlns:p14="http://schemas.microsoft.com/office/powerpoint/2010/main" val="122520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C3FCB-0A68-ECFF-334B-2702ABEB5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89CB09-A4CA-D0CD-97A7-0BF14B065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F        C                 Am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alone, who took on flesh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F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Fullness of God in helpless babe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C              Am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gift of love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   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Scorned by the ones He came to save</a:t>
            </a:r>
          </a:p>
        </p:txBody>
      </p:sp>
    </p:spTree>
    <p:extLst>
      <p:ext uri="{BB962C8B-B14F-4D97-AF65-F5344CB8AC3E}">
        <p14:creationId xmlns:p14="http://schemas.microsoft.com/office/powerpoint/2010/main" val="12531874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ED7F9-A243-7A28-6146-C54C90D8C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AC5E89-3E0C-EB75-98F1-AD3767B62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F           Am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'Til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on that cross as Jesus died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F   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wrath of God was satisfied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  C         Am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every sin on Him was laid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F            G           C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death of Christ I live</a:t>
            </a:r>
          </a:p>
        </p:txBody>
      </p:sp>
    </p:spTree>
    <p:extLst>
      <p:ext uri="{BB962C8B-B14F-4D97-AF65-F5344CB8AC3E}">
        <p14:creationId xmlns:p14="http://schemas.microsoft.com/office/powerpoint/2010/main" val="42474343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A0B701-661F-0FBF-D9E9-EFFCCFE93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6E2721-CA81-F991-1998-4BC919D9D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F         C      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the ground His body    lay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F    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of the world by darkness slain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F           C             Am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bursting forth in glorious day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F              G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 from the grave He rose again</a:t>
            </a:r>
          </a:p>
        </p:txBody>
      </p:sp>
    </p:spTree>
    <p:extLst>
      <p:ext uri="{BB962C8B-B14F-4D97-AF65-F5344CB8AC3E}">
        <p14:creationId xmlns:p14="http://schemas.microsoft.com/office/powerpoint/2010/main" val="1198865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706BF-777E-15AA-EB5A-2F035B354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2DCC49-889B-78EF-8E1E-077516D931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F           Am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as He stands in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vict-ory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F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Sin's curse has lost its grip on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C           F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I am His and He is mine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F             G             C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Bought with the precious blood of Christ</a:t>
            </a:r>
          </a:p>
        </p:txBody>
      </p:sp>
    </p:spTree>
    <p:extLst>
      <p:ext uri="{BB962C8B-B14F-4D97-AF65-F5344CB8AC3E}">
        <p14:creationId xmlns:p14="http://schemas.microsoft.com/office/powerpoint/2010/main" val="29993605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C9DFFE-559D-8AE9-3335-614B94F2B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CF4650-15D5-0517-9F1D-78573D12E4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     C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guilt of life, no fear in death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F             G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the power of Christ in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C.       Am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life's first cry to final breath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F               G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commands my destiny</a:t>
            </a:r>
          </a:p>
        </p:txBody>
      </p:sp>
    </p:spTree>
    <p:extLst>
      <p:ext uri="{BB962C8B-B14F-4D97-AF65-F5344CB8AC3E}">
        <p14:creationId xmlns:p14="http://schemas.microsoft.com/office/powerpoint/2010/main" val="3986031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F1A30A-BD24-830C-9E3F-65D717438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71C45E3-9228-6028-D44D-24F54D543C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9696574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F           Am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power of hell, no scheme of man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F             Am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ever pluck me from His hand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  C          Am  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'Til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He returns or calls me home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F              G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power of Christ I'll stand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8B2-DE40-26D1-266F-26527030AC27}"/>
              </a:ext>
            </a:extLst>
          </p:cNvPr>
          <p:cNvSpPr txBox="1"/>
          <p:nvPr/>
        </p:nvSpPr>
        <p:spPr>
          <a:xfrm>
            <a:off x="9399731" y="6059270"/>
            <a:ext cx="21355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&amp;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238817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1664</Words>
  <Application>Microsoft Macintosh PowerPoint</Application>
  <PresentationFormat>Widescreen</PresentationFormat>
  <Paragraphs>419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Aptos</vt:lpstr>
      <vt:lpstr>Aptos Display</vt:lpstr>
      <vt:lpstr>Arial</vt:lpstr>
      <vt:lpstr>Avenir Book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24</cp:revision>
  <dcterms:created xsi:type="dcterms:W3CDTF">2026-04-04T15:41:28Z</dcterms:created>
  <dcterms:modified xsi:type="dcterms:W3CDTF">2026-10-02T02:55:58Z</dcterms:modified>
</cp:coreProperties>
</file>