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59" r:id="rId4"/>
    <p:sldId id="261" r:id="rId5"/>
    <p:sldId id="263" r:id="rId6"/>
    <p:sldId id="266" r:id="rId7"/>
    <p:sldId id="264" r:id="rId8"/>
    <p:sldId id="262" r:id="rId9"/>
    <p:sldId id="271" r:id="rId10"/>
    <p:sldId id="268" r:id="rId11"/>
    <p:sldId id="269" r:id="rId12"/>
    <p:sldId id="256" r:id="rId13"/>
    <p:sldId id="284" r:id="rId14"/>
    <p:sldId id="276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7" r:id="rId24"/>
    <p:sldId id="293" r:id="rId25"/>
    <p:sldId id="294" r:id="rId26"/>
    <p:sldId id="295" r:id="rId27"/>
    <p:sldId id="296" r:id="rId28"/>
    <p:sldId id="298" r:id="rId29"/>
    <p:sldId id="275" r:id="rId30"/>
    <p:sldId id="299" r:id="rId31"/>
    <p:sldId id="277" r:id="rId32"/>
    <p:sldId id="278" r:id="rId33"/>
    <p:sldId id="300" r:id="rId34"/>
    <p:sldId id="301" r:id="rId35"/>
    <p:sldId id="302" r:id="rId36"/>
    <p:sldId id="303" r:id="rId37"/>
    <p:sldId id="267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4"/>
    <p:restoredTop sz="94675"/>
  </p:normalViewPr>
  <p:slideViewPr>
    <p:cSldViewPr snapToGrid="0">
      <p:cViewPr varScale="1">
        <p:scale>
          <a:sx n="107" d="100"/>
          <a:sy n="107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89D89-AA11-C2D6-6A25-36901A20B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381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308" y="1154750"/>
            <a:ext cx="7598436" cy="859768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Avenir Book" panose="02000503020000020003" pitchFamily="2" charset="0"/>
              </a:rPr>
              <a:t>Hosanna (Praise Is Rising)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1ADBE-FC35-54CD-983B-8FE364A0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96914E-E381-4BDD-55FC-EC2C20BFE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22729"/>
            <a:ext cx="11388436" cy="6275295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is rising, eyes are 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Hope is stirring, hearts are yearning for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G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long for You</a:t>
            </a:r>
          </a:p>
        </p:txBody>
      </p:sp>
    </p:spTree>
    <p:extLst>
      <p:ext uri="{BB962C8B-B14F-4D97-AF65-F5344CB8AC3E}">
        <p14:creationId xmlns:p14="http://schemas.microsoft.com/office/powerpoint/2010/main" val="206871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BB3E0-6ECD-4B01-25DB-B88E76CA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F90C93-4119-10B3-277C-C678FB486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04800"/>
            <a:ext cx="11388436" cy="614978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97590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96562"/>
            <a:ext cx="11246735" cy="6215449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ED1C6-8090-A96C-6695-9C21334C69F1}"/>
              </a:ext>
            </a:extLst>
          </p:cNvPr>
          <p:cNvSpPr txBox="1"/>
          <p:nvPr/>
        </p:nvSpPr>
        <p:spPr>
          <a:xfrm>
            <a:off x="8995720" y="6188845"/>
            <a:ext cx="3080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to verse 2</a:t>
            </a:r>
          </a:p>
        </p:txBody>
      </p:sp>
    </p:spTree>
    <p:extLst>
      <p:ext uri="{BB962C8B-B14F-4D97-AF65-F5344CB8AC3E}">
        <p14:creationId xmlns:p14="http://schemas.microsoft.com/office/powerpoint/2010/main" val="133002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F235D-AE38-2D22-EF3F-B7A9ABB5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E071A1-A709-8D52-8851-9BD28B97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40660"/>
            <a:ext cx="11388436" cy="6167716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Hear the sound of hearts returning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In Your kingdom broken lives are made new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make us new</a:t>
            </a:r>
          </a:p>
        </p:txBody>
      </p:sp>
    </p:spTree>
    <p:extLst>
      <p:ext uri="{BB962C8B-B14F-4D97-AF65-F5344CB8AC3E}">
        <p14:creationId xmlns:p14="http://schemas.microsoft.com/office/powerpoint/2010/main" val="2496880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E8D88-D092-9666-D968-65A1A974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28EB23-FD38-7801-5BDE-85C9DEDD2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68942"/>
            <a:ext cx="11388436" cy="658905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36848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2DBC6-DAEB-C0FB-13A4-CB4D2971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0827AA-9AA3-F6AE-8CE0-8CBCF323E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33632"/>
            <a:ext cx="11388436" cy="6264876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6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CA8AD-850C-909F-1318-65FB8B56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48F5C2-0EC0-0D97-FBEB-AF3A71E5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84205"/>
            <a:ext cx="11388436" cy="6326659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37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87C1B-C488-C749-4909-94AC82F4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49822D-CD2D-EC7F-E64D-1BB2E6799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68942"/>
            <a:ext cx="8769811" cy="658905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76C31B-0EB3-AE92-5497-6B0DB50D25BA}"/>
              </a:ext>
            </a:extLst>
          </p:cNvPr>
          <p:cNvSpPr txBox="1"/>
          <p:nvPr/>
        </p:nvSpPr>
        <p:spPr>
          <a:xfrm>
            <a:off x="8390238" y="6042697"/>
            <a:ext cx="36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to chorus</a:t>
            </a:r>
          </a:p>
        </p:txBody>
      </p:sp>
    </p:spTree>
    <p:extLst>
      <p:ext uri="{BB962C8B-B14F-4D97-AF65-F5344CB8AC3E}">
        <p14:creationId xmlns:p14="http://schemas.microsoft.com/office/powerpoint/2010/main" val="230158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A8A91-DF8B-60F3-591C-C1550E6D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2EBEB0-8A0D-8AF5-8E71-5A9992AE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92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B9480-CC4D-60A9-30EB-47924A6C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ED0AF9-8A1F-EE0A-C826-492EA5C6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8E298-AAEB-671D-2DA3-3C0D5A5EA45D}"/>
              </a:ext>
            </a:extLst>
          </p:cNvPr>
          <p:cNvSpPr txBox="1"/>
          <p:nvPr/>
        </p:nvSpPr>
        <p:spPr>
          <a:xfrm>
            <a:off x="9969817" y="6277231"/>
            <a:ext cx="213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2163062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17094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Give Us Clean Hand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we bend our knees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EA7F5-7EAD-0378-ED1A-9BA1FDA0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A89593-563C-EAC5-FA82-670009E11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0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960C2-C1DC-A542-E24C-37A4D104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7CACCF-AACC-5A25-8831-E1729087C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2453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68033-7F9F-3D9D-7D6A-493E1C2BF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98A89D-8C13-6FBB-FFB6-4CF5F8BF0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4930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011EB-8FD2-AE24-0BA2-BC31B52F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D1CF10-A73A-2A50-706A-7DD31C522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we bend our knees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767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CAB11-240F-FA99-152D-159729BA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4A12D1-9783-CE08-98C3-62132DA2B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724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D41A4-A999-0148-E686-F01004B6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B6AA30-31A4-1CA0-C0A1-564302409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8571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12E43-E9E4-FFD9-A8EF-820D7809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8C0EDE-18DB-60AC-1242-6710BCAD9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965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2B27F-8C7A-B5DD-CF4E-07DD8425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EDADB4-BB13-69A5-28BF-941EEA16A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099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149A1-0783-B1BC-91BB-1F5C3D74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4D70AF-1E04-8D07-52C2-968621856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194394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Instrumental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 / G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EF077B-E187-4A75-6213-80B33FBDEDD5}"/>
              </a:ext>
            </a:extLst>
          </p:cNvPr>
          <p:cNvSpPr txBox="1"/>
          <p:nvPr/>
        </p:nvSpPr>
        <p:spPr>
          <a:xfrm>
            <a:off x="9647920" y="6170657"/>
            <a:ext cx="2321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Go to Chorus</a:t>
            </a:r>
          </a:p>
        </p:txBody>
      </p:sp>
    </p:spTree>
    <p:extLst>
      <p:ext uri="{BB962C8B-B14F-4D97-AF65-F5344CB8AC3E}">
        <p14:creationId xmlns:p14="http://schemas.microsoft.com/office/powerpoint/2010/main" val="1669576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1FC0A-3C0A-A2B9-7E7A-DC89011A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4F6EB1-A331-26F2-6F2D-646C6E1BD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9150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376A8-CF12-3CBF-69F4-B3F73417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1DEFEB-FF18-0692-DF2F-2C95C49DF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3639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4956E-6E64-7EFE-CC7D-60170D70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6A5BA7-4D41-8562-3B3D-173DD7B44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7280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74187-01EB-6995-1631-0FCEAC40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ADFA9C-8EF4-2E70-CD2A-5DCC18FA8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8394789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 </a:t>
            </a:r>
            <a:r>
              <a:rPr lang="en-US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x3 and end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E82EB-8261-C229-A295-BA8CCF1FF869}"/>
              </a:ext>
            </a:extLst>
          </p:cNvPr>
          <p:cNvSpPr txBox="1"/>
          <p:nvPr/>
        </p:nvSpPr>
        <p:spPr>
          <a:xfrm>
            <a:off x="11066451" y="63347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68877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Eagles Wings</a:t>
            </a:r>
          </a:p>
        </p:txBody>
      </p:sp>
    </p:spTree>
    <p:extLst>
      <p:ext uri="{BB962C8B-B14F-4D97-AF65-F5344CB8AC3E}">
        <p14:creationId xmlns:p14="http://schemas.microsoft.com/office/powerpoint/2010/main" val="3354737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D      G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291739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D     G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1C75F-480F-8995-543F-F9AAD332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F2D79D-C7EE-A366-EAA7-CC93A29BB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8112253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FD6005-C918-72F4-2238-3D590655613D}"/>
              </a:ext>
            </a:extLst>
          </p:cNvPr>
          <p:cNvSpPr txBox="1"/>
          <p:nvPr/>
        </p:nvSpPr>
        <p:spPr>
          <a:xfrm>
            <a:off x="9264315" y="6037132"/>
            <a:ext cx="2616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and END</a:t>
            </a:r>
          </a:p>
        </p:txBody>
      </p:sp>
    </p:spTree>
    <p:extLst>
      <p:ext uri="{BB962C8B-B14F-4D97-AF65-F5344CB8AC3E}">
        <p14:creationId xmlns:p14="http://schemas.microsoft.com/office/powerpoint/2010/main" val="2054342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CAPO @ 4th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G       F      C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   sufficient merit    Shining like the sun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G  F         C        F           G   F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  inherit      By no work I   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Am     F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 At my saviors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Am    F             G          C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Did what I could not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497702"/>
            <a:ext cx="11778916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  F        C   F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F       C         F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        Am              F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Am        F               G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44379"/>
            <a:ext cx="11694695" cy="6497053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G             F   C         F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Am             G      F     C   F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F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Am             F    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0E144-A34A-1A7E-3D93-EC5505F8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D9DA3-F165-DFCF-2028-0E597DF9E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76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8442"/>
            <a:ext cx="11706725" cy="650908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G     F      C 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Firm in life and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G         F  C            F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Am          F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D0476-3A73-409D-C8D3-FE69BF61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C50E98-504C-878B-73B5-129D4080A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9375569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670CC-27AB-26C0-285B-D385CE2DC875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465132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In Christ Alone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95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at 2</a:t>
            </a:r>
            <a:r>
              <a:rPr lang="en-US" sz="3600" baseline="30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(D)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C           Am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 my hope is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F             G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light, my strength, my song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C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cornerstone, this solid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F       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through the fiercest drought and storm</a:t>
            </a:r>
          </a:p>
        </p:txBody>
      </p:sp>
    </p:spTree>
    <p:extLst>
      <p:ext uri="{BB962C8B-B14F-4D97-AF65-F5344CB8AC3E}">
        <p14:creationId xmlns:p14="http://schemas.microsoft.com/office/powerpoint/2010/main" val="2318936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80CA5-C309-82A9-C217-8E9BD179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73F0B-705F-39D7-4AEF-C723AD713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Am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heights of love, what depths of peace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F                   Am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fears are stilled, when strivings cease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  C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comforter, my all     in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F          G           C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love of Christ I stand</a:t>
            </a:r>
          </a:p>
        </p:txBody>
      </p:sp>
    </p:spTree>
    <p:extLst>
      <p:ext uri="{BB962C8B-B14F-4D97-AF65-F5344CB8AC3E}">
        <p14:creationId xmlns:p14="http://schemas.microsoft.com/office/powerpoint/2010/main" val="122520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C3FCB-0A68-ECFF-334B-2702ABEB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89CB09-A4CA-D0CD-97A7-0BF14B065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F        C    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alone, who took on flesh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F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Fullness of God in helpless babe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C 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gift of love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   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Scorned by the ones He came to save</a:t>
            </a:r>
          </a:p>
        </p:txBody>
      </p:sp>
    </p:spTree>
    <p:extLst>
      <p:ext uri="{BB962C8B-B14F-4D97-AF65-F5344CB8AC3E}">
        <p14:creationId xmlns:p14="http://schemas.microsoft.com/office/powerpoint/2010/main" val="1253187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ED7F9-A243-7A28-6146-C54C90D8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5E89-3E0C-EB75-98F1-AD3767B62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F           Am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that cross as Jesus died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F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wrath of God was satisfied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C         Am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every sin on Him was laid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F            G           C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death of Christ I live</a:t>
            </a:r>
          </a:p>
        </p:txBody>
      </p:sp>
    </p:spTree>
    <p:extLst>
      <p:ext uri="{BB962C8B-B14F-4D97-AF65-F5344CB8AC3E}">
        <p14:creationId xmlns:p14="http://schemas.microsoft.com/office/powerpoint/2010/main" val="42474343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0B701-661F-0FBF-D9E9-EFFCCFE9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6E2721-CA81-F991-1998-4BC919D9D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C   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the ground His body    lay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F    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by darkness slain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C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bursting forth in glorious day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F    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grave He rose again</a:t>
            </a:r>
          </a:p>
        </p:txBody>
      </p:sp>
    </p:spTree>
    <p:extLst>
      <p:ext uri="{BB962C8B-B14F-4D97-AF65-F5344CB8AC3E}">
        <p14:creationId xmlns:p14="http://schemas.microsoft.com/office/powerpoint/2010/main" val="11988655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706BF-777E-15AA-EB5A-2F035B35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2DCC49-889B-78EF-8E1E-077516D93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F           Am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as He stands in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vict-ory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F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Sin's curse has lost its grip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C           F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 am His and He is mine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F             G             C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Bought with the precious blood of Christ</a:t>
            </a:r>
          </a:p>
        </p:txBody>
      </p:sp>
    </p:spTree>
    <p:extLst>
      <p:ext uri="{BB962C8B-B14F-4D97-AF65-F5344CB8AC3E}">
        <p14:creationId xmlns:p14="http://schemas.microsoft.com/office/powerpoint/2010/main" val="29993605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9DFFE-559D-8AE9-3335-614B94F2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CF4650-15D5-0517-9F1D-78573D12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   C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guilt of life, no fear in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F             G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the power of Christ in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C.       Am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life's first cry to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F               G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commands my destiny</a:t>
            </a:r>
          </a:p>
        </p:txBody>
      </p:sp>
    </p:spTree>
    <p:extLst>
      <p:ext uri="{BB962C8B-B14F-4D97-AF65-F5344CB8AC3E}">
        <p14:creationId xmlns:p14="http://schemas.microsoft.com/office/powerpoint/2010/main" val="3986031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1A30A-BD24-830C-9E3F-65D71743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1C45E3-9228-6028-D44D-24F54D543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969657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F           Am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power of hell, no scheme of man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F             Am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ever pluck me from His hand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C          Am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He returns or calls me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F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power of Christ I'll stand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1F8B2-DE40-26D1-266F-26527030AC27}"/>
              </a:ext>
            </a:extLst>
          </p:cNvPr>
          <p:cNvSpPr txBox="1"/>
          <p:nvPr/>
        </p:nvSpPr>
        <p:spPr>
          <a:xfrm>
            <a:off x="9399731" y="6059270"/>
            <a:ext cx="213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&amp;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38817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1667</Words>
  <Application>Microsoft Macintosh PowerPoint</Application>
  <PresentationFormat>Widescreen</PresentationFormat>
  <Paragraphs>420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Aptos Display</vt:lpstr>
      <vt:lpstr>Arial</vt:lpstr>
      <vt:lpstr>Avenir Book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25</cp:revision>
  <dcterms:created xsi:type="dcterms:W3CDTF">2026-04-04T15:41:28Z</dcterms:created>
  <dcterms:modified xsi:type="dcterms:W3CDTF">2026-10-04T15:00:58Z</dcterms:modified>
</cp:coreProperties>
</file>