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3"/>
    <p:sldId id="258" r:id="rId4"/>
    <p:sldId id="260" r:id="rId5"/>
    <p:sldId id="275" r:id="rId6"/>
    <p:sldId id="265" r:id="rId7"/>
    <p:sldId id="276" r:id="rId8"/>
    <p:sldId id="270" r:id="rId9"/>
    <p:sldId id="277" r:id="rId10"/>
    <p:sldId id="278" r:id="rId11"/>
    <p:sldId id="284" r:id="rId12"/>
    <p:sldId id="285" r:id="rId13"/>
    <p:sldId id="286" r:id="rId14"/>
    <p:sldId id="290" r:id="rId15"/>
    <p:sldId id="287" r:id="rId16"/>
    <p:sldId id="291" r:id="rId17"/>
    <p:sldId id="289" r:id="rId18"/>
    <p:sldId id="292" r:id="rId19"/>
    <p:sldId id="261" r:id="rId20"/>
    <p:sldId id="293" r:id="rId21"/>
    <p:sldId id="294" r:id="rId22"/>
    <p:sldId id="295" r:id="rId23"/>
    <p:sldId id="279" r:id="rId24"/>
    <p:sldId id="296" r:id="rId25"/>
    <p:sldId id="280" r:id="rId26"/>
    <p:sldId id="297" r:id="rId27"/>
    <p:sldId id="298" r:id="rId28"/>
    <p:sldId id="299" r:id="rId29"/>
    <p:sldId id="300" r:id="rId30"/>
    <p:sldId id="301" r:id="rId31"/>
    <p:sldId id="302" r:id="rId32"/>
    <p:sldId id="311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28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96" d="100"/>
          <a:sy n="96" d="100"/>
        </p:scale>
        <p:origin x="184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mountain with a red sky&#10;&#10;AI-generated content may be incorrect.">
            <a:extLst>
              <a:ext uri="{FF2B5EF4-FFF2-40B4-BE49-F238E27FC236}">
                <a16:creationId xmlns:a16="http://schemas.microsoft.com/office/drawing/2014/main" id="{F8A33EF8-8399-C39F-50A0-F9B748F8C2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141" t="9091" r="27222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solidFill>
                  <a:schemeClr val="bg1"/>
                </a:solidFill>
                <a:latin typeface="Avenir Oblique" panose="02000503020000020003" pitchFamily="2" charset="0"/>
                <a:ea typeface="Bodoni Ornaments" pitchFamily="2" charset="0"/>
              </a:rPr>
              <a:t>Hymn of Heaven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I long to breathe the air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Am           F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Where pain is gone and mercy fills the streets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F                          C 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look upon the one who bled to save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F                   G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walk with Him for all eternity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7AA4F-6DB9-E773-223F-A914B16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718BD2-4DDC-7FA1-35A2-586A13A3D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24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581AFB-6378-F9CB-86D9-0C945A6E0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9F9F15-E5D6-33EC-7B73-DAF032B1C9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F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Every prayer we prayed in desperation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Am         F                 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songs of faith we sang through doubt and fear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F                      C       G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the end we’ll see that it was worth it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F           G                      C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returns to wipe away our tears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254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F767A5-1040-0B0E-42CB-60FCAC3E3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544F2D-181E-4237-C2C4-9E0C7F0F6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F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There will be a day When all will bow before Him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C      F               Am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 will be a day When death will be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F               G                          C     G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Standing face to face With He who died and rose again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182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9F9209-9E9A-6DE6-D13F-ADB36997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F1D2590-69D4-C086-7DB2-EBE408F429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62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1E0E32-01C4-4D80-A2A1-C201A67C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5681B1-27E9-A129-5D47-E725637F5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F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that day we join the resurrection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F   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stand beside the heroes of the faith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     F                C  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one voice a thousand generations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F                    G                       C   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Sing “worthy is the Lamb who was slain”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G                C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“Forever He shall reign”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28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7897-A55E-6262-6393-541243C3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C9CC9F-D7E2-6F47-C910-4E3E025A2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635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B4243B-246E-2EB9-4D86-850094129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C05771-7487-C67B-8498-493E3A69BA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F          G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 let it be today we shout the hymn of Heaven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C           F               Am 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angels and the Saints we raise a mighty roar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F                G                 C          G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“Glory to our God” who gave us life beyond the grave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Am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G              C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</a:t>
            </a:r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Holy holy is the Lord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E5417F-8FBC-539D-BA85-6FE944B3908F}"/>
              </a:ext>
            </a:extLst>
          </p:cNvPr>
          <p:cNvSpPr txBox="1"/>
          <p:nvPr/>
        </p:nvSpPr>
        <p:spPr>
          <a:xfrm>
            <a:off x="10668000" y="6175513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68530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06C7EB-3032-7AB1-100A-F3BFFFA318D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97" r="-1" b="37596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665" y="2852193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Jesus Paid It All</a:t>
            </a:r>
          </a:p>
        </p:txBody>
      </p:sp>
    </p:spTree>
    <p:extLst>
      <p:ext uri="{BB962C8B-B14F-4D97-AF65-F5344CB8AC3E}">
        <p14:creationId xmlns:p14="http://schemas.microsoft.com/office/powerpoint/2010/main" val="336575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hear the Savior say,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strength indeed is small,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Am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Child of weakness, watch and pray,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G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Find in Me thine all in all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2F8C4-C310-6695-445F-C5432139E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114C0F-41AF-61A4-4323-81CE7AB71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Lord, now indeed I find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and Thine alone,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Can change the leper's spots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               G 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melt the heart of stone</a:t>
            </a:r>
          </a:p>
        </p:txBody>
      </p:sp>
    </p:spTree>
    <p:extLst>
      <p:ext uri="{BB962C8B-B14F-4D97-AF65-F5344CB8AC3E}">
        <p14:creationId xmlns:p14="http://schemas.microsoft.com/office/powerpoint/2010/main" val="1412833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FED0BD-7288-6664-B398-20315864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CDD8E7-01E1-7510-E28F-160CA71BE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2095619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F54B8-25E1-6A75-E03E-174BCDC4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C131E-B062-B7B3-31AB-1DA75B1CA0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when, before the throne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C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stand in Him complete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Am 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died my soul to save</a:t>
            </a:r>
          </a:p>
          <a:p>
            <a:pPr algn="l"/>
            <a:r>
              <a:rPr lang="en-US" sz="36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G      C</a:t>
            </a:r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lips shall still repeat</a:t>
            </a:r>
          </a:p>
        </p:txBody>
      </p:sp>
    </p:spTree>
    <p:extLst>
      <p:ext uri="{BB962C8B-B14F-4D97-AF65-F5344CB8AC3E}">
        <p14:creationId xmlns:p14="http://schemas.microsoft.com/office/powerpoint/2010/main" val="2629607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471E6E-6905-72B8-04FB-3A90EC4F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EE3A6B-AAC4-EDD6-7960-6E110807F6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</p:spTree>
    <p:extLst>
      <p:ext uri="{BB962C8B-B14F-4D97-AF65-F5344CB8AC3E}">
        <p14:creationId xmlns:p14="http://schemas.microsoft.com/office/powerpoint/2010/main" val="1348548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4AB838-284C-101E-2C70-2FAF7A95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565FA0-8E5E-BBD6-898E-A62DBAA78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</a:t>
            </a:r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        </a:t>
            </a:r>
            <a:r>
              <a:rPr lang="en-US" sz="32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Csus</a:t>
            </a:r>
            <a:endParaRPr lang="en-US" sz="32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       F         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praise the one who paid my debt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Dm                          F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raised this life up from the dead</a:t>
            </a:r>
          </a:p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589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35649-3967-C48B-278E-320272F0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DD3981-7533-007E-35B1-A2315436A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Am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paid it all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to Him I owe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F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Sin had left a crimson stain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    G              C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washed it white as snow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50075-0597-30A0-E9B5-46DA0EEE0D7F}"/>
              </a:ext>
            </a:extLst>
          </p:cNvPr>
          <p:cNvSpPr txBox="1"/>
          <p:nvPr/>
        </p:nvSpPr>
        <p:spPr>
          <a:xfrm>
            <a:off x="10668000" y="6175513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739631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Goodness of God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47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              F               C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Oh, Your mercy never fails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Am                   F                  </a:t>
            </a:r>
            <a:r>
              <a:rPr lang="en-US" sz="2800" dirty="0" err="1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Gsus</a:t>
            </a:r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G  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I've been held in Your hands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       Am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I wake up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C            G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G                Csus4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C                       F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G        Am                    F                    Gsus4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Am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    C  G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F                        G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008CE-3ADD-6407-4016-5817365F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7F11ED-C8AB-C58D-6C55-6019AF966C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219642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C                                   F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I’m surrendered now,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G     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         F                            G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ED1104-8B63-30C8-E757-8A6F734B7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D7A7FE-417D-8386-0FB8-E37D73863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faithful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C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so, so good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                                            C    G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that I am able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                    G               Am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F                    G               Csus4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goodness of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85C745-E465-00DD-06D5-908C629B5BF4}"/>
              </a:ext>
            </a:extLst>
          </p:cNvPr>
          <p:cNvSpPr txBox="1"/>
          <p:nvPr/>
        </p:nvSpPr>
        <p:spPr>
          <a:xfrm>
            <a:off x="10668000" y="6175513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684131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Eagles Wings</a:t>
            </a:r>
          </a:p>
        </p:txBody>
      </p:sp>
    </p:spTree>
    <p:extLst>
      <p:ext uri="{BB962C8B-B14F-4D97-AF65-F5344CB8AC3E}">
        <p14:creationId xmlns:p14="http://schemas.microsoft.com/office/powerpoint/2010/main" val="31909650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D      G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1552885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D     G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1C75F-480F-8995-543F-F9AAD332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F2D79D-C7EE-A366-EAA7-CC93A29BB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2054342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A19105-D6B9-F07D-A874-F3D0465EE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9A8A34-AC28-EEC6-5C7D-913D36AB1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24185294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6CFC8-1ED1-B65F-8F2B-AD4EFB162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7CB85C-2036-DBCC-D522-7FE01B530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D     G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46D8FE-D067-E189-6DD3-0F460F1CD82C}"/>
              </a:ext>
            </a:extLst>
          </p:cNvPr>
          <p:cNvSpPr txBox="1"/>
          <p:nvPr/>
        </p:nvSpPr>
        <p:spPr>
          <a:xfrm>
            <a:off x="10668000" y="6175513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2607841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ACF013-4574-2AD0-7BFD-6E771B7E5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" name="Picture 3" descr="Matterhorn with snow and stars in the sky&#10;&#10;AI-generated content may be incorrect.">
            <a:extLst>
              <a:ext uri="{FF2B5EF4-FFF2-40B4-BE49-F238E27FC236}">
                <a16:creationId xmlns:a16="http://schemas.microsoft.com/office/drawing/2014/main" id="{20FF3D56-E105-8F19-A54E-4F173C83BF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t="9091" r="25205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D9A51-1655-DF8C-52C5-2398AD783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000" i="1" dirty="0">
                <a:latin typeface="Avenir Oblique" panose="02000503020000020003" pitchFamily="2" charset="0"/>
                <a:ea typeface="Bodoni Ornaments" pitchFamily="2" charset="0"/>
              </a:rPr>
              <a:t>It Is Well</a:t>
            </a:r>
          </a:p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86493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G                            C   D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  <a:r>
              <a:rPr lang="en-US" sz="2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Em         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 C                     A      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G           C       D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652120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7908652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              C  D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though trials should come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Em       A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G                  C                 A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my helpless estate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G                    C    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for my soul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46C626-1C7C-832E-FD9A-E6AC449A4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45FD494-5511-309A-033D-8F60B90D6D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4479877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G                                     C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this glorious thought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Em             A    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G                     C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and I bear it no more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G                          C     D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O my soul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DC527E-21C1-1FC1-2A61-4A3F41A19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DE538ED-147B-D896-9936-0DE138A1B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544536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G                                               C     D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Em                      A            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C                          A              D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and the Lord shall descend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G               C     D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8ACDD-D29E-68E1-E15F-B84622C09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C419CF-AA2C-8A4A-8F23-6F0BDC5C49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C              G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47D0B5-E3A1-ED0C-F2D7-1BFAC339A540}"/>
              </a:ext>
            </a:extLst>
          </p:cNvPr>
          <p:cNvSpPr txBox="1"/>
          <p:nvPr/>
        </p:nvSpPr>
        <p:spPr>
          <a:xfrm>
            <a:off x="10668000" y="6175513"/>
            <a:ext cx="152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434669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1730</Words>
  <Application>Microsoft Macintosh PowerPoint</Application>
  <PresentationFormat>Widescreen</PresentationFormat>
  <Paragraphs>338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13</cp:revision>
  <dcterms:created xsi:type="dcterms:W3CDTF">2025-11-12T03:26:12Z</dcterms:created>
  <dcterms:modified xsi:type="dcterms:W3CDTF">2026-06-07T16:54:51Z</dcterms:modified>
</cp:coreProperties>
</file>