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75" r:id="rId13"/>
    <p:sldId id="290" r:id="rId14"/>
    <p:sldId id="291" r:id="rId15"/>
    <p:sldId id="276" r:id="rId16"/>
    <p:sldId id="292" r:id="rId17"/>
    <p:sldId id="277" r:id="rId18"/>
    <p:sldId id="293" r:id="rId19"/>
    <p:sldId id="294" r:id="rId20"/>
    <p:sldId id="295" r:id="rId21"/>
    <p:sldId id="296" r:id="rId22"/>
    <p:sldId id="265" r:id="rId23"/>
    <p:sldId id="297" r:id="rId24"/>
    <p:sldId id="298" r:id="rId25"/>
    <p:sldId id="299" r:id="rId26"/>
    <p:sldId id="300" r:id="rId27"/>
    <p:sldId id="301" r:id="rId28"/>
    <p:sldId id="302" r:id="rId29"/>
    <p:sldId id="303" r:id="rId30"/>
    <p:sldId id="278" r:id="rId31"/>
    <p:sldId id="304" r:id="rId32"/>
    <p:sldId id="305" r:id="rId33"/>
    <p:sldId id="306" r:id="rId34"/>
    <p:sldId id="257" r:id="rId35"/>
    <p:sldId id="258" r:id="rId36"/>
    <p:sldId id="259" r:id="rId37"/>
    <p:sldId id="260" r:id="rId38"/>
    <p:sldId id="261" r:id="rId39"/>
    <p:sldId id="307" r:id="rId40"/>
    <p:sldId id="308" r:id="rId41"/>
    <p:sldId id="309" r:id="rId42"/>
    <p:sldId id="264" r:id="rId43"/>
    <p:sldId id="266" r:id="rId44"/>
    <p:sldId id="267" r:id="rId45"/>
    <p:sldId id="310" r:id="rId46"/>
    <p:sldId id="279" r:id="rId47"/>
    <p:sldId id="272" r:id="rId48"/>
    <p:sldId id="273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89"/>
  </p:normalViewPr>
  <p:slideViewPr>
    <p:cSldViewPr snapToGrid="0">
      <p:cViewPr varScale="1">
        <p:scale>
          <a:sx n="95" d="100"/>
          <a:sy n="95" d="100"/>
        </p:scale>
        <p:origin x="192" y="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DF0956-46F3-94F4-C916-7DBB3D405DFA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Musci by Beth </a:t>
            </a:r>
            <a:r>
              <a:rPr lang="en-US" dirty="0" err="1">
                <a:solidFill>
                  <a:schemeClr val="bg1"/>
                </a:solidFill>
              </a:rPr>
              <a:t>RedmanMatt</a:t>
            </a:r>
            <a:r>
              <a:rPr lang="en-US" dirty="0">
                <a:solidFill>
                  <a:schemeClr val="bg1"/>
                </a:solidFill>
              </a:rPr>
              <a:t> Redman (2002)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2002 Thankyou Music Ltd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land that is plentiful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Your streams of abundance flow,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B750D-6A6D-7385-5860-A58C89463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1BEA6F-427C-16E7-F7B2-E093D7FAEF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I'm found in the desert place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I walk through the wilderness,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81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415737-D66B-B261-C89D-05358418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19AFF1-FCD9-02EA-5482-D5C795014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12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8B94C-AAE7-0D8F-90B8-0180EE5CF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70585E-014F-EC0C-25BA-EE4190A79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635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E1F87-D215-A9D3-4A9C-9FED502F5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CA21A-8DD2-FA73-DA41-84386C841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sun's shining down on me                      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world's all as it should be,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496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8B5A3-B86E-9758-FF86-D26ADCA3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C6A437-CFDE-C163-81BE-85B376CD89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 on the road marked with suffering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there's pain in the offering,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0544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587583-592A-86DD-991D-8488D76BE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B4ABF3C-5D04-484F-753D-3C85893D9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blessing You pour out I'll turn back to praise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the darkness closes in Lord, still I will say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420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7DBEEA-E3C8-3D79-4D2E-D7AEE65B6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561C62-EBA1-6CA3-BF4C-0785C861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949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1C276-7542-E5DB-455D-87DC10D96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B41A9F5-1072-3210-7467-2C16397E6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 and take away, You give and take away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will choose to say, "Lord, blessed be Your name"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01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75085-5E5E-F515-D87D-C9F0F288C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3BA06C-B854-4CD8-757F-0755386509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the name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the Lord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Blessed be Your name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243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Eagles Wings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0CA0D-97F0-6C81-1468-DD2FE733FE66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Reuben Morgan (1873)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1998 Hillsong Music Publishing Australia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9F41B-E35D-9FC8-1B05-7D697988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375D6A-2E30-D298-1E56-25154D862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14546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93F1E-3A59-00DD-2345-7E6AAB9C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1BC2AD-AAE3-CBDA-37B0-CC48F7504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Bring me to my knees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more and more  </a:t>
            </a:r>
          </a:p>
        </p:txBody>
      </p:sp>
    </p:spTree>
    <p:extLst>
      <p:ext uri="{BB962C8B-B14F-4D97-AF65-F5344CB8AC3E}">
        <p14:creationId xmlns:p14="http://schemas.microsoft.com/office/powerpoint/2010/main" val="3768173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5A825-AE75-2524-7BD7-66DE6BF8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BA9667-27E4-0B95-666A-DBDE9AFA6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</p:txBody>
      </p:sp>
    </p:spTree>
    <p:extLst>
      <p:ext uri="{BB962C8B-B14F-4D97-AF65-F5344CB8AC3E}">
        <p14:creationId xmlns:p14="http://schemas.microsoft.com/office/powerpoint/2010/main" val="3570509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4CB89-5C4B-2656-982B-115475BF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08B41B-CE74-096F-D453-F5802D256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975170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750F7-3AE0-6F22-FBB9-4E47E95A492E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Horatio G. Spafford (1873)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by Philip P. Bliss (1876)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10CAC-CC85-A085-CDF1-E7AE19E70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E9B5AB-826A-D4BD-7A21-39449DF6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</a:p>
          <a:p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</p:txBody>
      </p:sp>
    </p:spTree>
    <p:extLst>
      <p:ext uri="{BB962C8B-B14F-4D97-AF65-F5344CB8AC3E}">
        <p14:creationId xmlns:p14="http://schemas.microsoft.com/office/powerpoint/2010/main" val="42696852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5E41F-B8B1-D8C4-8AF1-511363F5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60025F-4FCF-C552-E9E8-85D80294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81024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trials should come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94BFF-F580-3282-8F95-C4B8C684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B6973-6971-F008-ADB4-501338FC8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helpless estate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soul</a:t>
            </a:r>
          </a:p>
        </p:txBody>
      </p:sp>
    </p:spTree>
    <p:extLst>
      <p:ext uri="{BB962C8B-B14F-4D97-AF65-F5344CB8AC3E}">
        <p14:creationId xmlns:p14="http://schemas.microsoft.com/office/powerpoint/2010/main" val="2933094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E88DC-8790-5416-F2FD-FDA20BBB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6C7E63-464E-581C-536F-3CBB2FE88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734815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glorious thought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F8C16-46F9-5441-DE67-0D37807C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088943-0F19-01F5-3B6C-1B5707841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bear it no more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</a:t>
            </a:r>
          </a:p>
        </p:txBody>
      </p:sp>
    </p:spTree>
    <p:extLst>
      <p:ext uri="{BB962C8B-B14F-4D97-AF65-F5344CB8AC3E}">
        <p14:creationId xmlns:p14="http://schemas.microsoft.com/office/powerpoint/2010/main" val="13060022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223C2-A5D0-054E-5748-575271C6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17AD11-4223-D5E7-BEF7-90CC3A1D2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20739172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9FFCA-D5AD-7325-F5AD-48DC0A30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EBDBD0-2AA3-1D74-3D45-39435D488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</p:txBody>
      </p:sp>
    </p:spTree>
    <p:extLst>
      <p:ext uri="{BB962C8B-B14F-4D97-AF65-F5344CB8AC3E}">
        <p14:creationId xmlns:p14="http://schemas.microsoft.com/office/powerpoint/2010/main" val="4067054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Lord shall descend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ECBDE-5290-C40C-FE29-81E43264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ED596F-8B21-C961-DECC-C058FC1B3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798353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16340" cy="6675119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139DF0-2104-9429-16AC-817D40FB4CB7}"/>
              </a:ext>
            </a:extLst>
          </p:cNvPr>
          <p:cNvSpPr txBox="1"/>
          <p:nvPr/>
        </p:nvSpPr>
        <p:spPr>
          <a:xfrm>
            <a:off x="152400" y="5103674"/>
            <a:ext cx="88071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Musci Phil Wickham, Brian Johnson,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Chris Davenport, and Bill Johnson (2020/2021)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© Brian and Jenn Publishing;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CDavs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Songs For TIM; Phil Wickham Music;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Simply Global Songs; Bethel Music Publishing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7320661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1A9DA-8873-09B6-E0EE-8AF5B3AE4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576AEE-30FA-3456-2CB1-2FFDB43E0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040" y="91440"/>
            <a:ext cx="8707120" cy="66141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air of Heaven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mercy fills the streets</a:t>
            </a:r>
          </a:p>
        </p:txBody>
      </p:sp>
    </p:spTree>
    <p:extLst>
      <p:ext uri="{BB962C8B-B14F-4D97-AF65-F5344CB8AC3E}">
        <p14:creationId xmlns:p14="http://schemas.microsoft.com/office/powerpoint/2010/main" val="2366943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C6DE33-751C-92B4-7B0B-7315139E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925259-27FF-FECE-3C92-C339F33447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01600"/>
            <a:ext cx="8808720" cy="663447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one who bled to save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</p:txBody>
      </p:sp>
    </p:spTree>
    <p:extLst>
      <p:ext uri="{BB962C8B-B14F-4D97-AF65-F5344CB8AC3E}">
        <p14:creationId xmlns:p14="http://schemas.microsoft.com/office/powerpoint/2010/main" val="24093364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1D25B2-8BCB-DC3F-C1EC-DFADB70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B7A9E97-41D2-88BA-DCF7-7F8873869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609031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91440"/>
            <a:ext cx="8808720" cy="66039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desperation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sang through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doubt and fear</a:t>
            </a: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9EA81-2AA2-1CA2-B8ED-3B8B2E68D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6E71E5-C42A-E864-0AEF-23D453D04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960" y="162560"/>
            <a:ext cx="8575040" cy="650239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was worth it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wipe away our tears</a:t>
            </a:r>
          </a:p>
        </p:txBody>
      </p:sp>
    </p:spTree>
    <p:extLst>
      <p:ext uri="{BB962C8B-B14F-4D97-AF65-F5344CB8AC3E}">
        <p14:creationId xmlns:p14="http://schemas.microsoft.com/office/powerpoint/2010/main" val="28373720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C8D47-A1D1-52BD-808B-D00F4516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D8FE72-5042-6553-AD70-C9729CEB2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6908119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A1896-C5E7-6742-EC43-38FDC5C8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29F5F69-E378-5FFF-745F-515FF56A1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3757572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193040"/>
            <a:ext cx="8544560" cy="63906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C55F6C-7489-DD7C-DAC0-94C1D6696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22A776-1AEF-4750-9B12-699071804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3840" y="162560"/>
            <a:ext cx="86156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who was slain</a:t>
            </a:r>
          </a:p>
        </p:txBody>
      </p:sp>
    </p:spTree>
    <p:extLst>
      <p:ext uri="{BB962C8B-B14F-4D97-AF65-F5344CB8AC3E}">
        <p14:creationId xmlns:p14="http://schemas.microsoft.com/office/powerpoint/2010/main" val="24427708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DACB30-90B5-723C-CE80-67CE32EC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FE35C5-4060-E161-BCB8-0B0CC7B1D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80" y="243840"/>
            <a:ext cx="8747760" cy="64109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</p:txBody>
      </p:sp>
    </p:spTree>
    <p:extLst>
      <p:ext uri="{BB962C8B-B14F-4D97-AF65-F5344CB8AC3E}">
        <p14:creationId xmlns:p14="http://schemas.microsoft.com/office/powerpoint/2010/main" val="3218178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676ACA-11CD-5C6E-AF56-1A61F2AD3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1BDA62-ABC8-3F14-DCC7-6E5DD621A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240" y="203200"/>
            <a:ext cx="882904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worthy is the Lamb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was slain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Forever He shall reign</a:t>
            </a:r>
          </a:p>
        </p:txBody>
      </p:sp>
    </p:spTree>
    <p:extLst>
      <p:ext uri="{BB962C8B-B14F-4D97-AF65-F5344CB8AC3E}">
        <p14:creationId xmlns:p14="http://schemas.microsoft.com/office/powerpoint/2010/main" val="3684222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F69CC-0C93-3052-CE6A-CAFB3F467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2747E-9CDD-2FD1-BDCE-B086B78C5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" y="142240"/>
            <a:ext cx="8768080" cy="65633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will bow before Him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death will be no more</a:t>
            </a:r>
          </a:p>
        </p:txBody>
      </p:sp>
    </p:spTree>
    <p:extLst>
      <p:ext uri="{BB962C8B-B14F-4D97-AF65-F5344CB8AC3E}">
        <p14:creationId xmlns:p14="http://schemas.microsoft.com/office/powerpoint/2010/main" val="28246838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6E194-AD94-46C1-E861-E5E9EEF9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473A48B-872A-226B-A812-9544446C16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42240"/>
            <a:ext cx="8585200" cy="652271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He who died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rose again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</p:txBody>
      </p:sp>
    </p:spTree>
    <p:extLst>
      <p:ext uri="{BB962C8B-B14F-4D97-AF65-F5344CB8AC3E}">
        <p14:creationId xmlns:p14="http://schemas.microsoft.com/office/powerpoint/2010/main" val="29059955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4CE22-1D55-5914-B153-FBE34A618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4132303-996E-CDFA-AC78-7B16BECBC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160" y="203200"/>
            <a:ext cx="8656320" cy="646175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shout the hymn of Heaven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raise a mighty roar</a:t>
            </a:r>
          </a:p>
        </p:txBody>
      </p:sp>
    </p:spTree>
    <p:extLst>
      <p:ext uri="{BB962C8B-B14F-4D97-AF65-F5344CB8AC3E}">
        <p14:creationId xmlns:p14="http://schemas.microsoft.com/office/powerpoint/2010/main" val="13453782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21712-2DEE-EA84-89E0-236ABC9F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902031-989E-A8B6-B152-53E7273D3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" y="172720"/>
            <a:ext cx="8646160" cy="6492239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Glory to our God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gave us life beyond the grave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4988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7F204E-B9EC-E9EF-650E-A9AEC6C2BEAE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Written by John Newton (1772)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Public Domain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9063647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sweet the sound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97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39DE4-B05E-117C-AB0E-3A3481DE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4B78B5-F6A5-2FE9-6ED1-4BB0964E1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now am found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444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to fear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F5FCE-76E6-F3F6-BA4A-9C5F4E40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B44DBA-A2B3-57A3-8056-4406225EE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572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CC555-0715-21AA-DD5B-01CF814A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985C7B-7B0F-5B0C-F52D-718265A58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Toils and snares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4177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E790B-860F-1213-4F63-6AE54B99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66F284-8536-A8DD-C0BE-B7A53225A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thus far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9752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18A2F-CC8E-717D-20F7-4B5294D0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7FF292-1FE0-47B3-77DD-58139A65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to 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477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7C36E-3042-CDB5-A9E4-0AF50FE2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C1EEC1-BA02-066A-9DB4-C5D95DE53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00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</TotalTime>
  <Words>1079</Words>
  <Application>Microsoft Macintosh PowerPoint</Application>
  <PresentationFormat>On-screen Show (4:3)</PresentationFormat>
  <Paragraphs>276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26</cp:revision>
  <dcterms:created xsi:type="dcterms:W3CDTF">2025-11-12T03:26:12Z</dcterms:created>
  <dcterms:modified xsi:type="dcterms:W3CDTF">2026-08-02T04:57:31Z</dcterms:modified>
</cp:coreProperties>
</file>