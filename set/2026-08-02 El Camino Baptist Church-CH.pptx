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88" r:id="rId9"/>
    <p:sldId id="290" r:id="rId10"/>
    <p:sldId id="275" r:id="rId11"/>
    <p:sldId id="291" r:id="rId12"/>
    <p:sldId id="277" r:id="rId13"/>
    <p:sldId id="278" r:id="rId14"/>
    <p:sldId id="279" r:id="rId15"/>
    <p:sldId id="261" r:id="rId16"/>
    <p:sldId id="292" r:id="rId17"/>
    <p:sldId id="265" r:id="rId18"/>
    <p:sldId id="293" r:id="rId19"/>
    <p:sldId id="294" r:id="rId20"/>
    <p:sldId id="295" r:id="rId21"/>
    <p:sldId id="280" r:id="rId22"/>
    <p:sldId id="296" r:id="rId23"/>
    <p:sldId id="281" r:id="rId24"/>
    <p:sldId id="297" r:id="rId25"/>
    <p:sldId id="274" r:id="rId26"/>
    <p:sldId id="258" r:id="rId27"/>
    <p:sldId id="260" r:id="rId28"/>
    <p:sldId id="298" r:id="rId29"/>
    <p:sldId id="299" r:id="rId30"/>
    <p:sldId id="300" r:id="rId31"/>
    <p:sldId id="270" r:id="rId32"/>
    <p:sldId id="301" r:id="rId33"/>
    <p:sldId id="302" r:id="rId34"/>
    <p:sldId id="303" r:id="rId35"/>
    <p:sldId id="304" r:id="rId36"/>
    <p:sldId id="305" r:id="rId37"/>
    <p:sldId id="30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86"/>
    <p:restoredTop sz="94629"/>
  </p:normalViewPr>
  <p:slideViewPr>
    <p:cSldViewPr snapToGrid="0">
      <p:cViewPr varScale="1">
        <p:scale>
          <a:sx n="77" d="100"/>
          <a:sy n="77" d="100"/>
        </p:scale>
        <p:origin x="224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63986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in the land that is plentiful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G                      D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I'm found in the desert place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D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C8342-562D-AC07-F6C3-A7C338D7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D8258D-331A-7F78-5A23-8CEA9FD17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the sun's shining down on me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D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                      Em7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D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132902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3D5CB-DAE0-7B9D-4DD1-5B6A4C4D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5D209C-C05F-91FC-D505-E1329FC05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</p:txBody>
      </p:sp>
    </p:spTree>
    <p:extLst>
      <p:ext uri="{BB962C8B-B14F-4D97-AF65-F5344CB8AC3E}">
        <p14:creationId xmlns:p14="http://schemas.microsoft.com/office/powerpoint/2010/main" val="34134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0B6A-714C-9C13-D385-64F6287A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20D96D-2076-5490-D600-78E9D37F8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6A549-EBD1-A425-D946-12EACE9E00EF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11402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1C7CA-6B29-3D64-6D82-C68FAD13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233049-E05F-C4F4-40F9-95FDAB2AD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87907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D            Em7                C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D                 Em7                   C   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FB806-8F3A-CDE5-6D37-6B3EA64FBF56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75234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E9F9-454F-A86F-E3BF-DE6FEA2D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B50850-F9F8-D8E7-A0FA-8FCFBA9D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04873-8771-F3E5-EEAB-165999B376D0}"/>
              </a:ext>
            </a:extLst>
          </p:cNvPr>
          <p:cNvSpPr txBox="1"/>
          <p:nvPr/>
        </p:nvSpPr>
        <p:spPr>
          <a:xfrm>
            <a:off x="10240903" y="6047546"/>
            <a:ext cx="1728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381962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36120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158666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19105-D6B9-F07D-A874-F3D0465E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9A8A34-AC28-EEC6-5C7D-913D36AB1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41852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It Is Well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C   D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     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C                     A      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C       D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          C  D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though trials should come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Em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C                 A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my helpless estate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   C    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for my soul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6C626-1C7C-832E-FD9A-E6AC449A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FD494-5511-309A-033D-8F60B90D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447987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        C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this glorious thought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Em             A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C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and I bear it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C     D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O my soul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527E-21C1-1FC1-2A61-4A3F41A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E538ED-147B-D896-9936-0DE138A1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544536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              C   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  A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C            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and the Lord shall descend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C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8ACDD-D29E-68E1-E15F-B84622C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C419CF-AA2C-8A4A-8F23-6F0BDC5C4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1434669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530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126140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81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how sweet the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</p:txBody>
      </p:sp>
    </p:spTree>
    <p:extLst>
      <p:ext uri="{BB962C8B-B14F-4D97-AF65-F5344CB8AC3E}">
        <p14:creationId xmlns:p14="http://schemas.microsoft.com/office/powerpoint/2010/main" val="1394961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86F2-D5DE-3372-1C56-AD2AC55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F56EB-C7DD-F9E2-2BF4-0861C3C2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C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My heart to fear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</p:txBody>
      </p:sp>
    </p:spTree>
    <p:extLst>
      <p:ext uri="{BB962C8B-B14F-4D97-AF65-F5344CB8AC3E}">
        <p14:creationId xmlns:p14="http://schemas.microsoft.com/office/powerpoint/2010/main" val="1269675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CAE5-BD9B-E479-4055-F70327C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9D9F2-97BD-A5A2-87D9-DEF06C49B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Toils and snares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safe thus far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</p:txBody>
      </p:sp>
    </p:spTree>
    <p:extLst>
      <p:ext uri="{BB962C8B-B14F-4D97-AF65-F5344CB8AC3E}">
        <p14:creationId xmlns:p14="http://schemas.microsoft.com/office/powerpoint/2010/main" val="2299520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6789-8A72-563E-3BA2-8FBF399A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FA99E-CD5C-2C7F-6A80-0415A0D0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  C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good to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C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829A0-8495-04B5-FFBE-F5DB306DBB44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497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1549</Words>
  <Application>Microsoft Macintosh PowerPoint</Application>
  <PresentationFormat>Widescreen</PresentationFormat>
  <Paragraphs>300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53</cp:revision>
  <dcterms:created xsi:type="dcterms:W3CDTF">2025-11-12T03:26:12Z</dcterms:created>
  <dcterms:modified xsi:type="dcterms:W3CDTF">2026-08-02T04:50:42Z</dcterms:modified>
</cp:coreProperties>
</file>