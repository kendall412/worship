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76" r:id="rId7"/>
    <p:sldId id="289" r:id="rId8"/>
    <p:sldId id="296" r:id="rId9"/>
    <p:sldId id="295" r:id="rId10"/>
    <p:sldId id="297" r:id="rId11"/>
    <p:sldId id="298" r:id="rId12"/>
    <p:sldId id="299" r:id="rId13"/>
    <p:sldId id="300" r:id="rId14"/>
    <p:sldId id="301" r:id="rId15"/>
    <p:sldId id="288" r:id="rId16"/>
    <p:sldId id="302" r:id="rId17"/>
    <p:sldId id="257" r:id="rId18"/>
    <p:sldId id="259" r:id="rId19"/>
    <p:sldId id="261" r:id="rId20"/>
    <p:sldId id="258" r:id="rId21"/>
    <p:sldId id="260" r:id="rId22"/>
    <p:sldId id="26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23"/>
  </p:normalViewPr>
  <p:slideViewPr>
    <p:cSldViewPr snapToGrid="0">
      <p:cViewPr varScale="1">
        <p:scale>
          <a:sx n="55" d="100"/>
          <a:sy n="55" d="100"/>
        </p:scale>
        <p:origin x="200" y="2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C414F-6501-9EEC-C75C-9BECB9CA6A0B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America the Beautiful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92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spacious skies,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amber waves of grain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purple mountain majesties,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the fruited plain! </a:t>
            </a:r>
          </a:p>
        </p:txBody>
      </p:sp>
    </p:spTree>
    <p:extLst>
      <p:ext uri="{BB962C8B-B14F-4D97-AF65-F5344CB8AC3E}">
        <p14:creationId xmlns:p14="http://schemas.microsoft.com/office/powerpoint/2010/main" val="2433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03A78-1E2C-B55C-AA9F-508E762D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9F8FEE-AC94-CBE9-7AEC-D96143047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614074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D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 </a:t>
            </a:r>
          </a:p>
        </p:txBody>
      </p:sp>
    </p:spTree>
    <p:extLst>
      <p:ext uri="{BB962C8B-B14F-4D97-AF65-F5344CB8AC3E}">
        <p14:creationId xmlns:p14="http://schemas.microsoft.com/office/powerpoint/2010/main" val="150079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B7A9D-F3C7-B9B8-C8A3-D8C0E5EE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E7C110-FF7F-B8CA-57CC-1B0D6A0D6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pilgrim feet,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whose stern impassioned stress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thoroughfare of freedom beat,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A              A7    D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across the wilderness! </a:t>
            </a:r>
          </a:p>
        </p:txBody>
      </p:sp>
    </p:spTree>
    <p:extLst>
      <p:ext uri="{BB962C8B-B14F-4D97-AF65-F5344CB8AC3E}">
        <p14:creationId xmlns:p14="http://schemas.microsoft.com/office/powerpoint/2010/main" val="1891078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10AA8-1313-C815-FCCF-DA87DF55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AD8E01-01BF-850A-9957-2E9B0BC7B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mend thine every flaw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Confirm thy soul in self-control,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D7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liberty in law!</a:t>
            </a:r>
          </a:p>
        </p:txBody>
      </p:sp>
    </p:spTree>
    <p:extLst>
      <p:ext uri="{BB962C8B-B14F-4D97-AF65-F5344CB8AC3E}">
        <p14:creationId xmlns:p14="http://schemas.microsoft.com/office/powerpoint/2010/main" val="423254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F659C-D517-D3B0-FC61-8CC8B53F4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056F31-3B7E-1014-798D-6914B4026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beautiful for patriot dream,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sees beyond the years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Thine alabaster cities gleam,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                 A7        D    D7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undimmed by human tears! </a:t>
            </a:r>
          </a:p>
        </p:txBody>
      </p:sp>
    </p:spTree>
    <p:extLst>
      <p:ext uri="{BB962C8B-B14F-4D97-AF65-F5344CB8AC3E}">
        <p14:creationId xmlns:p14="http://schemas.microsoft.com/office/powerpoint/2010/main" val="1734527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87CA7-622D-5B3D-84D5-4C136B2E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941FDD-5B32-200A-4FF0-6F109E38E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D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America! America!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D7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shed his grace on thee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crown thy good with brotherhood,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D7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sea to shining sea!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3D5EE1-0D5C-DBE0-7D16-7CEE1665388B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9982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5DB70-8BB3-5F93-5915-D42D26043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9" r="1232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2B8C82-4E52-A2E1-4649-536E048DC9EE}"/>
              </a:ext>
            </a:extLst>
          </p:cNvPr>
          <p:cNvSpPr txBox="1"/>
          <p:nvPr/>
        </p:nvSpPr>
        <p:spPr>
          <a:xfrm>
            <a:off x="648392" y="864523"/>
            <a:ext cx="2809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Exalt Thee</a:t>
            </a: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0D60A-8A40-68FC-D974-A0C7AF0C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4262AE-4998-8DB9-D50B-85FC29466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80C5A-6BBD-F8DF-43FD-7B92C365B4B1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232076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5A1C2-CA48-31D5-BD71-59990BC8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4D0CCE-3247-3FC8-55A1-D1784F66A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EA94E-DE28-0C97-7042-04CA992B9FCE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of 2</a:t>
            </a:r>
          </a:p>
        </p:txBody>
      </p:sp>
    </p:spTree>
    <p:extLst>
      <p:ext uri="{BB962C8B-B14F-4D97-AF65-F5344CB8AC3E}">
        <p14:creationId xmlns:p14="http://schemas.microsoft.com/office/powerpoint/2010/main" val="1475441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0540-F1ED-73F6-57F6-D47CA0FD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1464B6-3227-4545-6D6A-EBC1AD63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00025"/>
            <a:ext cx="11388436" cy="6357937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D             Em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D             Em             A                           D  Bm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For Thou, O Lord, art high above all the earth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Em            A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Thou art exalted far above all gods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47D69-8EAF-9A33-ED4F-ED66EF15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3D5CD6-AF31-536E-392B-C2A1A3700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DAC60-D22A-8045-0431-0DBC21A68E58}"/>
              </a:ext>
            </a:extLst>
          </p:cNvPr>
          <p:cNvSpPr txBox="1"/>
          <p:nvPr/>
        </p:nvSpPr>
        <p:spPr>
          <a:xfrm>
            <a:off x="10591800" y="6273225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 of 2</a:t>
            </a:r>
          </a:p>
        </p:txBody>
      </p:sp>
    </p:spTree>
    <p:extLst>
      <p:ext uri="{BB962C8B-B14F-4D97-AF65-F5344CB8AC3E}">
        <p14:creationId xmlns:p14="http://schemas.microsoft.com/office/powerpoint/2010/main" val="236106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2FCCE-EE15-D505-704A-CC0D91B2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770953-B491-DAA5-DEA8-5FC78058B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257176"/>
            <a:ext cx="11388436" cy="6329362"/>
          </a:xfrm>
        </p:spPr>
        <p:txBody>
          <a:bodyPr>
            <a:normAutofit/>
          </a:bodyPr>
          <a:lstStyle/>
          <a:p>
            <a:pPr algn="l"/>
            <a:endParaRPr lang="en-US" sz="4400" b="1" dirty="0">
              <a:solidFill>
                <a:schemeClr val="bg1"/>
              </a:solidFill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A  D    A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   D                 A                  G               A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exalt Thee, I exalt Thee, I exalt Thee, O Lord</a:t>
            </a:r>
          </a:p>
          <a:p>
            <a:pPr algn="l"/>
            <a:endParaRPr lang="en-US" sz="4400" dirty="0">
              <a:solidFill>
                <a:schemeClr val="bg1"/>
              </a:solidFill>
            </a:endParaRPr>
          </a:p>
          <a:p>
            <a:pPr algn="l"/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2C0076-0F73-2133-C1CF-BCAE4DB8346E}"/>
              </a:ext>
            </a:extLst>
          </p:cNvPr>
          <p:cNvSpPr txBox="1"/>
          <p:nvPr/>
        </p:nvSpPr>
        <p:spPr>
          <a:xfrm>
            <a:off x="9715500" y="6273225"/>
            <a:ext cx="2476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 of 2 &amp; END</a:t>
            </a:r>
          </a:p>
        </p:txBody>
      </p:sp>
    </p:spTree>
    <p:extLst>
      <p:ext uri="{BB962C8B-B14F-4D97-AF65-F5344CB8AC3E}">
        <p14:creationId xmlns:p14="http://schemas.microsoft.com/office/powerpoint/2010/main" val="2844874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8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3634635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3271517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273225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 Stand Amazed in the Presence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67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amazed in the presence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Jesus the Nazarene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wonder how He could love me,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D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sinner, condemned, unclean</a:t>
            </a:r>
          </a:p>
        </p:txBody>
      </p:sp>
    </p:spTree>
    <p:extLst>
      <p:ext uri="{BB962C8B-B14F-4D97-AF65-F5344CB8AC3E}">
        <p14:creationId xmlns:p14="http://schemas.microsoft.com/office/powerpoint/2010/main" val="3110488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1133104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9B697-C955-8929-B13A-EF8BCDA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5A0F67-AE7D-7B50-CD03-8D69CDB73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took my sins and my sorrows;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made them His very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bore the burden to Calvary,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D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suffered and died alone</a:t>
            </a:r>
          </a:p>
        </p:txBody>
      </p:sp>
    </p:spTree>
    <p:extLst>
      <p:ext uri="{BB962C8B-B14F-4D97-AF65-F5344CB8AC3E}">
        <p14:creationId xmlns:p14="http://schemas.microsoft.com/office/powerpoint/2010/main" val="3171971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4C427-EB31-1FCA-0E2D-2E20B1CF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662E-1B4A-F57A-C7F5-EFEE6E1FC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</p:spTree>
    <p:extLst>
      <p:ext uri="{BB962C8B-B14F-4D97-AF65-F5344CB8AC3E}">
        <p14:creationId xmlns:p14="http://schemas.microsoft.com/office/powerpoint/2010/main" val="3487407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64903-A72F-68AE-28CD-CA9A9F94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0622F-8745-A195-2576-EBD60F643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with the ransomed in glory,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face I at last shall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                   G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’Twill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be my joy through the ages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D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of His love for me</a:t>
            </a:r>
          </a:p>
        </p:txBody>
      </p:sp>
    </p:spTree>
    <p:extLst>
      <p:ext uri="{BB962C8B-B14F-4D97-AF65-F5344CB8AC3E}">
        <p14:creationId xmlns:p14="http://schemas.microsoft.com/office/powerpoint/2010/main" val="4076461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AA134-1261-AB8F-6262-F1113AC1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A1FAF-F546-8A9B-B7FA-8785E2DE2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my song shall ever be: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marvelous, How wonderful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G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my Savior's love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F1F59-D2E7-3F36-19B3-040E10C6F7D5}"/>
              </a:ext>
            </a:extLst>
          </p:cNvPr>
          <p:cNvSpPr txBox="1"/>
          <p:nvPr/>
        </p:nvSpPr>
        <p:spPr>
          <a:xfrm>
            <a:off x="11153552" y="6273225"/>
            <a:ext cx="1038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6972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1378</Words>
  <Application>Microsoft Macintosh PowerPoint</Application>
  <PresentationFormat>Widescreen</PresentationFormat>
  <Paragraphs>299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Avenir Book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40</cp:revision>
  <dcterms:created xsi:type="dcterms:W3CDTF">2025-11-12T03:26:12Z</dcterms:created>
  <dcterms:modified xsi:type="dcterms:W3CDTF">2026-06-27T23:43:23Z</dcterms:modified>
</cp:coreProperties>
</file>