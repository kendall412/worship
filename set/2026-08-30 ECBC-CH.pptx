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2"/>
  </p:notesMasterIdLst>
  <p:sldIdLst>
    <p:sldId id="256" r:id="rId2"/>
    <p:sldId id="284" r:id="rId3"/>
    <p:sldId id="276" r:id="rId4"/>
    <p:sldId id="285" r:id="rId5"/>
    <p:sldId id="286" r:id="rId6"/>
    <p:sldId id="287" r:id="rId7"/>
    <p:sldId id="288" r:id="rId8"/>
    <p:sldId id="261" r:id="rId9"/>
    <p:sldId id="275" r:id="rId10"/>
    <p:sldId id="265" r:id="rId11"/>
    <p:sldId id="289" r:id="rId12"/>
    <p:sldId id="279" r:id="rId13"/>
    <p:sldId id="278" r:id="rId14"/>
    <p:sldId id="280" r:id="rId15"/>
    <p:sldId id="290" r:id="rId16"/>
    <p:sldId id="291" r:id="rId17"/>
    <p:sldId id="263" r:id="rId18"/>
    <p:sldId id="292" r:id="rId19"/>
    <p:sldId id="267" r:id="rId20"/>
    <p:sldId id="293" r:id="rId21"/>
    <p:sldId id="271" r:id="rId22"/>
    <p:sldId id="277" r:id="rId23"/>
    <p:sldId id="294" r:id="rId24"/>
    <p:sldId id="295" r:id="rId25"/>
    <p:sldId id="296" r:id="rId26"/>
    <p:sldId id="297" r:id="rId27"/>
    <p:sldId id="298" r:id="rId28"/>
    <p:sldId id="299" r:id="rId29"/>
    <p:sldId id="300" r:id="rId30"/>
    <p:sldId id="301" r:id="rId31"/>
    <p:sldId id="302" r:id="rId32"/>
    <p:sldId id="303" r:id="rId33"/>
    <p:sldId id="304" r:id="rId34"/>
    <p:sldId id="305" r:id="rId35"/>
    <p:sldId id="306" r:id="rId36"/>
    <p:sldId id="307" r:id="rId37"/>
    <p:sldId id="308" r:id="rId38"/>
    <p:sldId id="309" r:id="rId39"/>
    <p:sldId id="310" r:id="rId40"/>
    <p:sldId id="311" r:id="rId4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7671"/>
    <p:restoredTop sz="94521"/>
  </p:normalViewPr>
  <p:slideViewPr>
    <p:cSldViewPr snapToGrid="0">
      <p:cViewPr varScale="1">
        <p:scale>
          <a:sx n="109" d="100"/>
          <a:sy n="109" d="100"/>
        </p:scale>
        <p:origin x="200" y="4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96D8E7-EBC1-9243-BEE6-902440DA0A3D}" type="datetimeFigureOut">
              <a:rPr lang="en-US" smtClean="0"/>
              <a:t>8/29/26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B57456-DC15-D841-8F34-D514733931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3893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C4881-024B-CA4F-1A53-33C2DC0E74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0D2959-CEED-C8E4-130C-7C436E2473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BBB692-36FC-D0C6-12D7-33A0E66EA0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817876-8CFB-960B-6A57-C7F9FD39D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548E83-1153-3307-5818-CD7F2833A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48818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C6B7EA-B38C-12D1-5730-E271A11FB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8D1A30-880C-91DF-D6D6-0BE623BC9F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753098-E2DC-41B2-9361-756938A8E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63E6B5-5EA8-FE6C-FA06-4515DC0C07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A6D58-9856-3B55-DBEA-1B9A3269B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3120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03BE6-BFB2-0EF8-7BD3-99B4FF56B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E87140-F157-4DFF-CE20-2F5B759FC1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19DC89-D1D7-E179-4B62-551014DFE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033CF-70D2-4EFC-5477-15F7486A8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7ECCF9-ED4E-20EE-67CD-F55D0D853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6660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D7124-6407-E388-DFAC-CEAEF342D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54C6C2-33DA-0102-6360-654F993BD7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2B2A58-052B-B454-9932-012243039D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B92D04-ECBD-D55F-A459-4C28DF6A8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8/29/26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69ACAC-11AF-A864-BD18-A4B426A4A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3C5DAC-E196-CEC3-6A6B-376BB3F37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3024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32820-190D-235F-CEAA-9558C5413B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693254-6651-D942-4099-84C9B6A31C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D4DAC3-CF47-11DC-83E8-0B1192A442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49067B-AD0F-C796-4C8F-C043DB6FD3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4D0695B-675B-E8DD-D931-29E639B3E5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F5423C-A80C-353A-6ADA-AD2195CCE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8/29/26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154C085-1B7B-06F2-2F97-8BE5AED3D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C6B0A2-57CB-16B8-1E9B-CA6DA6337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2579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14C2D-A9C6-E4FF-86E0-539266096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EBDED3-8FA2-E14E-6132-DBF06C004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8/29/26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FF1715-78D0-6155-47B7-64F32ECF5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EE70D1-30EB-D2A6-F6C0-29E5A06812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6678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CD2DAB5-6AD5-15BC-026B-B80E346783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8/29/26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19D2783-D2E4-47AE-70D6-B4A209E13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9A41F5-9D51-17BE-FB49-C0DC79F1F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3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535ED-82D6-0936-3EEB-AD9435F5ED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03B2A4-A7AB-CDB0-D7F1-279536A270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29566A-3ACC-2A16-1AAE-6B0281DB7E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3518F2-2B74-8F2D-171A-15986F3C5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8/29/26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F8701B-4899-C3D0-CB2F-6C31378A5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240FD0-A8F8-EFCD-2A69-21AB0FB07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1778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3467F-CDAF-BF3C-2E6D-F2EBB52C7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D374E6-7653-1FED-90D8-27F8F5A5A5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18631D-B68A-86EE-A551-F2FE300250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AD5574-CD0C-0EDC-7EA2-BBDDAA07A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8/29/26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ADA4F2-15B1-95FF-AFC8-0BCFB4E4E7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57356D-53C5-30FE-E0FE-A480BE6A8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7107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15C597-3152-5765-EBC1-B17D99515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A5F73E-18E1-021C-9878-B37DC31E28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83AF53-E0B5-2F63-C15E-4BF621A318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A465D-C46F-7FA4-9154-773B74869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A3BEE5-DE05-B54F-20CA-E8C336AE9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55875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2C72931-C193-DCDC-01FD-20CDA0AD45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5B2C1B-4D9D-9A62-13D7-01C6580B78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445465-66E1-00A0-A5D2-D034616CC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53519E-C69A-9396-C73F-1ACB40774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85BFC6-ABA4-44D2-E110-CE59D7D2A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5973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707FE23-AD5C-E492-4625-B3FFD7D65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35509A-545F-6691-9119-47A073D014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8FCAAE-1AD5-9CBF-A0F6-52A814732F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229717-0F21-BE11-1F19-88106B6408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58A247-FF8D-F68A-7E74-66F74B44B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378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2" name="Rectangle 61">
            <a:extLst>
              <a:ext uri="{FF2B5EF4-FFF2-40B4-BE49-F238E27FC236}">
                <a16:creationId xmlns:a16="http://schemas.microsoft.com/office/drawing/2014/main" id="{E91DC736-0EF8-4F87-9146-EBF1D2EE4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3D071A-7EC9-4E7A-7E64-AC5A66667EF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3298" b="9091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64" name="Rectangle 63">
            <a:extLst>
              <a:ext uri="{FF2B5EF4-FFF2-40B4-BE49-F238E27FC236}">
                <a16:creationId xmlns:a16="http://schemas.microsoft.com/office/drawing/2014/main" id="{097CD68E-23E3-4007-8847-CD0944C4F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9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DF4048-2958-B759-F7D1-45755BE99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1029" y="1397671"/>
            <a:ext cx="5323423" cy="2445459"/>
          </a:xfrm>
        </p:spPr>
        <p:txBody>
          <a:bodyPr>
            <a:normAutofit/>
          </a:bodyPr>
          <a:lstStyle/>
          <a:p>
            <a:pPr algn="l"/>
            <a:endParaRPr lang="en-US" sz="2000" dirty="0"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i="1" dirty="0">
                <a:latin typeface="Avenir Oblique" panose="02000503020000020003" pitchFamily="2" charset="0"/>
                <a:ea typeface="Bodoni Ornaments" pitchFamily="2" charset="0"/>
              </a:rPr>
              <a:t>Here I am to Worship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878888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949692-4242-1BDD-62FE-734DDB9A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5D3E287-021A-C1DA-0AA5-23097B433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D                 A                             Em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Light of the world You stepped down into darkness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                  A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Opened my eyes, let me see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D               A              Em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Beauty that made this heart adore You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D            A                     G      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Hope of a life spent with You </a:t>
            </a:r>
          </a:p>
        </p:txBody>
      </p:sp>
    </p:spTree>
    <p:extLst>
      <p:ext uri="{BB962C8B-B14F-4D97-AF65-F5344CB8AC3E}">
        <p14:creationId xmlns:p14="http://schemas.microsoft.com/office/powerpoint/2010/main" val="897242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C7419-E011-28A7-9A00-12DEA8026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DA5D01-CA66-E4A3-D9BB-F19A657F51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D                                 A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Here I am to worship Here I am to bow down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D      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Here I am to say that You're my God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           D                          A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you're altogether lovely Altogether worthy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D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Altogether wonderful to me</a:t>
            </a:r>
          </a:p>
        </p:txBody>
      </p:sp>
    </p:spTree>
    <p:extLst>
      <p:ext uri="{BB962C8B-B14F-4D97-AF65-F5344CB8AC3E}">
        <p14:creationId xmlns:p14="http://schemas.microsoft.com/office/powerpoint/2010/main" val="42541841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136FD02-8F08-9EFE-583B-F15029869B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E848196-6549-AA70-1832-272B325201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               A                Em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King of all days, oh so highly exalted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D               A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Glorious in heaven above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D                 A                 Em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Humbly You came to the earth You created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D       A                              G        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for love's sake became poor</a:t>
            </a:r>
          </a:p>
        </p:txBody>
      </p:sp>
    </p:spTree>
    <p:extLst>
      <p:ext uri="{BB962C8B-B14F-4D97-AF65-F5344CB8AC3E}">
        <p14:creationId xmlns:p14="http://schemas.microsoft.com/office/powerpoint/2010/main" val="946705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643E6E-9210-0D93-C0AE-7D3F3C85EA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166FAC4-1AE5-F2B7-96B1-2BC84CCC20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9" y="211015"/>
            <a:ext cx="10472156" cy="6482862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D                                 A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Here I am to worship Here I am to bow down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D      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Here I am to say that You're my God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           D                          A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you're altogether lovely Altogether worthy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D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Altogether wonderful to me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37A157C-0723-604D-B3D7-90E7CFB1BDAC}"/>
              </a:ext>
            </a:extLst>
          </p:cNvPr>
          <p:cNvSpPr txBox="1"/>
          <p:nvPr/>
        </p:nvSpPr>
        <p:spPr>
          <a:xfrm>
            <a:off x="9532169" y="6211669"/>
            <a:ext cx="26117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</a:rPr>
              <a:t>x2 to Bridge</a:t>
            </a:r>
          </a:p>
        </p:txBody>
      </p:sp>
    </p:spTree>
    <p:extLst>
      <p:ext uri="{BB962C8B-B14F-4D97-AF65-F5344CB8AC3E}">
        <p14:creationId xmlns:p14="http://schemas.microsoft.com/office/powerpoint/2010/main" val="2210885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DEDDA93-1BDB-DE07-79C5-ACAD3F15B7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BFD3354-E95B-5646-B089-C1B01426A0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9" y="211015"/>
            <a:ext cx="10830744" cy="6482862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A       D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I'll never know how much it cost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A         D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 see my sin upon that cross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09DA54B-BE40-DC9C-0BD3-09EEF1D244C1}"/>
              </a:ext>
            </a:extLst>
          </p:cNvPr>
          <p:cNvSpPr txBox="1"/>
          <p:nvPr/>
        </p:nvSpPr>
        <p:spPr>
          <a:xfrm>
            <a:off x="8561294" y="6047546"/>
            <a:ext cx="32784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</a:rPr>
              <a:t>x3 to Chorus</a:t>
            </a:r>
          </a:p>
        </p:txBody>
      </p:sp>
    </p:spTree>
    <p:extLst>
      <p:ext uri="{BB962C8B-B14F-4D97-AF65-F5344CB8AC3E}">
        <p14:creationId xmlns:p14="http://schemas.microsoft.com/office/powerpoint/2010/main" val="21737820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DB329BF-095B-FA28-3FA8-950372EE1E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E2F92EA-9364-DF1F-A992-6778DFAF7F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D                                 A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Here I am to worship Here I am to bow down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D      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Here I am to say that You're my God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           D                          A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you're altogether lovely Altogether worthy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D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Altogether wonderful to me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30615E7-26A6-C468-7770-431E82D55DFC}"/>
              </a:ext>
            </a:extLst>
          </p:cNvPr>
          <p:cNvSpPr txBox="1"/>
          <p:nvPr/>
        </p:nvSpPr>
        <p:spPr>
          <a:xfrm>
            <a:off x="9475694" y="6211669"/>
            <a:ext cx="25683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</a:rPr>
              <a:t>x2 and END</a:t>
            </a:r>
          </a:p>
        </p:txBody>
      </p:sp>
    </p:spTree>
    <p:extLst>
      <p:ext uri="{BB962C8B-B14F-4D97-AF65-F5344CB8AC3E}">
        <p14:creationId xmlns:p14="http://schemas.microsoft.com/office/powerpoint/2010/main" val="15119602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3ACF013-4574-2AD0-7BFD-6E771B7E5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E91DC736-0EF8-4F87-9146-EBF1D2EE4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4" name="Picture 3" descr="Matterhorn with snow and stars in the sky&#10;&#10;AI-generated content may be incorrect.">
            <a:extLst>
              <a:ext uri="{FF2B5EF4-FFF2-40B4-BE49-F238E27FC236}">
                <a16:creationId xmlns:a16="http://schemas.microsoft.com/office/drawing/2014/main" id="{20FF3D56-E105-8F19-A54E-4F173C83BFB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159" t="9091" r="25205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097CD68E-23E3-4007-8847-CD0944C4F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9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0FD9A51-1655-DF8C-52C5-2398AD7832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0" y="4872922"/>
            <a:ext cx="4023359" cy="1208141"/>
          </a:xfrm>
        </p:spPr>
        <p:txBody>
          <a:bodyPr>
            <a:normAutofit fontScale="92500"/>
          </a:bodyPr>
          <a:lstStyle/>
          <a:p>
            <a:pPr algn="l"/>
            <a:endParaRPr lang="en-US" sz="2000" dirty="0"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000" i="1" dirty="0">
                <a:latin typeface="Avenir Oblique" panose="02000503020000020003" pitchFamily="2" charset="0"/>
                <a:ea typeface="Bodoni Ornaments" pitchFamily="2" charset="0"/>
              </a:rPr>
              <a:t>Goodness of God</a:t>
            </a:r>
          </a:p>
          <a:p>
            <a:pPr algn="l"/>
            <a:endParaRPr lang="en-US" sz="2000" dirty="0">
              <a:latin typeface="Avenir Medium" panose="02000503020000020003" pitchFamily="2" charset="0"/>
              <a:ea typeface="Bodoni Ornaments" pitchFamily="2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060472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83E1F97-17F4-001F-7673-B8EFA09D8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F0AA937-867D-D484-37E8-C9B43A9059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                 F               C 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love You Lord Oh, Your mercy never fails me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Am                   F                  </a:t>
            </a:r>
            <a:r>
              <a:rPr lang="en-US" sz="2800" dirty="0" err="1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Gsus</a:t>
            </a:r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G   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my days, I've been held in Your hands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              Am         F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From the moment that I wake up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C            G       Am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Until I lay my head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F                   G                Csus4  C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will sing of the goodness of God</a:t>
            </a:r>
          </a:p>
        </p:txBody>
      </p:sp>
    </p:spTree>
    <p:extLst>
      <p:ext uri="{BB962C8B-B14F-4D97-AF65-F5344CB8AC3E}">
        <p14:creationId xmlns:p14="http://schemas.microsoft.com/office/powerpoint/2010/main" val="29910020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AFF0EA-04E9-B7E9-0BF6-7D546FDEE5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0377A57-C32B-6F9A-6862-0207CC2B85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endParaRPr lang="en-US" sz="2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                               C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my life You have been faithful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                               C         G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my life You have been so, so good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                                   C    G   Am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With every breath that I am able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F                    G               Csus4   C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will sing of the goodness of God</a:t>
            </a:r>
          </a:p>
        </p:txBody>
      </p:sp>
    </p:spTree>
    <p:extLst>
      <p:ext uri="{BB962C8B-B14F-4D97-AF65-F5344CB8AC3E}">
        <p14:creationId xmlns:p14="http://schemas.microsoft.com/office/powerpoint/2010/main" val="30986946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7006DC-D1B4-7A29-037D-AB9310F891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CEB7ADD-233A-DCA7-621A-453E634E8D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C                       F                              C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love Your voice You have led me through the fire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G        Am                    F                    Gsus4  G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In my darkest night, You were close like no other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       Am     F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I've known You as a father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       C  G  Am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I've known You as a friend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F                        G           C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have lived in the goodness of God</a:t>
            </a:r>
          </a:p>
        </p:txBody>
      </p:sp>
    </p:spTree>
    <p:extLst>
      <p:ext uri="{BB962C8B-B14F-4D97-AF65-F5344CB8AC3E}">
        <p14:creationId xmlns:p14="http://schemas.microsoft.com/office/powerpoint/2010/main" val="36128280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6008CE-3ADD-6407-4016-5817365F0D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E7F11ED-C8AB-C58D-6C55-6019AF966C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endParaRPr lang="en-US" sz="2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                               C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my life You have been faithful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                               C         G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my life You have been so, so good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                                   C    G   Am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With every breath that I am able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F                    G               Csus4   C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will sing of the goodness of God</a:t>
            </a:r>
          </a:p>
        </p:txBody>
      </p:sp>
    </p:spTree>
    <p:extLst>
      <p:ext uri="{BB962C8B-B14F-4D97-AF65-F5344CB8AC3E}">
        <p14:creationId xmlns:p14="http://schemas.microsoft.com/office/powerpoint/2010/main" val="22196421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6B9DAFF-5D38-064D-29B5-8A81477B8A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72C2460-CE19-8641-A2F1-78FBD0E616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endParaRPr lang="en-US" sz="2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   F                            G                C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goodness is running after, it’s running after me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   F                            G                C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goodness is running after, it’s running after me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C                                   F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With my life laid down, I’m surrendered now, 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G                    Am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give You everything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   F                            G                C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goodness is running after, it’s running after me</a:t>
            </a:r>
          </a:p>
          <a:p>
            <a:pPr algn="l"/>
            <a:endParaRPr lang="en-US" sz="2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08491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ED1104-8B63-30C8-E757-8A6F734B7E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5D7A7FE-417D-8386-0FB8-E37D738638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endParaRPr lang="en-US" sz="2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                               C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my life You have been faithful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                               C         G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my life You have been so, so good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                                   C    G   Am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With every breath that I am able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F                    G               Am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will sing of the goodness of God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F                    G               Csus4   C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will sing of the goodness of God</a:t>
            </a:r>
          </a:p>
        </p:txBody>
      </p:sp>
    </p:spTree>
    <p:extLst>
      <p:ext uri="{BB962C8B-B14F-4D97-AF65-F5344CB8AC3E}">
        <p14:creationId xmlns:p14="http://schemas.microsoft.com/office/powerpoint/2010/main" val="29684131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3ACF013-4574-2AD0-7BFD-6E771B7E5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E91DC736-0EF8-4F87-9146-EBF1D2EE4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4" name="Picture 3" descr="Matterhorn with snow and stars in the sky&#10;&#10;AI-generated content may be incorrect.">
            <a:extLst>
              <a:ext uri="{FF2B5EF4-FFF2-40B4-BE49-F238E27FC236}">
                <a16:creationId xmlns:a16="http://schemas.microsoft.com/office/drawing/2014/main" id="{20FF3D56-E105-8F19-A54E-4F173C83BFB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159" t="9091" r="25205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097CD68E-23E3-4007-8847-CD0944C4F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9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0FD9A51-1655-DF8C-52C5-2398AD7832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0" y="4872922"/>
            <a:ext cx="4023359" cy="1208141"/>
          </a:xfrm>
        </p:spPr>
        <p:txBody>
          <a:bodyPr>
            <a:normAutofit fontScale="92500"/>
          </a:bodyPr>
          <a:lstStyle/>
          <a:p>
            <a:pPr algn="l"/>
            <a:endParaRPr lang="en-US" sz="2000" dirty="0"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000" i="1" dirty="0">
                <a:latin typeface="Avenir Oblique" panose="02000503020000020003" pitchFamily="2" charset="0"/>
                <a:ea typeface="Bodoni Ornaments" pitchFamily="2" charset="0"/>
              </a:rPr>
              <a:t>All sufficient merit</a:t>
            </a:r>
          </a:p>
          <a:p>
            <a:pPr algn="l"/>
            <a:endParaRPr lang="en-US" sz="2000" dirty="0">
              <a:latin typeface="Avenir Medium" panose="02000503020000020003" pitchFamily="2" charset="0"/>
              <a:ea typeface="Bodoni Ornaments" pitchFamily="2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273021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83E1F97-17F4-001F-7673-B8EFA09D8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F0AA937-867D-D484-37E8-C9B43A9059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CAPO @ 4th</a:t>
            </a:r>
          </a:p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G       F      C  F 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   sufficient merit    Shining like the sun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Am      G  F         C        F           G   F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 fortune I   inherit      By no work I    have done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   Am     F    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My righteousness I forfeit At my saviors cross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G              Am    F             G          C    F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Where all sufficient merit Did what I could not</a:t>
            </a:r>
          </a:p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560550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B7A8B09-2F31-905B-BD0E-1A22C68CDC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8957205-5518-134E-F4A7-AD9AB21DC54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497702"/>
            <a:ext cx="11778916" cy="5862596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Am       G        F        C   F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In love he condescended Eternal now in time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Am       G      F       C         F          G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 life without a blemish The maker made to die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G                         Am              F       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Law could never save us Our lawlessness had won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G                        Am        F               G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Until the pure and spotless Lamb had finally come</a:t>
            </a:r>
          </a:p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05754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AFF0EA-04E9-B7E9-0BF6-7D546FDEE5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0377A57-C32B-6F9A-6862-0207CC2B85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44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G             Am Em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It is done It is finished</a:t>
            </a:r>
          </a:p>
          <a:p>
            <a:pPr algn="l"/>
            <a:r>
              <a:rPr lang="en-US" sz="44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 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No more debt I owe</a:t>
            </a:r>
          </a:p>
          <a:p>
            <a:pPr algn="l"/>
            <a:r>
              <a:rPr lang="en-US" sz="44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Paid in full</a:t>
            </a:r>
          </a:p>
          <a:p>
            <a:pPr algn="l"/>
            <a:r>
              <a:rPr lang="en-US" sz="44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Am Em F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sufficient merit now my own</a:t>
            </a:r>
          </a:p>
          <a:p>
            <a:pPr algn="l"/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8357370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EF6EB98-5F43-3DA3-94A9-EB6300F45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1DE054B-FBE9-55DC-2B7F-6146B7B7E5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00" y="144379"/>
            <a:ext cx="11694695" cy="6497053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G             F   C         F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lay down my garments Any empty boast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Am             G      F     C   F          G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Good works now all corrupted By the sinful host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      Am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Dressed in my LORD Jesus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F            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 crimson robe made white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Am             F                   G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No more fear of judgement His righteousness is mine</a:t>
            </a:r>
          </a:p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94325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B90E144-A34A-1A7E-3D93-EC5505F80F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E3D9DA3-F165-DFCF-2028-0E597DF9E5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44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G             Am Em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It is done It is finished</a:t>
            </a:r>
          </a:p>
          <a:p>
            <a:pPr algn="l"/>
            <a:r>
              <a:rPr lang="en-US" sz="44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 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No more debt I owe</a:t>
            </a:r>
          </a:p>
          <a:p>
            <a:pPr algn="l"/>
            <a:r>
              <a:rPr lang="en-US" sz="44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Paid in full</a:t>
            </a:r>
          </a:p>
          <a:p>
            <a:pPr algn="l"/>
            <a:r>
              <a:rPr lang="en-US" sz="44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Am Em F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sufficient merit now my own</a:t>
            </a:r>
          </a:p>
          <a:p>
            <a:pPr algn="l"/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38761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F8EAD9D-411B-BBB0-2853-4AE179FD56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AA9DF7F-CB55-F585-2E89-9D375B0873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00" y="168442"/>
            <a:ext cx="11706725" cy="6509084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G     F      C   F 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sufficient merit     Firm in life and death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Am    G         F  C            F         G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joy of my salvation Shall be my final breath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Am          F              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When I stand accepted Before the throne of God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G                     Am            F               G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I’ll gaze upon my Jesus And thank Him for the cross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F               G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Yes I’ll thank Him for the cross</a:t>
            </a:r>
          </a:p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230998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58D0476-3A73-409D-C8D3-FE69BF6123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1C50E98-504C-878B-73B5-129D4080ADF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9375569" cy="5862596"/>
          </a:xfrm>
        </p:spPr>
        <p:txBody>
          <a:bodyPr>
            <a:noAutofit/>
          </a:bodyPr>
          <a:lstStyle/>
          <a:p>
            <a:pPr algn="l"/>
            <a:r>
              <a:rPr lang="en-US" sz="44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G             Am Em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It is done It is finished</a:t>
            </a:r>
          </a:p>
          <a:p>
            <a:pPr algn="l"/>
            <a:r>
              <a:rPr lang="en-US" sz="44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 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No more debt I owe</a:t>
            </a:r>
          </a:p>
          <a:p>
            <a:pPr algn="l"/>
            <a:r>
              <a:rPr lang="en-US" sz="44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Paid in full</a:t>
            </a:r>
          </a:p>
          <a:p>
            <a:pPr algn="l"/>
            <a:r>
              <a:rPr lang="en-US" sz="44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Am Em F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sufficient merit now my own</a:t>
            </a:r>
          </a:p>
          <a:p>
            <a:pPr algn="l"/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32670CC-27AB-26C0-285B-D385CE2DC875}"/>
              </a:ext>
            </a:extLst>
          </p:cNvPr>
          <p:cNvSpPr txBox="1"/>
          <p:nvPr/>
        </p:nvSpPr>
        <p:spPr>
          <a:xfrm>
            <a:off x="11005665" y="6273225"/>
            <a:ext cx="100700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346513286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2" name="Rectangle 61">
            <a:extLst>
              <a:ext uri="{FF2B5EF4-FFF2-40B4-BE49-F238E27FC236}">
                <a16:creationId xmlns:a16="http://schemas.microsoft.com/office/drawing/2014/main" id="{E91DC736-0EF8-4F87-9146-EBF1D2EE4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3D071A-7EC9-4E7A-7E64-AC5A66667EF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3298" b="9091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64" name="Rectangle 63">
            <a:extLst>
              <a:ext uri="{FF2B5EF4-FFF2-40B4-BE49-F238E27FC236}">
                <a16:creationId xmlns:a16="http://schemas.microsoft.com/office/drawing/2014/main" id="{097CD68E-23E3-4007-8847-CD0944C4F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9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DF4048-2958-B759-F7D1-45755BE99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1029" y="1397671"/>
            <a:ext cx="4023359" cy="1208141"/>
          </a:xfrm>
        </p:spPr>
        <p:txBody>
          <a:bodyPr>
            <a:normAutofit/>
          </a:bodyPr>
          <a:lstStyle/>
          <a:p>
            <a:pPr algn="l"/>
            <a:endParaRPr lang="en-US" sz="2000" dirty="0"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i="1" dirty="0">
                <a:latin typeface="Avenir Oblique" panose="02000503020000020003" pitchFamily="2" charset="0"/>
                <a:ea typeface="Bodoni Ornaments" pitchFamily="2" charset="0"/>
              </a:rPr>
              <a:t>Living Hope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536373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949692-4242-1BDD-62FE-734DDB9A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5D3E287-021A-C1DA-0AA5-23097B433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C / G C </a:t>
            </a:r>
            <a:r>
              <a:rPr lang="en-US" sz="3600" dirty="0">
                <a:solidFill>
                  <a:schemeClr val="accent1">
                    <a:lumMod val="40000"/>
                    <a:lumOff val="60000"/>
                  </a:schemeClr>
                </a:solidFill>
                <a:latin typeface="Avenir Medium" panose="02000503020000020003" pitchFamily="2" charset="0"/>
                <a:ea typeface="Bodoni Ornaments" pitchFamily="2" charset="0"/>
              </a:rPr>
              <a:t>CAPO 4th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    G             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great the chasm that lay between us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  C                 Em   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high the mountain I could not climb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G                   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In desperation, I turned to heaven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    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D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spoke Your name into the night</a:t>
            </a:r>
          </a:p>
        </p:txBody>
      </p:sp>
    </p:spTree>
    <p:extLst>
      <p:ext uri="{BB962C8B-B14F-4D97-AF65-F5344CB8AC3E}">
        <p14:creationId xmlns:p14="http://schemas.microsoft.com/office/powerpoint/2010/main" val="231512650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3237EF9-CF9F-D39D-36A5-3019E24E77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46F3AC8-E07E-264E-4D50-B3A09CBC04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  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Then through the darkness,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loving kindness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  Em      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Tore through the shadows of my soul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G           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work is ﬁnished, the end is written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     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D         G      C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Christ, my living hope</a:t>
            </a:r>
          </a:p>
        </p:txBody>
      </p:sp>
    </p:spTree>
    <p:extLst>
      <p:ext uri="{BB962C8B-B14F-4D97-AF65-F5344CB8AC3E}">
        <p14:creationId xmlns:p14="http://schemas.microsoft.com/office/powerpoint/2010/main" val="337383322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161DAC1-733C-4F5B-DF92-6058C435AB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75ACE9C-EC07-A1D2-A30C-40E399AF0F6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G            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Who could imagine so great a mercy?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   C          Em         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What heart could fathom such boundless grace?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               D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God of ages stepped down from glory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C          D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 wear my sin and bear my shame</a:t>
            </a:r>
          </a:p>
        </p:txBody>
      </p:sp>
    </p:spTree>
    <p:extLst>
      <p:ext uri="{BB962C8B-B14F-4D97-AF65-F5344CB8AC3E}">
        <p14:creationId xmlns:p14="http://schemas.microsoft.com/office/powerpoint/2010/main" val="9082638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269E5CE-ECF5-2C85-6F0D-D030C683AB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C0568BD-F994-B513-CD99-03F09EBF451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C  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cross has spoken, I am forgiven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                        D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King of kings calls me His own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G            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Beautiful Savior, I'm Yours forever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       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D        G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Christ, my living hope</a:t>
            </a:r>
          </a:p>
        </p:txBody>
      </p:sp>
    </p:spTree>
    <p:extLst>
      <p:ext uri="{BB962C8B-B14F-4D97-AF65-F5344CB8AC3E}">
        <p14:creationId xmlns:p14="http://schemas.microsoft.com/office/powerpoint/2010/main" val="267425412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C7419-E011-28A7-9A00-12DEA8026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DA5D01-CA66-E4A3-D9BB-F19A657F51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    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G                    D                        Em   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Hallelujah, praise the One who set me free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    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G                    D                        Em   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Hallelujah, death has lost its grip on me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G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have broken every chain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D                         Em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There's salvation in Your name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C                D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Christ, my living hope</a:t>
            </a:r>
          </a:p>
        </p:txBody>
      </p:sp>
    </p:spTree>
    <p:extLst>
      <p:ext uri="{BB962C8B-B14F-4D97-AF65-F5344CB8AC3E}">
        <p14:creationId xmlns:p14="http://schemas.microsoft.com/office/powerpoint/2010/main" val="289422376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AD5DAF-1228-688F-AC5D-84D7896107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67DCF2B-D83E-E796-6421-AEAC1CE315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            D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Then came the morning that sealed the promise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C       Em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buried body began to breathe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    D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Out of the silence, the Roaring Lion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C                     D           G   (Em)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Declared the grave has no claim on me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C                  D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Jesus, Yours is the victory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713107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AF1E6F-2771-ED35-A97D-BAD08296FB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8E2F239-F4DC-5E9E-58FF-4D1AF8E3FE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    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G                    D                        Em   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Hallelujah, praise the One who set me free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    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G                    D                        Em   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Hallelujah, death has lost its grip on me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G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have broken every chain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D                         Em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There's salvation in Your name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C                D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Christ, my living hope</a:t>
            </a:r>
          </a:p>
        </p:txBody>
      </p:sp>
    </p:spTree>
    <p:extLst>
      <p:ext uri="{BB962C8B-B14F-4D97-AF65-F5344CB8AC3E}">
        <p14:creationId xmlns:p14="http://schemas.microsoft.com/office/powerpoint/2010/main" val="305114244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C5F4357-2370-385D-0B57-33EF9E113A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0EDD212-770A-54CB-55F6-5B869B15EA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C                D       Em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Christ, my living hope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C         D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Oh God, You are my living hope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7456F60-33BA-51C6-444E-5233465F5641}"/>
              </a:ext>
            </a:extLst>
          </p:cNvPr>
          <p:cNvSpPr txBox="1"/>
          <p:nvPr/>
        </p:nvSpPr>
        <p:spPr>
          <a:xfrm>
            <a:off x="10257692" y="6273225"/>
            <a:ext cx="150055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403373286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3" name="Rectangle 72">
            <a:extLst>
              <a:ext uri="{FF2B5EF4-FFF2-40B4-BE49-F238E27FC236}">
                <a16:creationId xmlns:a16="http://schemas.microsoft.com/office/drawing/2014/main" id="{ECC07320-C2CA-4E29-8481-9D9E143C77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606C7EB-3032-7AB1-100A-F3BFFFA318D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0097" r="-1" b="37596"/>
          <a:stretch>
            <a:fillRect/>
          </a:stretch>
        </p:blipFill>
        <p:spPr>
          <a:xfrm>
            <a:off x="2522358" y="10"/>
            <a:ext cx="9669642" cy="6857990"/>
          </a:xfrm>
          <a:prstGeom prst="rect">
            <a:avLst/>
          </a:prstGeom>
        </p:spPr>
      </p:pic>
      <p:sp>
        <p:nvSpPr>
          <p:cNvPr id="75" name="Rectangle 74">
            <a:extLst>
              <a:ext uri="{FF2B5EF4-FFF2-40B4-BE49-F238E27FC236}">
                <a16:creationId xmlns:a16="http://schemas.microsoft.com/office/drawing/2014/main" id="{178FB36B-5BFE-42CA-BC60-1115E0D95E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7066978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DF4048-2958-B759-F7D1-45755BE99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5665" y="971634"/>
            <a:ext cx="3973386" cy="1485319"/>
          </a:xfrm>
          <a:noFill/>
        </p:spPr>
        <p:txBody>
          <a:bodyPr>
            <a:normAutofit/>
          </a:bodyPr>
          <a:lstStyle/>
          <a:p>
            <a:pPr algn="l"/>
            <a:endParaRPr lang="en-US" dirty="0"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000" i="1" dirty="0">
                <a:latin typeface="Avenir Oblique" panose="02000503020000020003" pitchFamily="2" charset="0"/>
                <a:ea typeface="Bodoni Ornaments" pitchFamily="2" charset="0"/>
              </a:rPr>
              <a:t>Jesus Paid It All</a:t>
            </a:r>
          </a:p>
        </p:txBody>
      </p:sp>
    </p:spTree>
    <p:extLst>
      <p:ext uri="{BB962C8B-B14F-4D97-AF65-F5344CB8AC3E}">
        <p14:creationId xmlns:p14="http://schemas.microsoft.com/office/powerpoint/2010/main" val="2088169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949692-4242-1BDD-62FE-734DDB9A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5D3E287-021A-C1DA-0AA5-23097B433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hear the Savior say,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G                     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Thy strength indeed is small,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Am                                     F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Child of weakness, watch and pray,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C                 G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Find in Me thine all in all</a:t>
            </a:r>
          </a:p>
        </p:txBody>
      </p:sp>
    </p:spTree>
    <p:extLst>
      <p:ext uri="{BB962C8B-B14F-4D97-AF65-F5344CB8AC3E}">
        <p14:creationId xmlns:p14="http://schemas.microsoft.com/office/powerpoint/2010/main" val="366710425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C7419-E011-28A7-9A00-12DEA8026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DA5D01-CA66-E4A3-D9BB-F19A657F51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Am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paid it all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to Him I owe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F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Sin had left a crimson stain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C                  G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washed it white as snow</a:t>
            </a:r>
          </a:p>
        </p:txBody>
      </p:sp>
    </p:spTree>
    <p:extLst>
      <p:ext uri="{BB962C8B-B14F-4D97-AF65-F5344CB8AC3E}">
        <p14:creationId xmlns:p14="http://schemas.microsoft.com/office/powerpoint/2010/main" val="371133445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02F8C4-C310-6695-445F-C5432139E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9114C0F-41AF-61A4-4323-81CE7AB71C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Lord, now indeed I find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Thy </a:t>
            </a:r>
            <a:r>
              <a:rPr lang="en-US" sz="44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pow'r</a:t>
            </a:r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and Thine alone,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                       F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Can change the leper's spots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C               G 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melt the heart of stone</a:t>
            </a:r>
          </a:p>
        </p:txBody>
      </p:sp>
    </p:spTree>
    <p:extLst>
      <p:ext uri="{BB962C8B-B14F-4D97-AF65-F5344CB8AC3E}">
        <p14:creationId xmlns:p14="http://schemas.microsoft.com/office/powerpoint/2010/main" val="141283355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5FED0BD-7288-6664-B398-20315864A2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ECDD8E7-01E1-7510-E28F-160CA71BEF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Am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paid it all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to Him I owe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F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Sin had left a crimson stain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C                  G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washed it white as snow</a:t>
            </a:r>
          </a:p>
        </p:txBody>
      </p:sp>
    </p:spTree>
    <p:extLst>
      <p:ext uri="{BB962C8B-B14F-4D97-AF65-F5344CB8AC3E}">
        <p14:creationId xmlns:p14="http://schemas.microsoft.com/office/powerpoint/2010/main" val="209561952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2F54B8-25E1-6A75-E03E-174BCDC40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09C131E-B062-B7B3-31AB-1DA75B1CA0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when, before the throne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</a:t>
            </a:r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C</a:t>
            </a:r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stand in Him complete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Am                          F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died my soul to save</a:t>
            </a:r>
          </a:p>
          <a:p>
            <a:pPr algn="l"/>
            <a:r>
              <a:rPr lang="en-US" sz="360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C               G      C</a:t>
            </a:r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My lips shall still repeat</a:t>
            </a:r>
          </a:p>
        </p:txBody>
      </p:sp>
    </p:spTree>
    <p:extLst>
      <p:ext uri="{BB962C8B-B14F-4D97-AF65-F5344CB8AC3E}">
        <p14:creationId xmlns:p14="http://schemas.microsoft.com/office/powerpoint/2010/main" val="262960746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1471E6E-6905-72B8-04FB-3A90EC4F8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5EE3A6B-AAC4-EDD6-7960-6E110807F6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Am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paid it all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to Him I owe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F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Sin had left a crimson stain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C                  G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washed it white as snow</a:t>
            </a:r>
          </a:p>
        </p:txBody>
      </p:sp>
    </p:spTree>
    <p:extLst>
      <p:ext uri="{BB962C8B-B14F-4D97-AF65-F5344CB8AC3E}">
        <p14:creationId xmlns:p14="http://schemas.microsoft.com/office/powerpoint/2010/main" val="134854882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4AB838-284C-101E-2C70-2FAF7A959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5565FA0-8E5E-BBD6-898E-A62DBAA788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320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  </a:t>
            </a:r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  <a:r>
              <a:rPr lang="en-US" sz="320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     </a:t>
            </a:r>
            <a:r>
              <a:rPr lang="en-US" sz="3200" dirty="0" err="1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Csus</a:t>
            </a:r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Oh praise the one who paid my debt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C                          </a:t>
            </a:r>
            <a:r>
              <a:rPr lang="en-US" sz="3200" dirty="0" err="1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Csus</a:t>
            </a:r>
            <a:endParaRPr lang="en-US" sz="32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raised this life up from the dead</a:t>
            </a:r>
          </a:p>
          <a:p>
            <a:pPr algn="l"/>
            <a:endParaRPr lang="en-US" sz="32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C                              F         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Oh praise the one who paid my debt</a:t>
            </a:r>
          </a:p>
          <a:p>
            <a:pPr algn="l"/>
            <a:r>
              <a:rPr lang="en-US" sz="32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Dm                          F</a:t>
            </a:r>
          </a:p>
          <a:p>
            <a:pPr algn="l"/>
            <a:r>
              <a:rPr lang="en-US" sz="3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raised this life up from the dead</a:t>
            </a:r>
          </a:p>
          <a:p>
            <a:pPr algn="l"/>
            <a:endParaRPr lang="en-US" sz="32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8358923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8B87B35-4FE6-D26D-0496-F6EB0B8418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D890FC1-A7A1-35A6-E8C4-E66C75FD7C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Am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paid it all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to Him I owe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F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Sin had left a crimson stain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C                  G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washed it white as snow</a:t>
            </a:r>
          </a:p>
        </p:txBody>
      </p:sp>
    </p:spTree>
    <p:extLst>
      <p:ext uri="{BB962C8B-B14F-4D97-AF65-F5344CB8AC3E}">
        <p14:creationId xmlns:p14="http://schemas.microsoft.com/office/powerpoint/2010/main" val="15859077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180</TotalTime>
  <Words>1608</Words>
  <Application>Microsoft Macintosh PowerPoint</Application>
  <PresentationFormat>Widescreen</PresentationFormat>
  <Paragraphs>326</Paragraphs>
  <Slides>40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7" baseType="lpstr">
      <vt:lpstr>Aptos</vt:lpstr>
      <vt:lpstr>Aptos Display</vt:lpstr>
      <vt:lpstr>Arial</vt:lpstr>
      <vt:lpstr>Avenir Medium</vt:lpstr>
      <vt:lpstr>Avenir Oblique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50</cp:revision>
  <dcterms:created xsi:type="dcterms:W3CDTF">2025-11-12T03:26:12Z</dcterms:created>
  <dcterms:modified xsi:type="dcterms:W3CDTF">2026-08-29T20:35:52Z</dcterms:modified>
</cp:coreProperties>
</file>