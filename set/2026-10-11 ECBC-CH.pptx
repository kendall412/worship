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9" r:id="rId7"/>
    <p:sldId id="287" r:id="rId8"/>
    <p:sldId id="290" r:id="rId9"/>
    <p:sldId id="288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257" r:id="rId24"/>
    <p:sldId id="272" r:id="rId25"/>
    <p:sldId id="261" r:id="rId26"/>
    <p:sldId id="259" r:id="rId27"/>
    <p:sldId id="273" r:id="rId28"/>
    <p:sldId id="265" r:id="rId29"/>
    <p:sldId id="274" r:id="rId30"/>
    <p:sldId id="268" r:id="rId31"/>
    <p:sldId id="275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023"/>
    <p:restoredTop sz="94652"/>
  </p:normalViewPr>
  <p:slideViewPr>
    <p:cSldViewPr snapToGrid="0">
      <p:cViewPr varScale="1">
        <p:scale>
          <a:sx n="88" d="100"/>
          <a:sy n="88" d="100"/>
        </p:scale>
        <p:origin x="192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Way Maker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D A Bm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moving in our midst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working in this place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90E31-CF75-001C-4F2C-A95AD13224F6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0F3758-7914-4088-E1A1-8442D99C10C4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&amp; to VERSE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2E7D6-7BFE-F4EC-BD92-24037CC3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26A616-C62F-3A4E-DD10-DC9090572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touching every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healing every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3856F-7D7F-2533-0E47-46DDF2108EFE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374467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3107B-9C10-A243-3B27-6A7C0D1A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39098A-BBA4-5401-3533-2553180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turning lives around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mending every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AE42FC-D90B-CFB8-576B-A01936B9DDF9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54923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02ABD-9B4F-0280-A048-14C796BD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7A5408-EE44-497F-DC40-1EBB7D69E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B2DAB-4C99-FBBA-D513-E323B3253D66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TAG</a:t>
            </a:r>
          </a:p>
        </p:txBody>
      </p:sp>
    </p:spTree>
    <p:extLst>
      <p:ext uri="{BB962C8B-B14F-4D97-AF65-F5344CB8AC3E}">
        <p14:creationId xmlns:p14="http://schemas.microsoft.com/office/powerpoint/2010/main" val="2038161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7E1EC-35C4-2506-912A-358A9C89A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690726-76E4-4948-CEC0-EF83036C8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8503697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D5770-15B1-AD4A-DEA5-9AFA7266FE4A}"/>
              </a:ext>
            </a:extLst>
          </p:cNvPr>
          <p:cNvSpPr txBox="1"/>
          <p:nvPr/>
        </p:nvSpPr>
        <p:spPr>
          <a:xfrm>
            <a:off x="7053943" y="6062210"/>
            <a:ext cx="4915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CHORUS</a:t>
            </a:r>
          </a:p>
        </p:txBody>
      </p:sp>
    </p:spTree>
    <p:extLst>
      <p:ext uri="{BB962C8B-B14F-4D97-AF65-F5344CB8AC3E}">
        <p14:creationId xmlns:p14="http://schemas.microsoft.com/office/powerpoint/2010/main" val="1683612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9FAE9-4FE5-1CC8-5E62-976218FF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C8BDE6-1F12-98FC-A572-66FEF19A1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1D91BE-ADD1-9C00-39A2-1E8EF2BDBB12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BRIDGE</a:t>
            </a:r>
          </a:p>
        </p:txBody>
      </p:sp>
    </p:spTree>
    <p:extLst>
      <p:ext uri="{BB962C8B-B14F-4D97-AF65-F5344CB8AC3E}">
        <p14:creationId xmlns:p14="http://schemas.microsoft.com/office/powerpoint/2010/main" val="176135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CB402-66F9-46E1-6A5B-186BE3B0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30C96D-F2CC-B5A4-1CBE-73FD7F0BA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1027625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when I don't see it, You're working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when I don't feel it, You're working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never stop, You never stop working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never stop, You never stop working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8B386-F67F-7642-439E-35B46E41267B}"/>
              </a:ext>
            </a:extLst>
          </p:cNvPr>
          <p:cNvSpPr txBox="1"/>
          <p:nvPr/>
        </p:nvSpPr>
        <p:spPr>
          <a:xfrm>
            <a:off x="7112000" y="6062210"/>
            <a:ext cx="4857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CHORUS</a:t>
            </a:r>
          </a:p>
        </p:txBody>
      </p:sp>
    </p:spTree>
    <p:extLst>
      <p:ext uri="{BB962C8B-B14F-4D97-AF65-F5344CB8AC3E}">
        <p14:creationId xmlns:p14="http://schemas.microsoft.com/office/powerpoint/2010/main" val="320024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AC523-BF8F-33C7-BF6D-0F14C5E7A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869014-0E81-DDA9-DB2B-4AAB12A17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0FD9ED-584C-F361-9A2F-FFADE6C6DB28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TAG</a:t>
            </a:r>
          </a:p>
        </p:txBody>
      </p:sp>
    </p:spTree>
    <p:extLst>
      <p:ext uri="{BB962C8B-B14F-4D97-AF65-F5344CB8AC3E}">
        <p14:creationId xmlns:p14="http://schemas.microsoft.com/office/powerpoint/2010/main" val="251680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97790-F9F8-C922-DFA3-D7898FAE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B6486F-6566-2F51-851F-A49919B2E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8503697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9ED2FF-6043-8BB1-D01D-BE59403A25E4}"/>
              </a:ext>
            </a:extLst>
          </p:cNvPr>
          <p:cNvSpPr txBox="1"/>
          <p:nvPr/>
        </p:nvSpPr>
        <p:spPr>
          <a:xfrm>
            <a:off x="7053943" y="6062210"/>
            <a:ext cx="4915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END</a:t>
            </a:r>
          </a:p>
        </p:txBody>
      </p:sp>
    </p:spTree>
    <p:extLst>
      <p:ext uri="{BB962C8B-B14F-4D97-AF65-F5344CB8AC3E}">
        <p14:creationId xmlns:p14="http://schemas.microsoft.com/office/powerpoint/2010/main" val="603663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7292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Shout to the LORD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74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D     G     D   </a:t>
            </a:r>
          </a:p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D                 Em                 D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my Savior, Lord there is none like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C              G   D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I want to praise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F           C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migh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ty    love</a:t>
            </a:r>
          </a:p>
        </p:txBody>
      </p:sp>
    </p:spTree>
    <p:extLst>
      <p:ext uri="{BB962C8B-B14F-4D97-AF65-F5344CB8AC3E}">
        <p14:creationId xmlns:p14="http://schemas.microsoft.com/office/powerpoint/2010/main" val="821209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2FA0A-DAD0-E2E8-39FB-D01CAF64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25C702-1E1B-FEDC-B5FF-81B5BAE30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my shelter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D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C            G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all that I am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F        C  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ship  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574E2C-6D3A-75D1-8137-0D462036F03F}"/>
              </a:ext>
            </a:extLst>
          </p:cNvPr>
          <p:cNvSpPr txBox="1"/>
          <p:nvPr/>
        </p:nvSpPr>
        <p:spPr>
          <a:xfrm>
            <a:off x="8509001" y="6047546"/>
            <a:ext cx="3365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22469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Em               C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all the earth let us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Em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praise to the 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D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and the seas will roar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D        Em        D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Your Name</a:t>
            </a:r>
          </a:p>
        </p:txBody>
      </p:sp>
    </p:spTree>
    <p:extLst>
      <p:ext uri="{BB962C8B-B14F-4D97-AF65-F5344CB8AC3E}">
        <p14:creationId xmlns:p14="http://schemas.microsoft.com/office/powerpoint/2010/main" val="4227536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70D91-996B-9654-6374-82A49EB3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B40620-C7AF-7A15-EB50-0CBF12FEA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Em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the work of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Em                C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For-ever I'll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D     C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B1C926-98A2-F523-0850-B49E51A127A9}"/>
              </a:ext>
            </a:extLst>
          </p:cNvPr>
          <p:cNvSpPr txBox="1"/>
          <p:nvPr/>
        </p:nvSpPr>
        <p:spPr>
          <a:xfrm>
            <a:off x="9067801" y="6047546"/>
            <a:ext cx="2806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2618337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13089-17A4-061F-6BDA-5DD8457F2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88E9A5-8A51-3EF2-5A9A-75811A1CC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D                 Em                 D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my Savior, Lord there is none like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C              G   D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I want to praise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F           C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migh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ty    love</a:t>
            </a:r>
          </a:p>
        </p:txBody>
      </p:sp>
    </p:spTree>
    <p:extLst>
      <p:ext uri="{BB962C8B-B14F-4D97-AF65-F5344CB8AC3E}">
        <p14:creationId xmlns:p14="http://schemas.microsoft.com/office/powerpoint/2010/main" val="1510132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2BF12-29B4-8A49-CDBC-762A0D19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981DA9-AEA0-55A1-102B-764FFFF9B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my shelter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D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C            G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all that I am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F        C       </a:t>
            </a:r>
            <a:r>
              <a:rPr lang="en-US" sz="40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- ship  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9588A8-4C6C-5764-C566-B2010C7C9FAA}"/>
              </a:ext>
            </a:extLst>
          </p:cNvPr>
          <p:cNvSpPr txBox="1"/>
          <p:nvPr/>
        </p:nvSpPr>
        <p:spPr>
          <a:xfrm>
            <a:off x="9029701" y="6047546"/>
            <a:ext cx="2845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439907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02623-273F-A3E8-66B8-6F7BDA99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0EBA6E-165E-C0C1-0FFE-D25191721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Em               C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all the earth let us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Em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praise to the 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D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and the seas will roar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D        Em        D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Your Name</a:t>
            </a:r>
          </a:p>
        </p:txBody>
      </p:sp>
    </p:spTree>
    <p:extLst>
      <p:ext uri="{BB962C8B-B14F-4D97-AF65-F5344CB8AC3E}">
        <p14:creationId xmlns:p14="http://schemas.microsoft.com/office/powerpoint/2010/main" val="1426623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0EC51-35BE-C04C-3636-B04DF9F2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A4C1DB-E76D-4D36-4910-AD270D299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Em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the work of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Em                C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For-ever I'll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D     C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</p:txBody>
      </p:sp>
    </p:spTree>
    <p:extLst>
      <p:ext uri="{BB962C8B-B14F-4D97-AF65-F5344CB8AC3E}">
        <p14:creationId xmlns:p14="http://schemas.microsoft.com/office/powerpoint/2010/main" val="4045395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DB99B-DC6E-77A1-9756-C44112C9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7183DA-C854-0D73-FD9A-8E7D3AD6A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Em               C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all the earth let us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Em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praise to the 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         D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and the seas will roar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D        Em        D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Your Name</a:t>
            </a:r>
          </a:p>
        </p:txBody>
      </p:sp>
    </p:spTree>
    <p:extLst>
      <p:ext uri="{BB962C8B-B14F-4D97-AF65-F5344CB8AC3E}">
        <p14:creationId xmlns:p14="http://schemas.microsoft.com/office/powerpoint/2010/main" val="2866847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75B15-92E3-11EE-08B2-94C5E81C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3595DB-453C-915D-CD65-6ACE7DB04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191262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Em           C       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the work of Your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Em                C 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For-ever I'll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  D     C            </a:t>
            </a:r>
            <a:r>
              <a:rPr lang="en-US" sz="36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Dsus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9BBDF-E0FA-0F82-3440-5B2A3236136F}"/>
              </a:ext>
            </a:extLst>
          </p:cNvPr>
          <p:cNvSpPr txBox="1"/>
          <p:nvPr/>
        </p:nvSpPr>
        <p:spPr>
          <a:xfrm>
            <a:off x="10765135" y="6047546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840371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range reflected in a lake&#10;&#10;AI-generated content may be incorrect.">
            <a:extLst>
              <a:ext uri="{FF2B5EF4-FFF2-40B4-BE49-F238E27FC236}">
                <a16:creationId xmlns:a16="http://schemas.microsoft.com/office/drawing/2014/main" id="{98BA084F-0CF8-8D13-165C-DA40FA274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9" r="17612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49778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471BC-71FA-5050-E195-E824F107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F4B07D-1F4C-FAA9-270A-D4E9E8B3C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640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51791"/>
            <a:ext cx="10826338" cy="634779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38539"/>
            <a:ext cx="10826338" cy="638754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80F83-840A-7D60-3E61-EB069DA8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E36D67-5F5B-1302-0FF4-08B06953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381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A817F-60B4-9AB9-EFC4-AAC3AA9B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607DF9-90AB-0EC9-1C9C-C71ABF2EC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51791"/>
            <a:ext cx="10826338" cy="6268279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      C                G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constantly roam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D             Em            C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is calling us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the vilest, the poor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714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D6EC4-127F-BFAD-171D-73A78D97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895BFC-B06A-5412-BD85-37FF4AC91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66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28804-0296-2F6C-62C2-18A0239C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13D3C6-E285-880B-ACB9-52B26040E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38539"/>
            <a:ext cx="10826338" cy="6281531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He lavished on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Em                 C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His life was the cost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Am          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we could never afford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92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8561D-D38F-AAED-281E-4CAA898A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420DD9-55EA-305F-9529-24AA5F3A2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9282804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9009-25DD-C3B8-FE0C-5438A813F1BC}"/>
              </a:ext>
            </a:extLst>
          </p:cNvPr>
          <p:cNvSpPr txBox="1"/>
          <p:nvPr/>
        </p:nvSpPr>
        <p:spPr>
          <a:xfrm>
            <a:off x="8980736" y="6211669"/>
            <a:ext cx="321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&amp; END</a:t>
            </a:r>
          </a:p>
        </p:txBody>
      </p:sp>
    </p:spTree>
    <p:extLst>
      <p:ext uri="{BB962C8B-B14F-4D97-AF65-F5344CB8AC3E}">
        <p14:creationId xmlns:p14="http://schemas.microsoft.com/office/powerpoint/2010/main" val="4127363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963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1094935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splendor of the King Clothed in majesty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all the earth rejoice All the earth rejoice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wraps Himself in light And darkness tries to hide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trembles at his voice Trembles at his voice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DD771B-7E31-1E0B-DD74-477524D333F9}"/>
              </a:ext>
            </a:extLst>
          </p:cNvPr>
          <p:cNvSpPr txBox="1"/>
          <p:nvPr/>
        </p:nvSpPr>
        <p:spPr>
          <a:xfrm>
            <a:off x="7683500" y="6211669"/>
            <a:ext cx="42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332650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sing with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all will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D                G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71B9E9-2B63-C772-D92A-EB57E487C140}"/>
              </a:ext>
            </a:extLst>
          </p:cNvPr>
          <p:cNvSpPr txBox="1"/>
          <p:nvPr/>
        </p:nvSpPr>
        <p:spPr>
          <a:xfrm>
            <a:off x="7683500" y="6211669"/>
            <a:ext cx="42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3043697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40061-7844-2F1F-0780-70F1CE25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72E49B-B231-806C-F8C7-A5ABACA58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to age He stands And time is in His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Beginning and the end Beginning and the end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Godhead, three in one Father, Spirit, Son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Lion and the Lamb The Lion and the Lamb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E5E83C-5E3A-E1EA-5297-A4005CF65103}"/>
              </a:ext>
            </a:extLst>
          </p:cNvPr>
          <p:cNvSpPr txBox="1"/>
          <p:nvPr/>
        </p:nvSpPr>
        <p:spPr>
          <a:xfrm>
            <a:off x="7683500" y="6211669"/>
            <a:ext cx="42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347957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8A639-7A11-B227-1875-62D547B9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40EED3-798B-3BAA-1960-5A4D40EBF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sing with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all will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D                G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E120B0-B742-E258-B2DD-EC3D655D7441}"/>
              </a:ext>
            </a:extLst>
          </p:cNvPr>
          <p:cNvSpPr txBox="1"/>
          <p:nvPr/>
        </p:nvSpPr>
        <p:spPr>
          <a:xfrm>
            <a:off x="7683500" y="6211669"/>
            <a:ext cx="42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BRIDGE</a:t>
            </a:r>
          </a:p>
        </p:txBody>
      </p:sp>
    </p:spTree>
    <p:extLst>
      <p:ext uri="{BB962C8B-B14F-4D97-AF65-F5344CB8AC3E}">
        <p14:creationId xmlns:p14="http://schemas.microsoft.com/office/powerpoint/2010/main" val="8420832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7AD4F-88CC-6DB7-B697-BC162DFE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303C98-F51E-2200-583E-E43C05EF5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8967757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Name above all names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praise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will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D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790640-F820-2921-8C3F-0FBB8007D039}"/>
              </a:ext>
            </a:extLst>
          </p:cNvPr>
          <p:cNvSpPr txBox="1"/>
          <p:nvPr/>
        </p:nvSpPr>
        <p:spPr>
          <a:xfrm>
            <a:off x="9344826" y="6047546"/>
            <a:ext cx="262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&amp; chorus</a:t>
            </a:r>
          </a:p>
        </p:txBody>
      </p:sp>
    </p:spTree>
    <p:extLst>
      <p:ext uri="{BB962C8B-B14F-4D97-AF65-F5344CB8AC3E}">
        <p14:creationId xmlns:p14="http://schemas.microsoft.com/office/powerpoint/2010/main" val="598285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EFA22-040C-B78C-2320-8FB1074E5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C829E1-1D87-6F2E-433C-29745FAD8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sing with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all will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D                G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E8D71-89C6-7786-DC64-EB2548A77339}"/>
              </a:ext>
            </a:extLst>
          </p:cNvPr>
          <p:cNvSpPr txBox="1"/>
          <p:nvPr/>
        </p:nvSpPr>
        <p:spPr>
          <a:xfrm>
            <a:off x="10108027" y="6211669"/>
            <a:ext cx="155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End</a:t>
            </a:r>
          </a:p>
        </p:txBody>
      </p:sp>
    </p:spTree>
    <p:extLst>
      <p:ext uri="{BB962C8B-B14F-4D97-AF65-F5344CB8AC3E}">
        <p14:creationId xmlns:p14="http://schemas.microsoft.com/office/powerpoint/2010/main" val="2599999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407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endParaRPr lang="en-US" sz="360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30914419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C10A-A8B8-B454-FA85-EEF80F7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6517DD-88E8-A370-BA3F-9F0CDA1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F8786E-AB5D-FB01-3900-6AE0A12CDE8B}"/>
              </a:ext>
            </a:extLst>
          </p:cNvPr>
          <p:cNvSpPr txBox="1"/>
          <p:nvPr/>
        </p:nvSpPr>
        <p:spPr>
          <a:xfrm>
            <a:off x="8928101" y="6150114"/>
            <a:ext cx="3263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4873516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F607B-B566-735C-A45B-5846B90E69B6}"/>
              </a:ext>
            </a:extLst>
          </p:cNvPr>
          <p:cNvSpPr txBox="1"/>
          <p:nvPr/>
        </p:nvSpPr>
        <p:spPr>
          <a:xfrm>
            <a:off x="8928101" y="6150114"/>
            <a:ext cx="3263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20433053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D674B-9EC5-67A0-E898-955B4A59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C26685-1F34-4026-E098-A12EE60A3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8391349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7D2BC-897A-CA77-441D-62264351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B83BF5-3711-EBFA-C9BC-E53A14A22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BE855-E3C4-7FB0-590E-4FF25D76F818}"/>
              </a:ext>
            </a:extLst>
          </p:cNvPr>
          <p:cNvSpPr txBox="1"/>
          <p:nvPr/>
        </p:nvSpPr>
        <p:spPr>
          <a:xfrm>
            <a:off x="8928101" y="6150114"/>
            <a:ext cx="3263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2111163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6370-BD1C-9EDB-4E9C-ABD35C1D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168673-6953-7946-00D9-F0D8D9812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C1751-E25D-E5F3-E568-3C02C2DA4B17}"/>
              </a:ext>
            </a:extLst>
          </p:cNvPr>
          <p:cNvSpPr txBox="1"/>
          <p:nvPr/>
        </p:nvSpPr>
        <p:spPr>
          <a:xfrm>
            <a:off x="10127673" y="6150114"/>
            <a:ext cx="196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38776207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9EE0-CF0D-D60D-261A-2FAA3292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4CDEF4-5454-62F7-CC66-DF5DFACE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579F7-1BAA-8A16-E55C-D87FD9D503BE}"/>
              </a:ext>
            </a:extLst>
          </p:cNvPr>
          <p:cNvSpPr txBox="1"/>
          <p:nvPr/>
        </p:nvSpPr>
        <p:spPr>
          <a:xfrm>
            <a:off x="10986655" y="6150114"/>
            <a:ext cx="120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0239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1775</Words>
  <Application>Microsoft Macintosh PowerPoint</Application>
  <PresentationFormat>Widescreen</PresentationFormat>
  <Paragraphs>387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45</cp:revision>
  <dcterms:created xsi:type="dcterms:W3CDTF">2025-11-12T03:26:12Z</dcterms:created>
  <dcterms:modified xsi:type="dcterms:W3CDTF">2026-10-09T04:20:08Z</dcterms:modified>
</cp:coreProperties>
</file>