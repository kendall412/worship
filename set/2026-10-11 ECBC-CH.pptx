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76" r:id="rId4"/>
    <p:sldId id="285" r:id="rId5"/>
    <p:sldId id="286" r:id="rId6"/>
    <p:sldId id="289" r:id="rId7"/>
    <p:sldId id="287" r:id="rId8"/>
    <p:sldId id="290" r:id="rId9"/>
    <p:sldId id="288" r:id="rId10"/>
    <p:sldId id="291" r:id="rId11"/>
    <p:sldId id="292" r:id="rId12"/>
    <p:sldId id="293" r:id="rId13"/>
    <p:sldId id="294" r:id="rId14"/>
    <p:sldId id="295" r:id="rId15"/>
    <p:sldId id="296" r:id="rId16"/>
    <p:sldId id="297" r:id="rId17"/>
    <p:sldId id="298" r:id="rId18"/>
    <p:sldId id="299" r:id="rId19"/>
    <p:sldId id="300" r:id="rId20"/>
    <p:sldId id="301" r:id="rId21"/>
    <p:sldId id="302" r:id="rId22"/>
    <p:sldId id="303" r:id="rId23"/>
    <p:sldId id="257" r:id="rId24"/>
    <p:sldId id="272" r:id="rId25"/>
    <p:sldId id="261" r:id="rId26"/>
    <p:sldId id="259" r:id="rId27"/>
    <p:sldId id="273" r:id="rId28"/>
    <p:sldId id="265" r:id="rId29"/>
    <p:sldId id="274" r:id="rId30"/>
    <p:sldId id="268" r:id="rId31"/>
    <p:sldId id="275" r:id="rId32"/>
    <p:sldId id="304" r:id="rId33"/>
    <p:sldId id="305" r:id="rId34"/>
    <p:sldId id="306" r:id="rId35"/>
    <p:sldId id="307" r:id="rId36"/>
    <p:sldId id="308" r:id="rId37"/>
    <p:sldId id="309" r:id="rId38"/>
    <p:sldId id="310" r:id="rId39"/>
    <p:sldId id="311" r:id="rId40"/>
    <p:sldId id="312" r:id="rId41"/>
    <p:sldId id="313" r:id="rId42"/>
    <p:sldId id="314" r:id="rId43"/>
    <p:sldId id="315" r:id="rId44"/>
    <p:sldId id="316" r:id="rId45"/>
    <p:sldId id="317" r:id="rId46"/>
    <p:sldId id="318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675"/>
  </p:normalViewPr>
  <p:slideViewPr>
    <p:cSldViewPr snapToGrid="0">
      <p:cViewPr varScale="1">
        <p:scale>
          <a:sx n="96" d="100"/>
          <a:sy n="96" d="100"/>
        </p:scale>
        <p:origin x="192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Way Maker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accent1">
                    <a:lumMod val="40000"/>
                    <a:lumOff val="60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CAPO 4th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D A Bm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G 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here, moving in our midst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A                     Bm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worship You, I worship You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G   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here, working in this place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A                     Bm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worship You, I worship You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0590E31-CF75-001C-4F2C-A95AD13224F6}"/>
              </a:ext>
            </a:extLst>
          </p:cNvPr>
          <p:cNvSpPr txBox="1"/>
          <p:nvPr/>
        </p:nvSpPr>
        <p:spPr>
          <a:xfrm>
            <a:off x="7620000" y="6062210"/>
            <a:ext cx="43492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>
                <a:solidFill>
                  <a:schemeClr val="bg1"/>
                </a:solidFill>
              </a:rPr>
              <a:t>to CHORUS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9472805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(You are) Way Maker, Miracle Worker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Promise Keeper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A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Light in the darkness, my God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Bm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is who You are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0F3758-7914-4088-E1A1-8442D99C10C4}"/>
              </a:ext>
            </a:extLst>
          </p:cNvPr>
          <p:cNvSpPr txBox="1"/>
          <p:nvPr/>
        </p:nvSpPr>
        <p:spPr>
          <a:xfrm>
            <a:off x="7620000" y="6062210"/>
            <a:ext cx="43492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>
                <a:solidFill>
                  <a:schemeClr val="bg1"/>
                </a:solidFill>
              </a:rPr>
              <a:t>repeat &amp; to VERSE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12E7D6-7BFE-F4EC-BD92-24037CC33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B26A616-C62F-3A4E-DD10-DC9090572A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G   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here, touching every heart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A                     Bm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worship You, I worship You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G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here, healing every heart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A                    Bm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worship You, I worship You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63856F-7D7F-2533-0E47-46DDF2108EFE}"/>
              </a:ext>
            </a:extLst>
          </p:cNvPr>
          <p:cNvSpPr txBox="1"/>
          <p:nvPr/>
        </p:nvSpPr>
        <p:spPr>
          <a:xfrm>
            <a:off x="7620000" y="6062210"/>
            <a:ext cx="43492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>
                <a:solidFill>
                  <a:schemeClr val="bg1"/>
                </a:solidFill>
              </a:rPr>
              <a:t>to VERSE</a:t>
            </a:r>
          </a:p>
        </p:txBody>
      </p:sp>
    </p:spTree>
    <p:extLst>
      <p:ext uri="{BB962C8B-B14F-4D97-AF65-F5344CB8AC3E}">
        <p14:creationId xmlns:p14="http://schemas.microsoft.com/office/powerpoint/2010/main" val="3744671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43107B-9C10-A243-3B27-6A7C0D1AF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B39098A-BBA4-5401-3533-2553180D4F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G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here, turning lives around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A                      Bm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worship You, I worship You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G   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here, mending every heart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A                     Bm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worship You, I worship You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AE42FC-D90B-CFB8-576B-A01936B9DDF9}"/>
              </a:ext>
            </a:extLst>
          </p:cNvPr>
          <p:cNvSpPr txBox="1"/>
          <p:nvPr/>
        </p:nvSpPr>
        <p:spPr>
          <a:xfrm>
            <a:off x="7620000" y="6062210"/>
            <a:ext cx="43492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>
                <a:solidFill>
                  <a:schemeClr val="bg1"/>
                </a:solidFill>
              </a:rPr>
              <a:t>to Chorus</a:t>
            </a:r>
          </a:p>
        </p:txBody>
      </p:sp>
    </p:spTree>
    <p:extLst>
      <p:ext uri="{BB962C8B-B14F-4D97-AF65-F5344CB8AC3E}">
        <p14:creationId xmlns:p14="http://schemas.microsoft.com/office/powerpoint/2010/main" val="1549233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302ABD-9B4F-0280-A048-14C796BD9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87A5408-EE44-497F-DC40-1EBB7D69E8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9472805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(You are) Way Maker, Miracle Worker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Promise Keeper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A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Light in the darkness, my God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Bm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is who You are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08B2DAB-4C99-FBBA-D513-E323B3253D66}"/>
              </a:ext>
            </a:extLst>
          </p:cNvPr>
          <p:cNvSpPr txBox="1"/>
          <p:nvPr/>
        </p:nvSpPr>
        <p:spPr>
          <a:xfrm>
            <a:off x="7620000" y="6062210"/>
            <a:ext cx="43492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>
                <a:solidFill>
                  <a:schemeClr val="bg1"/>
                </a:solidFill>
              </a:rPr>
              <a:t>Repeat + go to TAG</a:t>
            </a:r>
          </a:p>
        </p:txBody>
      </p:sp>
    </p:spTree>
    <p:extLst>
      <p:ext uri="{BB962C8B-B14F-4D97-AF65-F5344CB8AC3E}">
        <p14:creationId xmlns:p14="http://schemas.microsoft.com/office/powerpoint/2010/main" val="2038161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77E1EC-35C4-2506-912A-358A9C89A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F690726-76E4-4948-CEC0-EF83036C8C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8503697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is who You are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is who You are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A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is who You are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Bm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is who You are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DD5770-15B1-AD4A-DEA5-9AFA7266FE4A}"/>
              </a:ext>
            </a:extLst>
          </p:cNvPr>
          <p:cNvSpPr txBox="1"/>
          <p:nvPr/>
        </p:nvSpPr>
        <p:spPr>
          <a:xfrm>
            <a:off x="7053943" y="6062210"/>
            <a:ext cx="49153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>
                <a:solidFill>
                  <a:schemeClr val="bg1"/>
                </a:solidFill>
              </a:rPr>
              <a:t>Repeat + go to CHORUS</a:t>
            </a:r>
          </a:p>
        </p:txBody>
      </p:sp>
    </p:spTree>
    <p:extLst>
      <p:ext uri="{BB962C8B-B14F-4D97-AF65-F5344CB8AC3E}">
        <p14:creationId xmlns:p14="http://schemas.microsoft.com/office/powerpoint/2010/main" val="1683612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C9FAE9-4FE5-1CC8-5E62-976218FF7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FC8BDE6-1F12-98FC-A572-66FEF19A15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9472805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(You are) Way Maker, Miracle Worker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Promise Keeper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A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Light in the darkness, my God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Bm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is who You are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1D91BE-ADD1-9C00-39A2-1E8EF2BDBB12}"/>
              </a:ext>
            </a:extLst>
          </p:cNvPr>
          <p:cNvSpPr txBox="1"/>
          <p:nvPr/>
        </p:nvSpPr>
        <p:spPr>
          <a:xfrm>
            <a:off x="7620000" y="6062210"/>
            <a:ext cx="43492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>
                <a:solidFill>
                  <a:schemeClr val="bg1"/>
                </a:solidFill>
              </a:rPr>
              <a:t>Repeat + go to BRIDGE</a:t>
            </a:r>
          </a:p>
        </p:txBody>
      </p:sp>
    </p:spTree>
    <p:extLst>
      <p:ext uri="{BB962C8B-B14F-4D97-AF65-F5344CB8AC3E}">
        <p14:creationId xmlns:p14="http://schemas.microsoft.com/office/powerpoint/2010/main" val="17613501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3CB402-66F9-46E1-6A5B-186BE3B07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C30C96D-F2CC-B5A4-1CBE-73FD7F0BA7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7" y="152399"/>
            <a:ext cx="10276254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Even when I don't see it, You're working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Even when I don't feel it, You're working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never stop, You never stop working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Bm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never stop, You never stop working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498B386-F67F-7642-439E-35B46E41267B}"/>
              </a:ext>
            </a:extLst>
          </p:cNvPr>
          <p:cNvSpPr txBox="1"/>
          <p:nvPr/>
        </p:nvSpPr>
        <p:spPr>
          <a:xfrm>
            <a:off x="7112000" y="6062210"/>
            <a:ext cx="48572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>
                <a:solidFill>
                  <a:schemeClr val="bg1"/>
                </a:solidFill>
              </a:rPr>
              <a:t>Repeat + go to CHORUS</a:t>
            </a:r>
          </a:p>
        </p:txBody>
      </p:sp>
    </p:spTree>
    <p:extLst>
      <p:ext uri="{BB962C8B-B14F-4D97-AF65-F5344CB8AC3E}">
        <p14:creationId xmlns:p14="http://schemas.microsoft.com/office/powerpoint/2010/main" val="32002428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3AC523-BF8F-33C7-BF6D-0F14C5E7A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7869014-0E81-DDA9-DB2B-4AAB12A174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9472805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(You are) Way Maker, Miracle Worker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Promise Keeper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A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Light in the darkness, my God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Bm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is who You are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0FD9ED-584C-F361-9A2F-FFADE6C6DB28}"/>
              </a:ext>
            </a:extLst>
          </p:cNvPr>
          <p:cNvSpPr txBox="1"/>
          <p:nvPr/>
        </p:nvSpPr>
        <p:spPr>
          <a:xfrm>
            <a:off x="7620000" y="6062210"/>
            <a:ext cx="43492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>
                <a:solidFill>
                  <a:schemeClr val="bg1"/>
                </a:solidFill>
              </a:rPr>
              <a:t>Repeat + go to TAG</a:t>
            </a:r>
          </a:p>
        </p:txBody>
      </p:sp>
    </p:spTree>
    <p:extLst>
      <p:ext uri="{BB962C8B-B14F-4D97-AF65-F5344CB8AC3E}">
        <p14:creationId xmlns:p14="http://schemas.microsoft.com/office/powerpoint/2010/main" val="25168011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C97790-F9F8-C922-DFA3-D7898FAE4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0B6486F-6566-2F51-851F-A49919B2E6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8503697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is who You are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is who You are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A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is who You are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Bm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is who You are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9ED2FF-6043-8BB1-D01D-BE59403A25E4}"/>
              </a:ext>
            </a:extLst>
          </p:cNvPr>
          <p:cNvSpPr txBox="1"/>
          <p:nvPr/>
        </p:nvSpPr>
        <p:spPr>
          <a:xfrm>
            <a:off x="7053943" y="6062210"/>
            <a:ext cx="49153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>
                <a:solidFill>
                  <a:schemeClr val="bg1"/>
                </a:solidFill>
              </a:rPr>
              <a:t>Repeat + END</a:t>
            </a:r>
          </a:p>
        </p:txBody>
      </p:sp>
    </p:spTree>
    <p:extLst>
      <p:ext uri="{BB962C8B-B14F-4D97-AF65-F5344CB8AC3E}">
        <p14:creationId xmlns:p14="http://schemas.microsoft.com/office/powerpoint/2010/main" val="6036639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5729271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Shout to the LORD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37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chemeClr val="accent1">
                    <a:lumMod val="40000"/>
                    <a:lumOff val="60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CAPO at 4th</a:t>
            </a:r>
            <a:endParaRPr lang="en-US" sz="40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D     G     D   </a:t>
            </a:r>
          </a:p>
          <a:p>
            <a:pPr algn="l"/>
            <a:endParaRPr lang="en-US" sz="40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D                 Em                 D             C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Jesus, my Savior, Lord there is none like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G       C              G   D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of my days,  I want to praise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Em                    F           C     </a:t>
            </a:r>
            <a:r>
              <a:rPr lang="en-US" sz="40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wonders of Your </a:t>
            </a:r>
            <a:r>
              <a:rPr lang="en-US" sz="40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migh</a:t>
            </a:r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- ty    love</a:t>
            </a:r>
          </a:p>
        </p:txBody>
      </p:sp>
    </p:spTree>
    <p:extLst>
      <p:ext uri="{BB962C8B-B14F-4D97-AF65-F5344CB8AC3E}">
        <p14:creationId xmlns:p14="http://schemas.microsoft.com/office/powerpoint/2010/main" val="8212099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C2FA0A-DAD0-E2E8-39FB-D01CAF64F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225C702-1E1B-FEDC-B5FF-81B5BAE309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comfort,  my shelter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D  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tower of refuge and strength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G          C            G 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every breath, all that I am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F        C       </a:t>
            </a:r>
            <a:r>
              <a:rPr lang="en-US" sz="40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Never cease to </a:t>
            </a:r>
            <a:r>
              <a:rPr lang="en-US" sz="40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</a:t>
            </a:r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- ship   You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7574E2C-6D3A-75D1-8137-0D462036F03F}"/>
              </a:ext>
            </a:extLst>
          </p:cNvPr>
          <p:cNvSpPr txBox="1"/>
          <p:nvPr/>
        </p:nvSpPr>
        <p:spPr>
          <a:xfrm>
            <a:off x="8509001" y="6047546"/>
            <a:ext cx="33657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 CHORUS</a:t>
            </a:r>
          </a:p>
        </p:txBody>
      </p:sp>
    </p:spTree>
    <p:extLst>
      <p:ext uri="{BB962C8B-B14F-4D97-AF65-F5344CB8AC3E}">
        <p14:creationId xmlns:p14="http://schemas.microsoft.com/office/powerpoint/2010/main" val="1224692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Em               C    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Shout to the Lord, all the earth let us sing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Em         C       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Power and majesty, praise to the King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                D    C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Mountains bow down, and the seas will roar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D        Em        D       A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At the sound of Your Name</a:t>
            </a:r>
          </a:p>
        </p:txBody>
      </p:sp>
    </p:spTree>
    <p:extLst>
      <p:ext uri="{BB962C8B-B14F-4D97-AF65-F5344CB8AC3E}">
        <p14:creationId xmlns:p14="http://schemas.microsoft.com/office/powerpoint/2010/main" val="42275362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C70D91-996B-9654-6374-82A49EB3C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2B40620-C7AF-7A15-EB50-0CBF12FEA4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Em           C       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sing for joy at the work of Your hands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            Em                C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For-ever I'll love You, For-ever I'll stand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       D     C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D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Nothing compares to the promise I have in You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B1C926-98A2-F523-0850-B49E51A127A9}"/>
              </a:ext>
            </a:extLst>
          </p:cNvPr>
          <p:cNvSpPr txBox="1"/>
          <p:nvPr/>
        </p:nvSpPr>
        <p:spPr>
          <a:xfrm>
            <a:off x="9067801" y="6047546"/>
            <a:ext cx="28069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 VERSE</a:t>
            </a:r>
          </a:p>
        </p:txBody>
      </p:sp>
    </p:spTree>
    <p:extLst>
      <p:ext uri="{BB962C8B-B14F-4D97-AF65-F5344CB8AC3E}">
        <p14:creationId xmlns:p14="http://schemas.microsoft.com/office/powerpoint/2010/main" val="26183371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513089-17A4-061F-6BDA-5DD8457F2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488E9A5-8A51-3EF2-5A9A-75811A1CC0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40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D                 Em                 D             C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Jesus, my Savior, Lord there is none like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G       C              G   D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of my days,  I want to praise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Em                    F           C     </a:t>
            </a:r>
            <a:r>
              <a:rPr lang="en-US" sz="40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wonders of Your </a:t>
            </a:r>
            <a:r>
              <a:rPr lang="en-US" sz="40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migh</a:t>
            </a:r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- ty    love</a:t>
            </a:r>
          </a:p>
        </p:txBody>
      </p:sp>
    </p:spTree>
    <p:extLst>
      <p:ext uri="{BB962C8B-B14F-4D97-AF65-F5344CB8AC3E}">
        <p14:creationId xmlns:p14="http://schemas.microsoft.com/office/powerpoint/2010/main" val="15101329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52BF12-29B4-8A49-CDBC-762A0D190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E981DA9-AEA0-55A1-102B-764FFFF9B4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comfort,  my shelter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D  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tower of refuge and strength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G          C            G 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every breath, all that I am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F        C       </a:t>
            </a:r>
            <a:r>
              <a:rPr lang="en-US" sz="40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Never cease to </a:t>
            </a:r>
            <a:r>
              <a:rPr lang="en-US" sz="40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</a:t>
            </a:r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- ship   You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9588A8-4C6C-5764-C566-B2010C7C9FAA}"/>
              </a:ext>
            </a:extLst>
          </p:cNvPr>
          <p:cNvSpPr txBox="1"/>
          <p:nvPr/>
        </p:nvSpPr>
        <p:spPr>
          <a:xfrm>
            <a:off x="9029701" y="6047546"/>
            <a:ext cx="28450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 CHORUS</a:t>
            </a:r>
          </a:p>
        </p:txBody>
      </p:sp>
    </p:spTree>
    <p:extLst>
      <p:ext uri="{BB962C8B-B14F-4D97-AF65-F5344CB8AC3E}">
        <p14:creationId xmlns:p14="http://schemas.microsoft.com/office/powerpoint/2010/main" val="4399071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002623-273F-A3E8-66B8-6F7BDA990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90EBA6E-165E-C0C1-0FFE-D25191721E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Em               C    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Shout to the Lord, all the earth let us sing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Em         C       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Power and majesty, praise to the King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                D    C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Mountains bow down, and the seas will roar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D        Em        D       A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At the sound of Your Name</a:t>
            </a:r>
          </a:p>
        </p:txBody>
      </p:sp>
    </p:spTree>
    <p:extLst>
      <p:ext uri="{BB962C8B-B14F-4D97-AF65-F5344CB8AC3E}">
        <p14:creationId xmlns:p14="http://schemas.microsoft.com/office/powerpoint/2010/main" val="14266237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D0EC51-35BE-C04C-3636-B04DF9F2F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1A4C1DB-E76D-4D36-4910-AD270D299B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Em           C       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sing for joy at the work of Your hands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            Em                C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For-ever I'll love You, For-ever I'll stand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       D     C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D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Nothing compares to the promise </a:t>
            </a:r>
            <a:r>
              <a:rPr lang="en-US" sz="36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have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53958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1DB99B-DC6E-77A1-9756-C44112C98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87183DA-C854-0D73-FD9A-8E7D3AD6A2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Em               C    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Shout to the Lord, all the earth let us sing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Em         C       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Power and majesty, praise to the King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                D    C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Mountains bow down, and the seas will roar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D        Em        D       A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At the sound of Your Name</a:t>
            </a:r>
          </a:p>
        </p:txBody>
      </p:sp>
    </p:spTree>
    <p:extLst>
      <p:ext uri="{BB962C8B-B14F-4D97-AF65-F5344CB8AC3E}">
        <p14:creationId xmlns:p14="http://schemas.microsoft.com/office/powerpoint/2010/main" val="28668470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475B15-92E3-11EE-08B2-94C5E81C9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83595DB-453C-915D-CD65-6ACE7DB041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9" y="211015"/>
            <a:ext cx="10191262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Em           C       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sing for joy at the work of Your hands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            Em                C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For-ever I'll love You, For-ever I'll stand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       D     C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D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Nothing compares to the promise I have in You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BB9BBDF-E0FA-0F82-3440-5B2A3236136F}"/>
              </a:ext>
            </a:extLst>
          </p:cNvPr>
          <p:cNvSpPr txBox="1"/>
          <p:nvPr/>
        </p:nvSpPr>
        <p:spPr>
          <a:xfrm>
            <a:off x="10765135" y="6047546"/>
            <a:ext cx="11095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8403713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C6DE33-751C-92B4-7B0B-7315139E6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 descr="A mountain range reflected in a lake&#10;&#10;AI-generated content may be incorrect.">
            <a:extLst>
              <a:ext uri="{FF2B5EF4-FFF2-40B4-BE49-F238E27FC236}">
                <a16:creationId xmlns:a16="http://schemas.microsoft.com/office/drawing/2014/main" id="{98BA084F-0CF8-8D13-165C-DA40FA2749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719" r="17612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925259-27FF-FECE-3C92-C339F33447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497781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i="1" dirty="0">
                <a:latin typeface="Avenir Oblique" panose="02000503020000020003" pitchFamily="2" charset="0"/>
                <a:ea typeface="Bodoni Ornaments" pitchFamily="2" charset="0"/>
              </a:rPr>
              <a:t>His Mercy is More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093364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8471BC-71FA-5050-E195-E824F107A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0F4B07D-1F4C-FAA9-270A-D4E9E8B3C5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212035"/>
            <a:ext cx="10826338" cy="6374295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C G Em         D           C G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the Lord,       His mercy is more</a:t>
            </a:r>
            <a:b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</a:b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D                D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Stronger than darkness, new every morn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G                      D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His mercy is more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46408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ACF013-4574-2AD0-7BFD-6E771B7E5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0FD9A51-1655-DF8C-52C5-2398AD783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251791"/>
            <a:ext cx="10826338" cy="634779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G  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love could remember,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C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wrongs we have done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D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Omniscient all-knowing,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counts not their sum</a:t>
            </a:r>
          </a:p>
        </p:txBody>
      </p:sp>
    </p:spTree>
    <p:extLst>
      <p:ext uri="{BB962C8B-B14F-4D97-AF65-F5344CB8AC3E}">
        <p14:creationId xmlns:p14="http://schemas.microsoft.com/office/powerpoint/2010/main" val="16060472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1D25B2-8BCB-DC3F-C1EC-DFADB7077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B7A9E97-41D2-88BA-DCF7-7F8873869E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238539"/>
            <a:ext cx="10826338" cy="6387548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G     Am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Thrown into a sea,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G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without bottom or shore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D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</p:txBody>
      </p:sp>
    </p:spTree>
    <p:extLst>
      <p:ext uri="{BB962C8B-B14F-4D97-AF65-F5344CB8AC3E}">
        <p14:creationId xmlns:p14="http://schemas.microsoft.com/office/powerpoint/2010/main" val="36090313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180F83-840A-7D60-3E61-EB069DA8F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DE36D67-5F5B-1302-0FF4-08B06953C4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212035"/>
            <a:ext cx="10826338" cy="6374295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C G Em         D           C G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the Lord,       His mercy is more</a:t>
            </a:r>
            <a:b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</a:b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D                D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Stronger than darkness, new every morn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G                      D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His mercy is more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63819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AA817F-60B4-9AB9-EFC4-AAC3AA9B0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7607DF9-90AB-0EC9-1C9C-C71ABF2ECB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251791"/>
            <a:ext cx="10826338" cy="6268279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G                                        C                G       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patience would wait as we constantly roam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D             Em            C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Father so tender is calling us home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                     Am                G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welcomes the weakest, the vilest, the poor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 G              D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His mercy is more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7143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9D6EC4-127F-BFAD-171D-73A78D9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F895BFC-B06A-5412-BD85-37FF4AC91E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212035"/>
            <a:ext cx="10826338" cy="6374295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C G Em         D           C G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the Lord,       His mercy is more</a:t>
            </a:r>
            <a:b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</a:b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D                D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Stronger than darkness, new every morn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G                      D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His mercy is more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8669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B28804-0296-2F6C-62C2-18A0239C9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813D3C6-E285-880B-ACB9-52B26040EE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238539"/>
            <a:ext cx="10826338" cy="6281531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G                                 C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riches of kindness He lavished on us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D                      Em                 C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blood was the payment, His life was the cost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G                     Am                    G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stood 'neath a debt we could never afford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 G              D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His mercy is more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75926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E8561D-D38F-AAED-281E-4CAA898A3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F420DD9-55EA-305F-9529-24AA5F3A27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212035"/>
            <a:ext cx="9282804" cy="6374295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C G Em         D           C G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the Lord,       His mercy is more</a:t>
            </a:r>
            <a:b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</a:b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D                D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Stronger than darkness, new every morn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G                      D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His mercy is more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349009-25DD-C3B8-FE0C-5438A813F1BC}"/>
              </a:ext>
            </a:extLst>
          </p:cNvPr>
          <p:cNvSpPr txBox="1"/>
          <p:nvPr/>
        </p:nvSpPr>
        <p:spPr>
          <a:xfrm>
            <a:off x="8980736" y="6211669"/>
            <a:ext cx="32112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REPEAT &amp; END</a:t>
            </a:r>
          </a:p>
        </p:txBody>
      </p:sp>
    </p:spTree>
    <p:extLst>
      <p:ext uri="{BB962C8B-B14F-4D97-AF65-F5344CB8AC3E}">
        <p14:creationId xmlns:p14="http://schemas.microsoft.com/office/powerpoint/2010/main" val="41273636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208141"/>
          </a:xfrm>
        </p:spPr>
        <p:txBody>
          <a:bodyPr>
            <a:normAutofit fontScale="77500" lnSpcReduction="20000"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How Great is Our God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39636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7" y="152399"/>
            <a:ext cx="10949354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splendor of the King Clothed in majesty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C                     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all the earth rejoice All the earth rejoice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G                   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wraps Himself in light And darkness tries to hide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C 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trembles at his voice Trembles at his voice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ADD771B-7E31-1E0B-DD74-477524D333F9}"/>
              </a:ext>
            </a:extLst>
          </p:cNvPr>
          <p:cNvSpPr txBox="1"/>
          <p:nvPr/>
        </p:nvSpPr>
        <p:spPr>
          <a:xfrm>
            <a:off x="7683500" y="6211669"/>
            <a:ext cx="42005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 CHORUS</a:t>
            </a:r>
          </a:p>
        </p:txBody>
      </p:sp>
    </p:spTree>
    <p:extLst>
      <p:ext uri="{BB962C8B-B14F-4D97-AF65-F5344CB8AC3E}">
        <p14:creationId xmlns:p14="http://schemas.microsoft.com/office/powerpoint/2010/main" val="33326504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is our God, sing with 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is our God, all will see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C                 D                G             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great, how great is our God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71B9E9-2B63-C772-D92A-EB57E487C140}"/>
              </a:ext>
            </a:extLst>
          </p:cNvPr>
          <p:cNvSpPr txBox="1"/>
          <p:nvPr/>
        </p:nvSpPr>
        <p:spPr>
          <a:xfrm>
            <a:off x="7683500" y="6211669"/>
            <a:ext cx="42005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 VERSE</a:t>
            </a:r>
          </a:p>
        </p:txBody>
      </p:sp>
    </p:spTree>
    <p:extLst>
      <p:ext uri="{BB962C8B-B14F-4D97-AF65-F5344CB8AC3E}">
        <p14:creationId xmlns:p14="http://schemas.microsoft.com/office/powerpoint/2010/main" val="30436979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D40061-7844-2F1F-0780-70F1CE258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F72E49B-B231-806C-F8C7-A5ABACA58E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Age to age He stands And time is in His hands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C             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Beginning and the end Beginning and the end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G                    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Godhead, three in one Father, Spirit, Son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Lion and the Lamb The Lion and the Lamb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EE5E83C-5E3A-E1EA-5297-A4005CF65103}"/>
              </a:ext>
            </a:extLst>
          </p:cNvPr>
          <p:cNvSpPr txBox="1"/>
          <p:nvPr/>
        </p:nvSpPr>
        <p:spPr>
          <a:xfrm>
            <a:off x="7683500" y="6211669"/>
            <a:ext cx="42005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 CHORUS</a:t>
            </a:r>
          </a:p>
        </p:txBody>
      </p:sp>
    </p:spTree>
    <p:extLst>
      <p:ext uri="{BB962C8B-B14F-4D97-AF65-F5344CB8AC3E}">
        <p14:creationId xmlns:p14="http://schemas.microsoft.com/office/powerpoint/2010/main" val="33479572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88A639-7A11-B227-1875-62D547B98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440EED3-798B-3BAA-1960-5A4D40EBF8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is our God, sing with 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is our God, all will see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C                 D                G             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great, how great is our God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E120B0-B742-E258-B2DD-EC3D655D7441}"/>
              </a:ext>
            </a:extLst>
          </p:cNvPr>
          <p:cNvSpPr txBox="1"/>
          <p:nvPr/>
        </p:nvSpPr>
        <p:spPr>
          <a:xfrm>
            <a:off x="7683500" y="6211669"/>
            <a:ext cx="42005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 BRIDGE</a:t>
            </a:r>
          </a:p>
        </p:txBody>
      </p:sp>
    </p:spTree>
    <p:extLst>
      <p:ext uri="{BB962C8B-B14F-4D97-AF65-F5344CB8AC3E}">
        <p14:creationId xmlns:p14="http://schemas.microsoft.com/office/powerpoint/2010/main" val="8420832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D7AD4F-88CC-6DB7-B697-BC162DFE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6303C98-F51E-2200-583E-E43C05EF58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8967757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Name above all names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all praise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heart will sing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D                G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is our God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790640-F820-2921-8C3F-0FBB8007D039}"/>
              </a:ext>
            </a:extLst>
          </p:cNvPr>
          <p:cNvSpPr txBox="1"/>
          <p:nvPr/>
        </p:nvSpPr>
        <p:spPr>
          <a:xfrm>
            <a:off x="9344826" y="6047546"/>
            <a:ext cx="26244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x2 &amp; chorus</a:t>
            </a:r>
          </a:p>
        </p:txBody>
      </p:sp>
    </p:spTree>
    <p:extLst>
      <p:ext uri="{BB962C8B-B14F-4D97-AF65-F5344CB8AC3E}">
        <p14:creationId xmlns:p14="http://schemas.microsoft.com/office/powerpoint/2010/main" val="5982853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3EFA22-040C-B78C-2320-8FB1074E5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BC829E1-1D87-6F2E-433C-29745FAD8A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is our God, sing with 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is our God, all will see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C                 D                G             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great, how great is our God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DE8D71-89C6-7786-DC64-EB2548A77339}"/>
              </a:ext>
            </a:extLst>
          </p:cNvPr>
          <p:cNvSpPr txBox="1"/>
          <p:nvPr/>
        </p:nvSpPr>
        <p:spPr>
          <a:xfrm>
            <a:off x="10108027" y="6211669"/>
            <a:ext cx="15584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x2 End</a:t>
            </a:r>
          </a:p>
        </p:txBody>
      </p:sp>
    </p:spTree>
    <p:extLst>
      <p:ext uri="{BB962C8B-B14F-4D97-AF65-F5344CB8AC3E}">
        <p14:creationId xmlns:p14="http://schemas.microsoft.com/office/powerpoint/2010/main" val="259999954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Above All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4077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CAPO 2</a:t>
            </a:r>
            <a:r>
              <a:rPr lang="en-US" sz="3600" baseline="3000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nd</a:t>
            </a:r>
            <a:endParaRPr lang="en-US" sz="360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D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powers, above all Kings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 D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nature, and all created things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Em                 D                     C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wisdom, and all the ways of man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                      D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were here before the world began</a:t>
            </a:r>
          </a:p>
        </p:txBody>
      </p:sp>
    </p:spTree>
    <p:extLst>
      <p:ext uri="{BB962C8B-B14F-4D97-AF65-F5344CB8AC3E}">
        <p14:creationId xmlns:p14="http://schemas.microsoft.com/office/powerpoint/2010/main" val="30914419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FDC10A-A8B8-B454-FA85-EEF80F759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C6517DD-88E8-A370-BA3F-9F0CDA10E1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D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kingdoms, above all thrones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   D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wonders this world has ever known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Em              D                        C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wealth and treasures of the earth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C                                B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There's no way to measure what You're worth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F8786E-AB5D-FB01-3900-6AE0A12CDE8B}"/>
              </a:ext>
            </a:extLst>
          </p:cNvPr>
          <p:cNvSpPr txBox="1"/>
          <p:nvPr/>
        </p:nvSpPr>
        <p:spPr>
          <a:xfrm>
            <a:off x="8928101" y="6150114"/>
            <a:ext cx="32639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15608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 CHORUS</a:t>
            </a:r>
          </a:p>
        </p:txBody>
      </p:sp>
    </p:spTree>
    <p:extLst>
      <p:ext uri="{BB962C8B-B14F-4D97-AF65-F5344CB8AC3E}">
        <p14:creationId xmlns:p14="http://schemas.microsoft.com/office/powerpoint/2010/main" val="348735162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Am D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Crucified, laid behind a stone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Am  D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lived to die, rejected and alone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Em    D                         C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Like a rose, trampled on the ground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Am G                      C    D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took the fall, and thought of me Above all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0BF607B-B566-735C-A45B-5846B90E69B6}"/>
              </a:ext>
            </a:extLst>
          </p:cNvPr>
          <p:cNvSpPr txBox="1"/>
          <p:nvPr/>
        </p:nvSpPr>
        <p:spPr>
          <a:xfrm>
            <a:off x="8928101" y="6150114"/>
            <a:ext cx="32639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15608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 VERSE</a:t>
            </a:r>
          </a:p>
        </p:txBody>
      </p:sp>
    </p:spTree>
    <p:extLst>
      <p:ext uri="{BB962C8B-B14F-4D97-AF65-F5344CB8AC3E}">
        <p14:creationId xmlns:p14="http://schemas.microsoft.com/office/powerpoint/2010/main" val="204330530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5D674B-9EC5-67A0-E898-955B4A596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3C26685-1F34-4026-E098-A12EE60A33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D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powers, above all Kings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 D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nature, and all created things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Em                 D                     C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wisdom, and all the ways of man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                      D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were here before the world began</a:t>
            </a:r>
          </a:p>
        </p:txBody>
      </p:sp>
    </p:spTree>
    <p:extLst>
      <p:ext uri="{BB962C8B-B14F-4D97-AF65-F5344CB8AC3E}">
        <p14:creationId xmlns:p14="http://schemas.microsoft.com/office/powerpoint/2010/main" val="28391349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27D2BC-897A-CA77-441D-622643515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4B83BF5-3711-EBFA-C9BC-E53A14A22A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D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kingdoms, above all thrones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   D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wonders this world has ever known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Em              D                        C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wealth and treasures of the earth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C                                B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There's no way to measure what You're worth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6BE855-E3C4-7FB0-590E-4FF25D76F818}"/>
              </a:ext>
            </a:extLst>
          </p:cNvPr>
          <p:cNvSpPr txBox="1"/>
          <p:nvPr/>
        </p:nvSpPr>
        <p:spPr>
          <a:xfrm>
            <a:off x="8928101" y="6150114"/>
            <a:ext cx="32639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15608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 CHORUS</a:t>
            </a:r>
          </a:p>
        </p:txBody>
      </p:sp>
    </p:spTree>
    <p:extLst>
      <p:ext uri="{BB962C8B-B14F-4D97-AF65-F5344CB8AC3E}">
        <p14:creationId xmlns:p14="http://schemas.microsoft.com/office/powerpoint/2010/main" val="211116341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B46370-BD1C-9EDB-4E9C-ABD35C1D0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168673-6953-7946-00D9-F0D8D98120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Am D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Crucified, laid behind a stone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Am  D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lived to die, rejected and alone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Em    D                         C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Like a rose, trampled on the ground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Am G                      C    D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took the fall, and thought of me Above all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7C1751-E25D-E5F3-E568-3C02C2DA4B17}"/>
              </a:ext>
            </a:extLst>
          </p:cNvPr>
          <p:cNvSpPr txBox="1"/>
          <p:nvPr/>
        </p:nvSpPr>
        <p:spPr>
          <a:xfrm>
            <a:off x="10127673" y="6150114"/>
            <a:ext cx="1967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15608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Play x2</a:t>
            </a:r>
          </a:p>
        </p:txBody>
      </p:sp>
    </p:spTree>
    <p:extLst>
      <p:ext uri="{BB962C8B-B14F-4D97-AF65-F5344CB8AC3E}">
        <p14:creationId xmlns:p14="http://schemas.microsoft.com/office/powerpoint/2010/main" val="387762076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609EE0-CF0D-D60D-261A-2FAA3292E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4CDEF4-5454-62F7-CC66-DF5DFACEC9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D                         C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Like a rose, trampled on the ground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Am G                      C    D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took the fall, and thought of me Above all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2579F7-1BAA-8A16-E55C-D87FD9D503BE}"/>
              </a:ext>
            </a:extLst>
          </p:cNvPr>
          <p:cNvSpPr txBox="1"/>
          <p:nvPr/>
        </p:nvSpPr>
        <p:spPr>
          <a:xfrm>
            <a:off x="10986655" y="6150114"/>
            <a:ext cx="1205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15608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4802399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260</TotalTime>
  <Words>1778</Words>
  <Application>Microsoft Macintosh PowerPoint</Application>
  <PresentationFormat>Widescreen</PresentationFormat>
  <Paragraphs>388</Paragraphs>
  <Slides>46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3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47</cp:revision>
  <dcterms:created xsi:type="dcterms:W3CDTF">2025-11-12T03:26:12Z</dcterms:created>
  <dcterms:modified xsi:type="dcterms:W3CDTF">2026-10-11T15:01:22Z</dcterms:modified>
</cp:coreProperties>
</file>