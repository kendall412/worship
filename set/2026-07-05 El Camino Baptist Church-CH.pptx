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81" r:id="rId17"/>
    <p:sldId id="274" r:id="rId18"/>
    <p:sldId id="282" r:id="rId19"/>
    <p:sldId id="283" r:id="rId20"/>
    <p:sldId id="297" r:id="rId21"/>
    <p:sldId id="298" r:id="rId22"/>
    <p:sldId id="261" r:id="rId23"/>
    <p:sldId id="275" r:id="rId24"/>
    <p:sldId id="265" r:id="rId25"/>
    <p:sldId id="299" r:id="rId26"/>
    <p:sldId id="279" r:id="rId27"/>
    <p:sldId id="278" r:id="rId28"/>
    <p:sldId id="280" r:id="rId29"/>
    <p:sldId id="300" r:id="rId30"/>
    <p:sldId id="301" r:id="rId31"/>
    <p:sldId id="302" r:id="rId32"/>
    <p:sldId id="303" r:id="rId33"/>
    <p:sldId id="30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412"/>
    <p:restoredTop sz="94655"/>
  </p:normalViewPr>
  <p:slideViewPr>
    <p:cSldViewPr snapToGrid="0">
      <p:cViewPr varScale="1">
        <p:scale>
          <a:sx n="94" d="100"/>
          <a:sy n="94" d="100"/>
        </p:scale>
        <p:origin x="22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Above All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DC10A-A8B8-B454-FA85-EEF80F75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6517DD-88E8-A370-BA3F-9F0CDA10E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3487351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D674B-9EC5-67A0-E898-955B4A596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C26685-1F34-4026-E098-A12EE60A3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   D                     C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and all the ways of man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the world began</a:t>
            </a:r>
          </a:p>
        </p:txBody>
      </p:sp>
    </p:spTree>
    <p:extLst>
      <p:ext uri="{BB962C8B-B14F-4D97-AF65-F5344CB8AC3E}">
        <p14:creationId xmlns:p14="http://schemas.microsoft.com/office/powerpoint/2010/main" val="283913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7D2BC-897A-CA77-441D-62264351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B83BF5-3711-EBFA-C9BC-E53A14A22A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above all thrones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  D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this world has ever known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Em              D                        C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and treasures of the earth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C                                B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what You're worth</a:t>
            </a:r>
          </a:p>
        </p:txBody>
      </p:sp>
    </p:spTree>
    <p:extLst>
      <p:ext uri="{BB962C8B-B14F-4D97-AF65-F5344CB8AC3E}">
        <p14:creationId xmlns:p14="http://schemas.microsoft.com/office/powerpoint/2010/main" val="211116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46370-BD1C-9EDB-4E9C-ABD35C1D0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168673-6953-7946-00D9-F0D8D9812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Am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Am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rejected and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C1751-E25D-E5F3-E568-3C02C2DA4B17}"/>
              </a:ext>
            </a:extLst>
          </p:cNvPr>
          <p:cNvSpPr txBox="1"/>
          <p:nvPr/>
        </p:nvSpPr>
        <p:spPr>
          <a:xfrm>
            <a:off x="10127673" y="6150114"/>
            <a:ext cx="1967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Play x2</a:t>
            </a:r>
          </a:p>
        </p:txBody>
      </p:sp>
    </p:spTree>
    <p:extLst>
      <p:ext uri="{BB962C8B-B14F-4D97-AF65-F5344CB8AC3E}">
        <p14:creationId xmlns:p14="http://schemas.microsoft.com/office/powerpoint/2010/main" val="3877620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609EE0-CF0D-D60D-261A-2FAA3292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4CDEF4-5454-62F7-CC66-DF5DFACEC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D                         C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trampled on the ground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G                      C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and thought of me Above all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579F7-1BAA-8A16-E55C-D87FD9D503BE}"/>
              </a:ext>
            </a:extLst>
          </p:cNvPr>
          <p:cNvSpPr txBox="1"/>
          <p:nvPr/>
        </p:nvSpPr>
        <p:spPr>
          <a:xfrm>
            <a:off x="10986655" y="6150114"/>
            <a:ext cx="120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8023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239833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954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C/G/D/G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1957685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05D82-F763-BC2D-3FE0-42ACB0BA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94F154-5485-B067-5498-6DF171139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2199880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11834-BAF4-1715-098D-554AE400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5A21E4-B05C-87EF-E45E-B901EDCCB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</p:spTree>
    <p:extLst>
      <p:ext uri="{BB962C8B-B14F-4D97-AF65-F5344CB8AC3E}">
        <p14:creationId xmlns:p14="http://schemas.microsoft.com/office/powerpoint/2010/main" val="2067853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27068A-2DDB-FAB4-0CBF-5A368DC31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D00A88-E095-BE25-2427-B66CCDF62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G7  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and guide 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a light from above</a:t>
            </a:r>
          </a:p>
        </p:txBody>
      </p:sp>
    </p:spTree>
    <p:extLst>
      <p:ext uri="{BB962C8B-B14F-4D97-AF65-F5344CB8AC3E}">
        <p14:creationId xmlns:p14="http://schemas.microsoft.com/office/powerpoint/2010/main" val="364100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683DB-F1EB-D2B9-6174-7E4AAB37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12FD7F4-2E47-76C0-4BC1-349C80DCC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to the prairies,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D7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</p:txBody>
      </p:sp>
    </p:spTree>
    <p:extLst>
      <p:ext uri="{BB962C8B-B14F-4D97-AF65-F5344CB8AC3E}">
        <p14:creationId xmlns:p14="http://schemas.microsoft.com/office/powerpoint/2010/main" val="3250941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4BF6B-D768-CCC0-D9D2-3C246D6B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11B779-DC12-55E6-F4A2-3EAE2DFF7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G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285E9-0912-2EC8-12A6-B875B4B67821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56082">
                    <a:lumMod val="20000"/>
                    <a:lumOff val="8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49281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07FF3-ED51-42B0-B272-1B4F50EF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8280D-74D2-D21D-CA1B-5C1389428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40" r="17526" b="739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53A56-E25A-8265-17BC-0939A7C5C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000" i="1" dirty="0">
                <a:latin typeface="Avenir Oblique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3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D     G  Am Em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Am           Em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e’er have been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D             G  Am  Em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Am    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and defend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Em             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the Almighty can do,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D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Am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            Am           Em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D        G  Am  Em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A8867-22FC-29CE-10EB-8F2EE781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522581-B5D8-B054-E72A-7B7600BB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Am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the Almighty, the King of creation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Am                  Em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for He is thy health and salvation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D     G  Am  Em  C (x2 end in G)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6C58-04C3-BBCD-0CE0-6C757C065163}"/>
              </a:ext>
            </a:extLst>
          </p:cNvPr>
          <p:cNvSpPr txBox="1"/>
          <p:nvPr/>
        </p:nvSpPr>
        <p:spPr>
          <a:xfrm>
            <a:off x="10903875" y="617995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78331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126140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73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                            F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how sweet the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F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</p:txBody>
      </p:sp>
    </p:spTree>
    <p:extLst>
      <p:ext uri="{BB962C8B-B14F-4D97-AF65-F5344CB8AC3E}">
        <p14:creationId xmlns:p14="http://schemas.microsoft.com/office/powerpoint/2010/main" val="805495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86F2-D5DE-3372-1C56-AD2AC550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8F56EB-C7DD-F9E2-2BF4-0861C3C2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F           C</a:t>
            </a:r>
          </a:p>
          <a:p>
            <a:pPr algn="l"/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My heart to fear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</p:txBody>
      </p:sp>
    </p:spTree>
    <p:extLst>
      <p:ext uri="{BB962C8B-B14F-4D97-AF65-F5344CB8AC3E}">
        <p14:creationId xmlns:p14="http://schemas.microsoft.com/office/powerpoint/2010/main" val="1269675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3ACAE5-BD9B-E479-4055-F70327C3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9D9F2-97BD-A5A2-87D9-DEF06C49B9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             F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Toils and snares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F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safe thus far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</p:txBody>
      </p:sp>
    </p:spTree>
    <p:extLst>
      <p:ext uri="{BB962C8B-B14F-4D97-AF65-F5344CB8AC3E}">
        <p14:creationId xmlns:p14="http://schemas.microsoft.com/office/powerpoint/2010/main" val="2299520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A6789-8A72-563E-3BA2-8FBF399A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7FA99E-CD5C-2C7F-6A80-0415A0D04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  F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good to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 F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829A0-8495-04B5-FFBE-F5DB306DBB44}"/>
              </a:ext>
            </a:extLst>
          </p:cNvPr>
          <p:cNvSpPr txBox="1"/>
          <p:nvPr/>
        </p:nvSpPr>
        <p:spPr>
          <a:xfrm>
            <a:off x="10793843" y="6150114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4975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1301</Words>
  <Application>Microsoft Macintosh PowerPoint</Application>
  <PresentationFormat>Widescreen</PresentationFormat>
  <Paragraphs>262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49</cp:revision>
  <dcterms:created xsi:type="dcterms:W3CDTF">2025-11-12T03:26:12Z</dcterms:created>
  <dcterms:modified xsi:type="dcterms:W3CDTF">2026-07-05T00:31:44Z</dcterms:modified>
</cp:coreProperties>
</file>