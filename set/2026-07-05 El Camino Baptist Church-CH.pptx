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85" r:id="rId4"/>
    <p:sldId id="276" r:id="rId5"/>
    <p:sldId id="286" r:id="rId6"/>
    <p:sldId id="287" r:id="rId7"/>
    <p:sldId id="288" r:id="rId8"/>
    <p:sldId id="289" r:id="rId9"/>
    <p:sldId id="290" r:id="rId10"/>
    <p:sldId id="291" r:id="rId11"/>
    <p:sldId id="292" r:id="rId12"/>
    <p:sldId id="293" r:id="rId13"/>
    <p:sldId id="294" r:id="rId14"/>
    <p:sldId id="295" r:id="rId15"/>
    <p:sldId id="296" r:id="rId16"/>
    <p:sldId id="281" r:id="rId17"/>
    <p:sldId id="274" r:id="rId18"/>
    <p:sldId id="282" r:id="rId19"/>
    <p:sldId id="283" r:id="rId20"/>
    <p:sldId id="297" r:id="rId21"/>
    <p:sldId id="298" r:id="rId22"/>
    <p:sldId id="261" r:id="rId23"/>
    <p:sldId id="275" r:id="rId24"/>
    <p:sldId id="265" r:id="rId25"/>
    <p:sldId id="299" r:id="rId26"/>
    <p:sldId id="279" r:id="rId27"/>
    <p:sldId id="278" r:id="rId28"/>
    <p:sldId id="280" r:id="rId29"/>
    <p:sldId id="300" r:id="rId30"/>
    <p:sldId id="301" r:id="rId31"/>
    <p:sldId id="302" r:id="rId32"/>
    <p:sldId id="303" r:id="rId33"/>
    <p:sldId id="304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412"/>
    <p:restoredTop sz="94693"/>
  </p:normalViewPr>
  <p:slideViewPr>
    <p:cSldViewPr snapToGrid="0">
      <p:cViewPr varScale="1">
        <p:scale>
          <a:sx n="91" d="100"/>
          <a:sy n="91" d="100"/>
        </p:scale>
        <p:origin x="224" y="1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7/4/26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Above All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G/ C</a:t>
            </a:r>
          </a:p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C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powers, above all Kings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D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nature, and all created things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   D                     C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wisdom, and all the ways of man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      D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were here before the world began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FDC10A-A8B8-B454-FA85-EEF80F759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C6517DD-88E8-A370-BA3F-9F0CDA10E1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kingdoms, above all thrones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  D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wonders this world has ever known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D                        C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wealth and treasures of the earth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C                                B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no way to measure what You're worth</a:t>
            </a:r>
          </a:p>
        </p:txBody>
      </p:sp>
    </p:spTree>
    <p:extLst>
      <p:ext uri="{BB962C8B-B14F-4D97-AF65-F5344CB8AC3E}">
        <p14:creationId xmlns:p14="http://schemas.microsoft.com/office/powerpoint/2010/main" val="3487351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Am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Crucified, laid behind a 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Am 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lived to die, rejected and alone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Em    D                         C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Like a rose, trampled on the ground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Am G                      C    D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 the fall, and thought of me Above all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5D674B-9EC5-67A0-E898-955B4A596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3C26685-1F34-4026-E098-A12EE60A33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powers, above all Kings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D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nature, and all created things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   D                     C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wisdom, and all the ways of man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                       D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were here before the world began</a:t>
            </a:r>
          </a:p>
        </p:txBody>
      </p:sp>
    </p:spTree>
    <p:extLst>
      <p:ext uri="{BB962C8B-B14F-4D97-AF65-F5344CB8AC3E}">
        <p14:creationId xmlns:p14="http://schemas.microsoft.com/office/powerpoint/2010/main" val="28391349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27D2BC-897A-CA77-441D-622643515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4B83BF5-3711-EBFA-C9BC-E53A14A22A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D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kingdoms, above all thrones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  D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wonders this world has ever known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Em              D                        C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Above all wealth and treasures of the earth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Am                        C                                B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no way to measure what You're worth</a:t>
            </a:r>
          </a:p>
        </p:txBody>
      </p:sp>
    </p:spTree>
    <p:extLst>
      <p:ext uri="{BB962C8B-B14F-4D97-AF65-F5344CB8AC3E}">
        <p14:creationId xmlns:p14="http://schemas.microsoft.com/office/powerpoint/2010/main" val="2111163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B46370-BD1C-9EDB-4E9C-ABD35C1D0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168673-6953-7946-00D9-F0D8D98120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Am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Crucified, laid behind a stone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Am  D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lived to die, rejected and alone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Em    D                         C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Like a rose, trampled on the ground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Am G                      C    D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 the fall, and thought of me Above all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7C1751-E25D-E5F3-E568-3C02C2DA4B17}"/>
              </a:ext>
            </a:extLst>
          </p:cNvPr>
          <p:cNvSpPr txBox="1"/>
          <p:nvPr/>
        </p:nvSpPr>
        <p:spPr>
          <a:xfrm>
            <a:off x="10127673" y="6150114"/>
            <a:ext cx="1967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Play x2</a:t>
            </a:r>
          </a:p>
        </p:txBody>
      </p:sp>
    </p:spTree>
    <p:extLst>
      <p:ext uri="{BB962C8B-B14F-4D97-AF65-F5344CB8AC3E}">
        <p14:creationId xmlns:p14="http://schemas.microsoft.com/office/powerpoint/2010/main" val="38776207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609EE0-CF0D-D60D-261A-2FAA3292E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D4CDEF4-5454-62F7-CC66-DF5DFACEC9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738" y="211015"/>
            <a:ext cx="11699631" cy="6482862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Em    D                         C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Like a rose, trampled on the ground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Am G                      C    D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took the fall, and thought of me Above all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2579F7-1BAA-8A16-E55C-D87FD9D503BE}"/>
              </a:ext>
            </a:extLst>
          </p:cNvPr>
          <p:cNvSpPr txBox="1"/>
          <p:nvPr/>
        </p:nvSpPr>
        <p:spPr>
          <a:xfrm>
            <a:off x="10986655" y="6150114"/>
            <a:ext cx="1205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4802399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5239833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God Bless America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9540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C/G/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C/G/D/G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God bless America,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land that I love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G7         C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Stand beside her and guide her,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G                 D7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thru the night with a light from above</a:t>
            </a:r>
          </a:p>
        </p:txBody>
      </p:sp>
    </p:spTree>
    <p:extLst>
      <p:ext uri="{BB962C8B-B14F-4D97-AF65-F5344CB8AC3E}">
        <p14:creationId xmlns:p14="http://schemas.microsoft.com/office/powerpoint/2010/main" val="19576851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205D82-F763-BC2D-3FE0-42ACB0BAE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A94F154-5485-B067-5498-6DF1711392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D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From the mountains, to the prairies,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D         D7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oceans white with foam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God bless America,</a:t>
            </a:r>
          </a:p>
        </p:txBody>
      </p:sp>
    </p:spTree>
    <p:extLst>
      <p:ext uri="{BB962C8B-B14F-4D97-AF65-F5344CB8AC3E}">
        <p14:creationId xmlns:p14="http://schemas.microsoft.com/office/powerpoint/2010/main" val="21998806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E11834-BAF4-1715-098D-554AE400F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A5A21E4-B05C-87EF-E45E-B901EDCCB5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G         D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home, sweet home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God bless America,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G         D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home, sweet home.</a:t>
            </a:r>
          </a:p>
        </p:txBody>
      </p:sp>
    </p:spTree>
    <p:extLst>
      <p:ext uri="{BB962C8B-B14F-4D97-AF65-F5344CB8AC3E}">
        <p14:creationId xmlns:p14="http://schemas.microsoft.com/office/powerpoint/2010/main" val="20678533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27068A-2DDB-FAB4-0CBF-5A368DC31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1D00A88-E095-BE25-2427-B66CCDF621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God bless America,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land that I love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G7         C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Stand beside her and guide her,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G                 D7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thru the night with a light from above</a:t>
            </a:r>
          </a:p>
        </p:txBody>
      </p:sp>
    </p:spTree>
    <p:extLst>
      <p:ext uri="{BB962C8B-B14F-4D97-AF65-F5344CB8AC3E}">
        <p14:creationId xmlns:p14="http://schemas.microsoft.com/office/powerpoint/2010/main" val="364100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7683DB-F1EB-D2B9-6174-7E4AAB376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12FD7F4-2E47-76C0-4BC1-349C80DCCB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D       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From the mountains, to the prairies,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D         D7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oceans white with foam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God bless America,</a:t>
            </a:r>
          </a:p>
        </p:txBody>
      </p:sp>
    </p:spTree>
    <p:extLst>
      <p:ext uri="{BB962C8B-B14F-4D97-AF65-F5344CB8AC3E}">
        <p14:creationId xmlns:p14="http://schemas.microsoft.com/office/powerpoint/2010/main" val="32509411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44BF6B-D768-CCC0-D9D2-3C246D6B7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E11B779-DC12-55E6-F4A2-3EAE2DFF7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G         D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home, sweet home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God bless America,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G         D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home, sweet home.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FF285E9-0912-2EC8-12A6-B875B4B67821}"/>
              </a:ext>
            </a:extLst>
          </p:cNvPr>
          <p:cNvSpPr txBox="1"/>
          <p:nvPr/>
        </p:nvSpPr>
        <p:spPr>
          <a:xfrm>
            <a:off x="10793843" y="6150114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15608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492816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E07FF3-ED51-42B0-B272-1B4F50EFC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B8280D-74D2-D21D-CA1B-5C1389428F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40" r="17526" b="7393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453A56-E25A-8265-17BC-0939A7C5C3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000" i="1" dirty="0">
                <a:latin typeface="Avenir Oblique" panose="02000503020000020003" pitchFamily="2" charset="0"/>
                <a:ea typeface="Bodoni Ornaments" pitchFamily="2" charset="0"/>
              </a:rPr>
              <a:t>Praise To The Lord The Almighty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66362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 Am             Em       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the Almighty, the King of creation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Am                  Em       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my soul, praise Him, for He is thy health and salvation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ye who hear, now to His temple draw near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D     G  Am Em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Him in glad adoration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69FE4C-AB15-F92A-83D7-A1992E565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18A5CAC-F4EA-6A0A-92FD-9F5E46777F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        Am              Em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Who o’er all things so wondrously </a:t>
            </a:r>
            <a:r>
              <a:rPr lang="en-US" sz="28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reigneth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    Am           Em        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Shelters thee under His wings, yea, so gently </a:t>
            </a:r>
            <a:r>
              <a:rPr lang="en-US" sz="28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sustaineth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Hast thou not seen how thy desires e’er have been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D             G  Am  Em  C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Granted in what He </a:t>
            </a:r>
            <a:r>
              <a:rPr lang="en-US" sz="28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ordaineth</a:t>
            </a:r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5005011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204DFA-E10F-241C-10DC-E5670D5A2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8AAAEDF-9D95-1EDB-3978-04FEA487F9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        Am               Em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who doth prosper thy work and defend thee;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 Am      Em             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Surely His goodness and mercy here daily attend thee;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Ponder anew what the Almighty can do,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D       G  Am  Em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If with His love He befriend thee</a:t>
            </a:r>
          </a:p>
        </p:txBody>
      </p:sp>
    </p:spTree>
    <p:extLst>
      <p:ext uri="{BB962C8B-B14F-4D97-AF65-F5344CB8AC3E}">
        <p14:creationId xmlns:p14="http://schemas.microsoft.com/office/powerpoint/2010/main" val="30296628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58C935-8A55-EBD5-0993-5BDC54C9B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7AAE9D0-C9A2-EA5C-DDD8-172BB8077F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Am       Em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O let all that is in me adore Him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             Am           Em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that hath life and breath, come now with praises before Him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the Amen sound from His people again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D        G  Am  Em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Gladly for aye we adore Him</a:t>
            </a:r>
          </a:p>
        </p:txBody>
      </p:sp>
    </p:spTree>
    <p:extLst>
      <p:ext uri="{BB962C8B-B14F-4D97-AF65-F5344CB8AC3E}">
        <p14:creationId xmlns:p14="http://schemas.microsoft.com/office/powerpoint/2010/main" val="16083739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5A8867-22FC-29CE-10EB-8F2EE7810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8522581-B5D8-B054-E72A-7B7600BB90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  Am            Em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to the Lord, the Almighty, the King of creation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                        Am                  Em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 my soul, praise Him, for He is thy health and salvation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                      D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ye who hear, now to His temple draw near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D     G  Am  Em  C (x2 end in G)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Him in glad adoration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F96C58-04C3-BBCD-0CE0-6C757C065163}"/>
              </a:ext>
            </a:extLst>
          </p:cNvPr>
          <p:cNvSpPr txBox="1"/>
          <p:nvPr/>
        </p:nvSpPr>
        <p:spPr>
          <a:xfrm>
            <a:off x="10903875" y="6179950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10000"/>
                    <a:lumOff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9783317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ACF013-4574-2AD0-7BFD-6E771B7E5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Matterhorn with snow and stars in the sky&#10;&#10;AI-generated content may be incorrect.">
            <a:extLst>
              <a:ext uri="{FF2B5EF4-FFF2-40B4-BE49-F238E27FC236}">
                <a16:creationId xmlns:a16="http://schemas.microsoft.com/office/drawing/2014/main" id="{20FF3D56-E105-8F19-A54E-4F173C83BF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159" t="9091" r="25205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FD9A51-1655-DF8C-52C5-2398AD783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 fontScale="92500"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latin typeface="Avenir Oblique" panose="02000503020000020003" pitchFamily="2" charset="0"/>
                <a:ea typeface="Bodoni Ornaments" pitchFamily="2" charset="0"/>
              </a:rPr>
              <a:t>Goodness of God</a:t>
            </a:r>
          </a:p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60472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3E1F97-17F4-001F-7673-B8EFA09D8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F0AA937-867D-D484-37E8-C9B43A905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              F               C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love You Lord Oh, Your mercy never fails me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Am                   F                  </a:t>
            </a:r>
            <a:r>
              <a:rPr lang="en-US" sz="28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Gsus</a:t>
            </a:r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G  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days, I've been held in Your hands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        Am         F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From the moment that I wake up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G    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Until I lay my head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F                   G                Csus4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the 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29910020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AFF0EA-04E9-B7E9-0BF6-7D546FDEE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377A57-C32B-6F9A-6862-0207CC2B85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faithful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          C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so, so good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              C    G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every breath that I am able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F                    G               Csus4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the 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30986946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7006DC-D1B4-7A29-037D-AB9310F89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EB7ADD-233A-DCA7-621A-453E634E8D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C                       F          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love Your voice You have led me through the fire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G        Am                    F                    Gsus4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my darkest night, You were close like no other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 Am     F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I've known You as a father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          C  G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I've known You as a friend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F                        G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have lived in the 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36128280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6008CE-3ADD-6407-4016-5817365F0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E7F11ED-C8AB-C58D-6C55-6019AF966C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faithful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          C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so, so good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              C    G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every breath that I am able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F                    G               Csus4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the 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22196421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B9DAFF-5D38-064D-29B5-8A81477B8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2C2460-CE19-8641-A2F1-78FBD0E616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F                            G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goodness is running after, it’s running after me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F                            G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goodness is running after, it’s running after me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                            F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my life laid down, I’m surrendered now, 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G                 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give You everything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        F                            G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goodness is running after, it’s running after me</a:t>
            </a:r>
          </a:p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08491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ED1104-8B63-30C8-E757-8A6F734B7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5D7A7FE-417D-8386-0FB8-E37D738638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faithful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          C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so, so good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                                     C    G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every breath that I am able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F                    G            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the goodness of God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F                    G               Csus4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the 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29684131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126140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Amazing Grace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56211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G                            C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Amazing Grace how sweet the sound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saved a wretch like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G                           C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once was lost but now am found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D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Was blind but now I see</a:t>
            </a:r>
          </a:p>
        </p:txBody>
      </p:sp>
    </p:spTree>
    <p:extLst>
      <p:ext uri="{BB962C8B-B14F-4D97-AF65-F5344CB8AC3E}">
        <p14:creationId xmlns:p14="http://schemas.microsoft.com/office/powerpoint/2010/main" val="32947266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8F86F2-D5DE-3372-1C56-AD2AC5501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78F56EB-C7DD-F9E2-2BF4-0861C3C254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G                                  C           G</a:t>
            </a:r>
          </a:p>
          <a:p>
            <a:pPr algn="l"/>
            <a:r>
              <a:rPr lang="en-US" sz="36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T'was</a:t>
            </a:r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Grace that taught My heart to fear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G          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Grace, my fears relieved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G                         C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precious did that Grace appear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D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hour I first believed</a:t>
            </a:r>
          </a:p>
        </p:txBody>
      </p:sp>
    </p:spTree>
    <p:extLst>
      <p:ext uri="{BB962C8B-B14F-4D97-AF65-F5344CB8AC3E}">
        <p14:creationId xmlns:p14="http://schemas.microsoft.com/office/powerpoint/2010/main" val="12696751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3ACAE5-BD9B-E479-4055-F70327C3C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2F9D9F2-97BD-A5A2-87D9-DEF06C49B9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G                   C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Through many dangers Toils and snares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G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have already come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  C       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’Tis grace hath brought me safe thus far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G    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grace will lead me home</a:t>
            </a:r>
          </a:p>
        </p:txBody>
      </p:sp>
    </p:spTree>
    <p:extLst>
      <p:ext uri="{BB962C8B-B14F-4D97-AF65-F5344CB8AC3E}">
        <p14:creationId xmlns:p14="http://schemas.microsoft.com/office/powerpoint/2010/main" val="22995204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6A6789-8A72-563E-3BA2-8FBF399AF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E7FA99E-CD5C-2C7F-6A80-0415A0D040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846" y="152399"/>
            <a:ext cx="11828585" cy="6541477"/>
          </a:xfrm>
        </p:spPr>
        <p:txBody>
          <a:bodyPr>
            <a:noAutofit/>
          </a:bodyPr>
          <a:lstStyle/>
          <a:p>
            <a:pPr algn="l"/>
            <a:endParaRPr lang="en-US" sz="36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                C 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Lord has promised good to me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         D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Word my hope secures 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G                           C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will my Shield and Portion be</a:t>
            </a:r>
          </a:p>
          <a:p>
            <a:pPr algn="l"/>
            <a:r>
              <a:rPr lang="en-US" sz="36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G          D           G</a:t>
            </a:r>
          </a:p>
          <a:p>
            <a:pPr algn="l"/>
            <a:r>
              <a:rPr lang="en-US" sz="3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As long as life endures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0829A0-8495-04B5-FFBE-F5DB306DBB44}"/>
              </a:ext>
            </a:extLst>
          </p:cNvPr>
          <p:cNvSpPr txBox="1"/>
          <p:nvPr/>
        </p:nvSpPr>
        <p:spPr>
          <a:xfrm>
            <a:off x="10793843" y="6150114"/>
            <a:ext cx="12105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10000"/>
                    <a:lumOff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23497581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</TotalTime>
  <Words>1304</Words>
  <Application>Microsoft Macintosh PowerPoint</Application>
  <PresentationFormat>Widescreen</PresentationFormat>
  <Paragraphs>263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51</cp:revision>
  <dcterms:created xsi:type="dcterms:W3CDTF">2025-11-12T03:26:12Z</dcterms:created>
  <dcterms:modified xsi:type="dcterms:W3CDTF">2026-07-05T01:27:09Z</dcterms:modified>
</cp:coreProperties>
</file>