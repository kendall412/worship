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275" r:id="rId35"/>
    <p:sldId id="312" r:id="rId36"/>
    <p:sldId id="313" r:id="rId37"/>
    <p:sldId id="314" r:id="rId38"/>
    <p:sldId id="265" r:id="rId39"/>
    <p:sldId id="276" r:id="rId40"/>
    <p:sldId id="315" r:id="rId41"/>
    <p:sldId id="316" r:id="rId42"/>
    <p:sldId id="317" r:id="rId43"/>
    <p:sldId id="278" r:id="rId44"/>
    <p:sldId id="318" r:id="rId45"/>
    <p:sldId id="319" r:id="rId46"/>
    <p:sldId id="320" r:id="rId47"/>
    <p:sldId id="321" r:id="rId48"/>
    <p:sldId id="322" r:id="rId49"/>
    <p:sldId id="323" r:id="rId50"/>
    <p:sldId id="279" r:id="rId51"/>
    <p:sldId id="324" r:id="rId52"/>
    <p:sldId id="325" r:id="rId53"/>
    <p:sldId id="326" r:id="rId54"/>
    <p:sldId id="327" r:id="rId55"/>
    <p:sldId id="328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69"/>
  </p:normalViewPr>
  <p:slideViewPr>
    <p:cSldViewPr snapToGrid="0">
      <p:cViewPr varScale="1">
        <p:scale>
          <a:sx n="113" d="100"/>
          <a:sy n="113" d="100"/>
        </p:scale>
        <p:origin x="17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</a:t>
            </a:r>
          </a:p>
        </p:txBody>
      </p:sp>
    </p:spTree>
    <p:extLst>
      <p:ext uri="{BB962C8B-B14F-4D97-AF65-F5344CB8AC3E}">
        <p14:creationId xmlns:p14="http://schemas.microsoft.com/office/powerpoint/2010/main" val="3492272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guide her,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light from above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992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2771C-C885-A256-BE42-57B2BCCA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499064-B7D6-4155-BA20-B358FDCD3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prairies,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874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0E4A3-8254-3892-3339-5C58C97F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B0DDDD-0D1B-D26C-596E-3A1AE6DE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</p:txBody>
      </p:sp>
    </p:spTree>
    <p:extLst>
      <p:ext uri="{BB962C8B-B14F-4D97-AF65-F5344CB8AC3E}">
        <p14:creationId xmlns:p14="http://schemas.microsoft.com/office/powerpoint/2010/main" val="3563807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7F9B8-F8AE-CF2B-CC5B-7AB8098C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D99FA3-8E14-6A7F-AF00-B0CEAAA5A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guide her,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light from above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264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ADC3E-96A9-D46E-1E42-37C5B9AA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AB423A-CAC2-9832-FC1C-E75E8889D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prairies,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62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78E1D-3EA1-2D66-500C-411CF415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F9FB32-707A-F27C-5533-4AC645729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</p:txBody>
      </p:sp>
    </p:spTree>
    <p:extLst>
      <p:ext uri="{BB962C8B-B14F-4D97-AF65-F5344CB8AC3E}">
        <p14:creationId xmlns:p14="http://schemas.microsoft.com/office/powerpoint/2010/main" val="3480755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BCCAA-AEC2-E7D5-6DA0-2B454C31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73690B-6ECA-2D8D-2D0C-253BF276A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772" y="204717"/>
            <a:ext cx="8748215" cy="6346208"/>
          </a:xfrm>
        </p:spPr>
        <p:txBody>
          <a:bodyPr>
            <a:noAutofit/>
          </a:bodyPr>
          <a:lstStyle/>
          <a:p>
            <a:endParaRPr lang="en-US" sz="2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8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</p:spTree>
    <p:extLst>
      <p:ext uri="{BB962C8B-B14F-4D97-AF65-F5344CB8AC3E}">
        <p14:creationId xmlns:p14="http://schemas.microsoft.com/office/powerpoint/2010/main" val="2147333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1935481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E5F54-082E-B264-7016-FD8776F6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5272F5-FDBA-31BC-129B-A81D97B5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692422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2A5A8-D337-CDC3-F7D1-395B7BCC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72408-D342-B8C6-C15E-78148E74F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have been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9826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defend thee;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FCC83-4336-6DA9-BC89-0C6B69F6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619F17-B369-5308-027C-7D7849A9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 can do,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88042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17315-1F8C-8B05-4852-5AB1DBB3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E8AEDF-FE27-BE7E-65FB-3F92118C7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69070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A049D-3D6B-D904-5230-C48A554E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70C992-A52B-FC06-AE51-642B59447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3469407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FCBDF-ABC2-BBDB-8FDD-9040A640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A3E2B6-F904-406F-5218-392FDECB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2668540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3521-FD45-271B-60DA-09637000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2EB5D-50E5-3E23-3DE7-0E4DE41F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Your mercy never fails 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been held in Your hands</a:t>
            </a:r>
          </a:p>
        </p:txBody>
      </p:sp>
    </p:spTree>
    <p:extLst>
      <p:ext uri="{BB962C8B-B14F-4D97-AF65-F5344CB8AC3E}">
        <p14:creationId xmlns:p14="http://schemas.microsoft.com/office/powerpoint/2010/main" val="1990063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706F-31D3-C686-72BA-21B93DAD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853410-3A24-2E3F-06AB-BE5244858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wake up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</a:t>
            </a:r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</a:t>
            </a: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God</a:t>
            </a:r>
          </a:p>
        </p:txBody>
      </p:sp>
    </p:spTree>
    <p:extLst>
      <p:ext uri="{BB962C8B-B14F-4D97-AF65-F5344CB8AC3E}">
        <p14:creationId xmlns:p14="http://schemas.microsoft.com/office/powerpoint/2010/main" val="621803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AE27D-86DD-43E2-663C-8613C12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FEE9D-EF7F-4CBF-F968-F577606A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2792867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C6CE5-32CE-B949-068D-875ED2F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3CD2C9-EC3A-9C35-0546-14F0D56F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1156404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3F29-0940-A139-C353-539CD281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1A5E2-663E-ED71-4BFB-4B63E720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344366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8AF8-3B51-1078-F241-93204B97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FFD6D1-240C-49E8-4485-FD69F65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69189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647-5E34-2072-C4A0-8258906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2B343-84C6-1D7D-46FD-9CD5BFA7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surrendered now,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7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D7DF-83B9-3F5B-4652-3270642D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0E20EB-00EE-315E-8253-8090E594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970747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27A7E-26CC-E346-6923-FB1CFDDE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193F0-6B67-6D72-1151-0AE1AB7E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799210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</a:t>
            </a:r>
          </a:p>
        </p:txBody>
      </p:sp>
    </p:spTree>
    <p:extLst>
      <p:ext uri="{BB962C8B-B14F-4D97-AF65-F5344CB8AC3E}">
        <p14:creationId xmlns:p14="http://schemas.microsoft.com/office/powerpoint/2010/main" val="3202952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sweet the sound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7235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39DE4-B05E-117C-AB0E-3A3481D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4B78B5-F6A5-2FE9-6ED1-4BB0964E1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44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to fear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5FCE-76E6-F3F6-BA4A-9C5F4E4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44DBA-A2B3-57A3-8056-4406225E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72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C555-0715-21AA-DD5B-01CF814A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985C7B-7B0F-5B0C-F52D-718265A5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Toils and snares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17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E790B-860F-1213-4F63-6AE54B9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6F284-8536-A8DD-C0BE-B7A53225A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thus far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75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18A2F-CC8E-717D-20F7-4B5294D0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7FF292-1FE0-47B3-77DD-58139A65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to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77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7C36E-3042-CDB5-A9E4-0AF50FE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1EEC1-BA02-066A-9DB4-C5D95DE53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875</Words>
  <Application>Microsoft Macintosh PowerPoint</Application>
  <PresentationFormat>On-screen Show (4:3)</PresentationFormat>
  <Paragraphs>262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2026-07-05T00:43:11Z</dcterms:modified>
</cp:coreProperties>
</file>