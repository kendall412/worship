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2" r:id="rId45"/>
    <p:sldId id="323" r:id="rId46"/>
    <p:sldId id="324" r:id="rId47"/>
    <p:sldId id="325" r:id="rId48"/>
    <p:sldId id="326" r:id="rId49"/>
    <p:sldId id="327" r:id="rId50"/>
    <p:sldId id="328" r:id="rId51"/>
    <p:sldId id="329" r:id="rId52"/>
    <p:sldId id="330" r:id="rId53"/>
    <p:sldId id="331" r:id="rId54"/>
    <p:sldId id="332" r:id="rId55"/>
    <p:sldId id="333" r:id="rId56"/>
    <p:sldId id="334" r:id="rId57"/>
    <p:sldId id="335" r:id="rId58"/>
    <p:sldId id="279" r:id="rId59"/>
    <p:sldId id="336" r:id="rId60"/>
    <p:sldId id="337" r:id="rId61"/>
    <p:sldId id="338" r:id="rId62"/>
    <p:sldId id="339" r:id="rId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873"/>
    <p:restoredTop sz="94802"/>
  </p:normalViewPr>
  <p:slideViewPr>
    <p:cSldViewPr snapToGrid="0">
      <p:cViewPr varScale="1">
        <p:scale>
          <a:sx n="112" d="100"/>
          <a:sy n="112" d="100"/>
        </p:scale>
        <p:origin x="208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3C3F84-7CD6-C8FC-E1D7-5140DCEA942D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Musci Matt Boswell and Matt Papa in (2016)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Messenger Hymns and Love Your Enemies Publishing (Administered by Music Services, Inc.)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8579A6-F40B-1A3E-B86E-8261F8A93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CDA21B-FE9E-0E98-A953-DC57E447D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love could remember,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wrongs we have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Omniscient all-knowing,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counts not their sum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232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400D9-91AC-C740-378B-4CA05FD1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49C6225-A45A-181F-6FC7-92A1B7714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Thrown into a sea,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without bottom or shore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60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942B7-048B-66A4-83B8-8FD107193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8A517A-BB0F-4CC6-0F2F-56379A366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66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3A98D-D0B9-D960-1235-F74B6EB22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A0ED31-74E0-F379-5957-AFDB3FA1A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patience would wait as we constantly roam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Father so tender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calling us home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80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0B8B3-FF34-E99C-D5CC-C97B7EBA1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05550C-EE96-53CE-8827-C61B7C303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welcomes the weakest,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vilest, the poor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857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0F6E0-FEFA-9F57-1DF6-F215E4467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D44CC7-EBEF-5573-A5E0-482C17167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110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D036F9-AB35-4E75-9880-ADCDD5BD4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E7E448-C72E-8A6E-E063-E00AE7468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riches of kindness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lavished on 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blood was the payment,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life was the cost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A5CBD-9433-55FB-9219-617D6ADC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D5CFD7-2E17-B8A9-AD4D-18068B5D0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stood 'neath a debt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never afford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430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4477A-88DB-79D4-D478-C0ADA1A2A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F35AD6-7068-BA91-8DAE-3E2CB44CE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892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CB5B05-60DD-0AE2-4925-9C5448D14FA5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by Thomas Obediah Chisholm (1923)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by William Marion Runyan (1923)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984112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my Father,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 shadow of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turning with Thee;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863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B92D7C-9B3D-36BE-2A92-B630F888C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9AE605-E414-C881-4BA7-83888F234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changest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not,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compassions they fail not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Thou has been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 forever wilt be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792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93CDB-2CC5-53CE-1BA5-5C762F03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81FCEA-2A31-B8F3-0D1F-15324CDE8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mercies I see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82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2891CD-33FD-757B-0371-0D19D805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8F7A6-D8DB-2F62-8AE7-FD1B5ABC4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hand hath provided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unto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571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81C8B-BFCE-C448-1A7F-71CB57DB8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CCBC7ED-649C-0A61-0B41-8416645E3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Summer and winter,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springtime and harvest,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Sun, moon and stars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their courses above,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23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3042F-9C3A-2CD8-4998-B9AFA49F2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C9348D-4A21-24DD-EF73-FD7A0DD2C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Join with all nature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manifold witness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Thy great faithfulness,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mercy and love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055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8BB1A9-B259-1F6D-0C35-7651E5FCC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6CFF17E-1E73-904E-96F5-79ADF01415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mercies I see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029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5BCB2-8358-4245-BBC7-8AFE8BE4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BE7EE6-F8B1-D33F-2C9D-5EE4BE8F9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hand hath provided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unto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739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DA6C0-29C9-1A03-FC53-4ADBD533D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105FC12-F141-0CA8-3ED5-735205CD3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Pardon for sin and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peace that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endureth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own dear presence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cheer and to guide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227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7D0555-FD6D-E95A-AE68-E561BA5A5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9B7DEE-46A5-4B50-2BD3-C828E603A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Strength for today and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bright hope for tomorrow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Blessings all mine,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ten thousand beside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802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60227-F9D2-33D8-6EFD-67D99E1BF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A216EB-3556-F91E-AA65-EA93096E6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mercies I see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6674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9F699B-BD28-A24A-F26E-F5EC13376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DC897F-4D2A-5AE0-4BF0-061D058B5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hand hath provided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unto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56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46CEB0-F801-400C-A01E-A09C087CE579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by Lenny LeBlanc &amp; Paul Baloche (1999)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1999 Integrity's Hosanna! Music;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Leadworship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Songs;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LenSongs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Publishing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254142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created things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421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651F1-1A6E-2681-9C11-0CDA87E9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E373EA-4CD3-9B45-F6CF-F7C848197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the ways of man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world began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458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5E8CA5-EF85-81D1-15AC-42FECA661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A2A2D0-7760-6CD3-523B-F4004DA8C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thrones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world has ever known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187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AF942-B436-51AB-CA12-8DC4B394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A0355C-4635-F50B-CF1F-55C1B3CDA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treasures of the earth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You're worth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6596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ECD6A-CD3D-15F6-2859-D0CE059E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FEBB13-E2CE-D684-3F22-3F32FC7F2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7441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79778-7F8B-C02D-42F9-65001A962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1350C3-D8B0-EA5D-5380-94D684D62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695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8C262-A7F1-1410-BE86-892F3AC7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7D0DA7-2AE4-6996-B0EB-8D0B367D2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created things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7323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D92D3-1020-C6A5-49FE-CA7A29BBE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2DCAFD-64C2-92D9-6419-261658D95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the ways of man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world began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4459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A7A80-9ED1-454B-0352-982E34C13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63940D-20BD-7ECB-35A8-0FE5ED699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thrones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world has ever known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0498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D4E60-EFDF-6155-96D4-9BB98E4D8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4FC6E3-A712-7335-0734-5EF03A6B0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treasures of the earth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You're worth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541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D4F0E-1E16-45FB-D7B8-3F01D870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6F008F-61F8-FB01-F4AF-6675F3A4F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243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806D7-7575-43DC-BF21-0FC76B77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2BD1AD-BA61-4FEA-56A6-B56F0985B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8648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1C567-6B2E-66FD-6E89-84B9E817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8A5A45-8D05-EA9E-8783-B27C93B34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0687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9A099-1CD3-723E-73DC-706FC485F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12B184-512D-CACB-5A2F-7340CB873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574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274E94-22FB-E42A-0871-576BECB98A35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by Dustin Smith, Jonny Robinson, Michael Farren, Rich Thompson (2016)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2016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CityAlight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Music; Farren Love And War Publishing; Integrity's Alleluia! Music; Integrity's Praise! Music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5755001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 every king bow down?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6630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E0791-67E3-8CB8-8380-7FDAF04CA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A65B64-51FF-E035-444F-FAA85C9C5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 and darkness trembles?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5221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47366-A699-A10E-050D-F704736F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DE44FB-9436-CA0D-2A96-F69538D45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splendor outshines the sun?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9552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092D0-5D70-DEF1-D650-FC84A7D34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44855D-7FB6-B2AE-DC77-5654365D1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4179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29CD6-3D7B-FB92-65F3-B36487F4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95AA76-077A-4401-C9F5-32D244FF5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7650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FF24D-CB20-ABB9-A190-FF91F438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E732B3-5A1D-3EE6-C01D-01E37787B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2222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1DBCCA-199D-ED67-42B4-6E3B0AB21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4BA1D1-E685-6F05-6042-2CECDDD64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0220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E1EFE-F10A-E9ED-41E5-A7770B322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B5B93A-BD74-54C0-EA09-66A4BA7AB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 remains undefeated?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2514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8692D-7699-6A7C-D67D-7BFB2B15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F7054B-298D-A845-448B-20737D382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1985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BEAFB-2BA3-0BFC-6D1F-7B91E909C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41ECB9-4F26-CBAE-4395-772C5B01B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3021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7429C-2B62-9182-A831-909102AC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54726C-16EB-D47C-BBB9-E334351E8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 from my failing?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4783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0BA1F-BE5B-44F2-0032-DC294FBE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CAEAA8-C17C-F219-AB92-F72B63024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my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7894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5BC42-DFAD-8CEE-03C7-E5F95ED4F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679423-1849-2C21-281F-7D5E48575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2697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08039-7270-64D2-2350-183B1FD4F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A2E6CD-17BD-ECD7-4C67-89389C804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6238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CCD99-6A86-93D3-1A31-48E533002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74820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‘Tis </a:t>
            </a:r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Sweet </a:t>
            </a:r>
            <a:r>
              <a:rPr lang="en-US" sz="6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</a:t>
            </a:r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</a:t>
            </a:r>
            <a:r>
              <a:rPr lang="en-US" sz="6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rust </a:t>
            </a:r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7D249-FDD7-AFE6-AFC7-753B44B95B7A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by Louisa M.R. Stead (1882)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by William J. Kirkpatrick (1882)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5025577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Tis so sweet to trust in Jesus;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take Him at His word,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rest upon His promise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to know, "Thus saith the Lord."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1633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o'er and o’er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ADE14-CF3F-D9D2-1ACF-F6970B18A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4F745D-DF94-CDE0-9229-6FB2B5E2C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how sweet to trust in Jesus;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trust His cleansing blood,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simple faith to plunge 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'neath the healing,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cleansing flood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4944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CBA6D4-1A6C-F388-781A-724EFEF1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E78BC8-941B-4F49-1117-9E287D051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o'er and o’er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5446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09D43-8BE3-0540-30B9-F4454AB26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54686F-3513-E968-9305-1A03FBDD9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Yes, 'tis sweet to trust in Jesus;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from sin and self to cease,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from Jesus simply taking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Life and rest, and joy and peace</a:t>
            </a:r>
          </a:p>
        </p:txBody>
      </p:sp>
    </p:spTree>
    <p:extLst>
      <p:ext uri="{BB962C8B-B14F-4D97-AF65-F5344CB8AC3E}">
        <p14:creationId xmlns:p14="http://schemas.microsoft.com/office/powerpoint/2010/main" val="4825472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6F7CEA-FB07-7913-DCA2-4CC1D828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85F47B-1085-F1E7-36AA-5DC9EC207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o'er and o’er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1CF810-E07A-8E1E-88FD-A10AD65F9DFD}"/>
              </a:ext>
            </a:extLst>
          </p:cNvPr>
          <p:cNvSpPr txBox="1"/>
          <p:nvPr/>
        </p:nvSpPr>
        <p:spPr>
          <a:xfrm>
            <a:off x="7390614" y="6488668"/>
            <a:ext cx="175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CCLI#7102397</a:t>
            </a:r>
          </a:p>
        </p:txBody>
      </p:sp>
    </p:spTree>
    <p:extLst>
      <p:ext uri="{BB962C8B-B14F-4D97-AF65-F5344CB8AC3E}">
        <p14:creationId xmlns:p14="http://schemas.microsoft.com/office/powerpoint/2010/main" val="3677062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1181</Words>
  <Application>Microsoft Macintosh PowerPoint</Application>
  <PresentationFormat>On-screen Show (4:3)</PresentationFormat>
  <Paragraphs>338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7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2026-08-08T17:52:53Z</dcterms:modified>
</cp:coreProperties>
</file>