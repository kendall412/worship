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4" r:id="rId4"/>
    <p:sldId id="282" r:id="rId5"/>
    <p:sldId id="283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281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50" r:id="rId43"/>
    <p:sldId id="320" r:id="rId44"/>
    <p:sldId id="321" r:id="rId45"/>
    <p:sldId id="322" r:id="rId46"/>
    <p:sldId id="351" r:id="rId47"/>
    <p:sldId id="323" r:id="rId48"/>
    <p:sldId id="324" r:id="rId49"/>
    <p:sldId id="325" r:id="rId50"/>
    <p:sldId id="352" r:id="rId51"/>
    <p:sldId id="326" r:id="rId52"/>
    <p:sldId id="327" r:id="rId53"/>
    <p:sldId id="328" r:id="rId54"/>
    <p:sldId id="353" r:id="rId55"/>
    <p:sldId id="329" r:id="rId56"/>
    <p:sldId id="330" r:id="rId57"/>
    <p:sldId id="331" r:id="rId58"/>
    <p:sldId id="279" r:id="rId59"/>
    <p:sldId id="354" r:id="rId60"/>
    <p:sldId id="332" r:id="rId61"/>
    <p:sldId id="333" r:id="rId62"/>
    <p:sldId id="355" r:id="rId63"/>
    <p:sldId id="356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872"/>
    <p:restoredTop sz="94835"/>
  </p:normalViewPr>
  <p:slideViewPr>
    <p:cSldViewPr snapToGrid="0">
      <p:cViewPr varScale="1">
        <p:scale>
          <a:sx n="99" d="100"/>
          <a:sy n="99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Way Maker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Osinachi Kalu Okoro </a:t>
            </a:r>
            <a:r>
              <a:rPr lang="en-US" dirty="0" err="1">
                <a:solidFill>
                  <a:schemeClr val="bg1"/>
                </a:solidFill>
              </a:rPr>
              <a:t>Egbu</a:t>
            </a:r>
            <a:r>
              <a:rPr lang="en-US" dirty="0">
                <a:solidFill>
                  <a:schemeClr val="bg1"/>
                </a:solidFill>
              </a:rPr>
              <a:t> (2016)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2016 Integrity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moving in our midst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E9F4E-C3F7-B9A6-D1A7-CCE3FB5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D94CD6-6EC0-2C49-3E5A-258DE4B84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working in this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98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42F58-2D1A-6554-DCB2-A560F3A2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E7DA3C-592B-A58B-B894-B45DCA9AA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4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17939-6429-18A0-4DE9-ACF7243AF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7DB1AF-0C10-1A11-49F9-5560CDC40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6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A17EB-0C0F-C6A3-4CC3-69C9E331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824FE3-7BB9-6AFB-4C39-D8FC9FFC5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touching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40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B97D0-2768-2CCF-29C0-66C0747F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712452-BEBF-66AA-F013-1C684FEB2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21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8C40D-E906-E604-7F17-63611B9B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5CC5BA-777C-EFE0-6319-88654B385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turning lives around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95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794B0-DF6F-16D4-2907-1974A92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11C2D7-7A47-DAB1-F8FE-702C2AA0B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mending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7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62F47-3AC3-FEA4-0C2E-662C618C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D0797B-4862-8BF0-95FC-DD6E86D8D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5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A33A3-B748-9791-D3A9-544655B2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926612-64ED-8667-72A2-CAE6682D9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15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0CE5-7569-1DA4-34A8-8A019CC6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86C551-F6FF-8CC6-CAFA-E242F2BCE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96825-5E1A-D6C6-CAC6-CB600AE9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84F368-857A-2CB5-8303-1208F1586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66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EF49F-8042-303E-6BA7-E69F2FFD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8EF642-10BD-0129-77CB-DB1659DC1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7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8063E-7BE6-D793-DCEE-3E212366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CAA5E4-099A-524A-EBB0-BB1D97A91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2" y="213360"/>
            <a:ext cx="7746134" cy="641926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see it, You're working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1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565D3-FAC9-5896-900E-911D4D39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4287A8-5264-C8B4-618C-E4289F16D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42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9EB7F-F5E8-F3FF-9B5F-89DDAB2A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924486-EA46-A47E-AC9A-A782DE721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57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7D106-C228-2F54-4F98-CE4ACE37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A0F66C-F099-13DB-5CBD-F2DCEE0C8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561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Darlene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Zschech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(1993)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1993, Wondrous Worship, Published By: Hope Publishing Company (2001)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290643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there is none like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49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B3C7D-EC37-600A-E9CC-6DA30C1F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5E7F53-C1DC-149F-246B-6B7464F3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want to praise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mighty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64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8BAB5-A43B-7870-0415-C208306F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C5AFA5-B2E3-3853-9A86-A699011F4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shelter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8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ACC88-667D-D121-EF4C-0C160C41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DCB3EE-2D1A-DD53-BFDC-95BA8FE81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I am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381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AAA14-E550-FB99-239E-DD49E136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32147A-042F-42E6-1F88-580FD148C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40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BE3B9-F86B-CFDA-BE9D-EAC675BF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43866D-FEB1-560E-028F-87153820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13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C9987-3F18-C0A4-0BB7-BB37CDA5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FC127E-FC14-9A2C-3CD7-EE4608D0A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41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ABCDF-8700-E38D-B694-C06747D7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FA265C-F947-F20D-D109-28A02BB8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23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8E957-1290-9BF4-9D40-E1A86640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A37D77-25B4-617C-5C9C-A01CFB87D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there is none like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509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3DF0F-3472-707B-6A82-EFCA9197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7BF59F-C765-6F10-217E-CCFF6A516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want to praise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mighty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246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52542-CA61-C9E8-6BA7-DB7251D5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123C49-8AE6-D1B4-6BA3-0155F5387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shelter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53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176C5-5A33-0A9A-09CF-5756C394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41DB54-A9F7-5913-D2C1-CB5BEB8B7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I am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906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E780D-EF32-DDC7-062F-962513AC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0820D1-28C1-0E60-E432-B30335F13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799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97875-8E7B-F06A-A412-6FC933B3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C574F0-C095-735E-DD33-F1386A6C8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831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2398E-823A-93C5-17AE-63F40C9C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85ABD5-05A8-077B-C49B-C975BCECE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26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BD2E0-AB2F-BAD5-7787-CE7E47F5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589E34-C4A3-B45A-1640-EDE43A098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530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FA985-C6BC-EC7F-ADB8-D6450320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00C393-37EB-A1EF-71F4-28041E9A8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77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8AA05-4A98-DA00-6D47-429DAC7C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FC0766-2D5D-0029-8495-E4C6ECB68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237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B0C70-BB04-CCD9-2C7B-1EF287BF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F427F6-8A8A-F39C-F766-DB6513C16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08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851CA-6D76-3012-2265-CD1E1440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070EBE-E468-0232-C7C7-8BFB46510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525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C3F84-7CD6-C8FC-E1D7-5140DCEA942D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Matt Boswell and Matt Papa in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Messenger Hymns and Love Your Enemies Publishing (Administered by Music Services, Inc.)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3713872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217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5A513-637B-C2B6-C88D-F4AC4F0E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C2DD1A-506B-90A2-1E57-48083D117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3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579A6-F40B-1A3E-B86E-8261F8A9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CDA21B-FE9E-0E98-A953-DC57E447D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326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400D9-91AC-C740-378B-4CA05FD1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9C6225-A45A-181F-6FC7-92A1B7714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0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942B7-048B-66A4-83B8-8FD10719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8A517A-BB0F-4CC6-0F2F-56379A366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661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44B4B-8BF0-09F1-5969-BDC4CA63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B49DEE-8B61-A563-8E26-5C8D9B0FF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054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3A98D-D0B9-D960-1235-F74B6EB2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ED31-74E0-F379-5957-AFDB3FA1A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067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0B8B3-FF34-E99C-D5CC-C97B7EBA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550C-EE96-53CE-8827-C61B7C303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57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0F6E0-FEFA-9F57-1DF6-F215E446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44CC7-EBEF-5573-A5E0-482C17167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104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C9F47-3F39-DB8B-7E49-8802582B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85E567-EE04-1F20-1450-FAA9CD3CE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5630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036F9-AB35-4E75-9880-ADCDD5BD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E448-C72E-8A6E-E063-E00AE7468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A5CBD-9433-55FB-9219-617D6ADC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D5CFD7-2E17-B8A9-AD4D-18068B5D0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306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477A-88DB-79D4-D478-C0ADA1A2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F35AD6-7068-BA91-8DAE-3E2CB44C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92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99D6A-9743-D944-13B5-8563E193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CA1F0D-E3AB-0DCC-93B4-E23C5410E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15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  <a:endParaRPr lang="en-US" sz="6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88B23-76CC-E51D-D29D-B12723E5C046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Chris Tomlin, Jesse Reeves, and Ed Cash (2004)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Capitol CMG Publishing and Music Services, Inc. (includes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songs, and Wondrously Made Songs)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0701989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splendor of a King,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clothed in majesty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all the earth rejoice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rejoice</a:t>
            </a:r>
          </a:p>
        </p:txBody>
      </p:sp>
    </p:spTree>
    <p:extLst>
      <p:ext uri="{BB962C8B-B14F-4D97-AF65-F5344CB8AC3E}">
        <p14:creationId xmlns:p14="http://schemas.microsoft.com/office/powerpoint/2010/main" val="1342514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6B110-3E10-4B53-3F11-46094839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EC68E-D63E-8B02-7D47-D19225E4A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wraps himself in Light,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darkness tries to hide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trembles at His voice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Trembles at His voice</a:t>
            </a:r>
          </a:p>
        </p:txBody>
      </p:sp>
    </p:spTree>
    <p:extLst>
      <p:ext uri="{BB962C8B-B14F-4D97-AF65-F5344CB8AC3E}">
        <p14:creationId xmlns:p14="http://schemas.microsoft.com/office/powerpoint/2010/main" val="26068745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with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86EF5-30A6-2D8F-21AA-3E6E75DB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4AC2CA-4F17-FE10-40A4-F76A3489A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will see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31774380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FA173-46CA-7AAB-1569-E660F5F7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499E7-A73A-4ADF-789E-FDCCFF5BB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to age He stands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time is in His hands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</a:t>
            </a:r>
          </a:p>
        </p:txBody>
      </p:sp>
    </p:spTree>
    <p:extLst>
      <p:ext uri="{BB962C8B-B14F-4D97-AF65-F5344CB8AC3E}">
        <p14:creationId xmlns:p14="http://schemas.microsoft.com/office/powerpoint/2010/main" val="18045823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BC40A-771C-B3EC-CBD3-9C9893E6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A380D5-292A-BC7C-23D6-50F16723F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Godhead Three in 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Father Spirit Son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</a:t>
            </a:r>
          </a:p>
        </p:txBody>
      </p:sp>
    </p:spTree>
    <p:extLst>
      <p:ext uri="{BB962C8B-B14F-4D97-AF65-F5344CB8AC3E}">
        <p14:creationId xmlns:p14="http://schemas.microsoft.com/office/powerpoint/2010/main" val="80884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31F24-B59A-EC3A-6ED9-0375A10F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8E6D50-8BC8-F0C8-DB18-856E61CA4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with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</p:txBody>
      </p:sp>
    </p:spTree>
    <p:extLst>
      <p:ext uri="{BB962C8B-B14F-4D97-AF65-F5344CB8AC3E}">
        <p14:creationId xmlns:p14="http://schemas.microsoft.com/office/powerpoint/2010/main" val="41098222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C8BE5-C3F0-2BD7-3862-91B6254C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AF28F3-7B2C-3F01-053C-61A578ADA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will see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17733224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6CEB0-F801-400C-A01E-A09C087CE57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Lenny LeBlanc &amp; Paul Baloche (1999)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1999 Integrity's Hosanna!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Leadworship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LenSongs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9960459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100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1230</Words>
  <Application>Microsoft Macintosh PowerPoint</Application>
  <PresentationFormat>On-screen Show (4:3)</PresentationFormat>
  <Paragraphs>387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28</cp:revision>
  <dcterms:created xsi:type="dcterms:W3CDTF">2025-11-12T03:26:12Z</dcterms:created>
  <dcterms:modified xsi:type="dcterms:W3CDTF">2026-10-09T04:29:02Z</dcterms:modified>
</cp:coreProperties>
</file>