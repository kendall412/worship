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5" r:id="rId3"/>
    <p:sldId id="259" r:id="rId4"/>
    <p:sldId id="261" r:id="rId5"/>
    <p:sldId id="263" r:id="rId6"/>
    <p:sldId id="266" r:id="rId7"/>
    <p:sldId id="264" r:id="rId8"/>
    <p:sldId id="262" r:id="rId9"/>
    <p:sldId id="267" r:id="rId10"/>
    <p:sldId id="270" r:id="rId11"/>
    <p:sldId id="268" r:id="rId12"/>
    <p:sldId id="269" r:id="rId13"/>
    <p:sldId id="256" r:id="rId14"/>
    <p:sldId id="284" r:id="rId15"/>
    <p:sldId id="276" r:id="rId16"/>
    <p:sldId id="285" r:id="rId17"/>
    <p:sldId id="286" r:id="rId18"/>
    <p:sldId id="287" r:id="rId19"/>
    <p:sldId id="288" r:id="rId20"/>
    <p:sldId id="281" r:id="rId21"/>
    <p:sldId id="274" r:id="rId22"/>
    <p:sldId id="282" r:id="rId23"/>
    <p:sldId id="283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323" r:id="rId34"/>
    <p:sldId id="324" r:id="rId35"/>
    <p:sldId id="277" r:id="rId36"/>
    <p:sldId id="325" r:id="rId37"/>
    <p:sldId id="326" r:id="rId38"/>
    <p:sldId id="327" r:id="rId39"/>
    <p:sldId id="298" r:id="rId40"/>
    <p:sldId id="299" r:id="rId41"/>
    <p:sldId id="328" r:id="rId42"/>
    <p:sldId id="30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93"/>
    <p:restoredTop sz="94658"/>
  </p:normalViewPr>
  <p:slideViewPr>
    <p:cSldViewPr snapToGrid="0">
      <p:cViewPr varScale="1">
        <p:scale>
          <a:sx n="113" d="100"/>
          <a:sy n="113" d="100"/>
        </p:scale>
        <p:origin x="1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166255"/>
            <a:ext cx="11388436" cy="6567053"/>
          </a:xfrm>
        </p:spPr>
        <p:txBody>
          <a:bodyPr>
            <a:no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  <a:latin typeface="Avenir Book" panose="02000503020000020003" pitchFamily="2" charset="0"/>
              </a:rPr>
              <a:t>Hosanna</a:t>
            </a: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1ADBE-FC35-54CD-983B-8FE364A0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5080-879F-AB91-1371-2CE788992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Verse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6914E-E381-4BDD-55FC-EC2C20BFE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Praise is rising, eyes are 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C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Hope is stirring, hearts are yearning for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G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long for You</a:t>
            </a:r>
          </a:p>
        </p:txBody>
      </p:sp>
    </p:spTree>
    <p:extLst>
      <p:ext uri="{BB962C8B-B14F-4D97-AF65-F5344CB8AC3E}">
        <p14:creationId xmlns:p14="http://schemas.microsoft.com/office/powerpoint/2010/main" val="2068714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BB3E0-6ECD-4B01-25DB-B88E76CA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9700-242A-8DF5-A676-275DCBDE7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Pre-Chorus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90C93-4119-10B3-277C-C678FB486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2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97590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96562"/>
            <a:ext cx="11246735" cy="6215449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ED1C6-8090-A96C-6695-9C21334C69F1}"/>
              </a:ext>
            </a:extLst>
          </p:cNvPr>
          <p:cNvSpPr txBox="1"/>
          <p:nvPr/>
        </p:nvSpPr>
        <p:spPr>
          <a:xfrm>
            <a:off x="9969817" y="6277231"/>
            <a:ext cx="213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133002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F235D-AE38-2D22-EF3F-B7A9ABB5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E1F9-0E06-9E49-4B5D-A1794F99D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Verse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071A1-A709-8D52-8851-9BD28B97E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C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Hear the sound of hearts returning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turn to You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   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In Your kingdom broken lives are made new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make us new</a:t>
            </a:r>
          </a:p>
        </p:txBody>
      </p:sp>
    </p:spTree>
    <p:extLst>
      <p:ext uri="{BB962C8B-B14F-4D97-AF65-F5344CB8AC3E}">
        <p14:creationId xmlns:p14="http://schemas.microsoft.com/office/powerpoint/2010/main" val="2496880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E8D88-D092-9666-D968-65A1A974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16DC-8FC9-2A67-A90B-4A9240D1E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Pre-Chorus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28EB23-FD38-7801-5BDE-85C9DEDD2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2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336848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2DBC6-DAEB-C0FB-13A4-CB4D2971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5CB3-9C53-22BC-C4B0-F523CFD4A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827AA-9AA3-F6AE-8CE0-8CBCF323E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6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CA8AD-850C-909F-1318-65FB8B56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E63D-3243-8BE5-50D5-96713B873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8F5C2-0EC0-0D97-FBEB-AF3A71E53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G                 D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Em                C  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372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870E8-72B2-22C7-588E-BB2286B4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A7CB3-1DA1-C646-D861-3B87F377A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Pre-Chorus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B346C-470C-43DF-5AFD-F13FC092E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2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</p:txBody>
      </p:sp>
    </p:spTree>
    <p:extLst>
      <p:ext uri="{BB962C8B-B14F-4D97-AF65-F5344CB8AC3E}">
        <p14:creationId xmlns:p14="http://schemas.microsoft.com/office/powerpoint/2010/main" val="431289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2B363-D4DA-8709-AFF7-08C3C47ED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E152-C8C3-6E60-57A1-E8C1287C5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Pre-Chorus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5B3E8-70E2-CE39-012C-8C5B0E8D4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 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D</a:t>
            </a:r>
          </a:p>
          <a:p>
            <a:pPr algn="l"/>
            <a:r>
              <a:rPr lang="en-US" sz="32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when we see You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         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C                              G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We find strength to face the day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 </a:t>
            </a:r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D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And in Your presence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C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All our fears are washed away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D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washed  away</a:t>
            </a:r>
          </a:p>
        </p:txBody>
      </p:sp>
    </p:spTree>
    <p:extLst>
      <p:ext uri="{BB962C8B-B14F-4D97-AF65-F5344CB8AC3E}">
        <p14:creationId xmlns:p14="http://schemas.microsoft.com/office/powerpoint/2010/main" val="6411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A8A91-DF8B-60F3-591C-C1550E6D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CADE-3BBE-1EE8-9F2B-B5E4D756D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EBEB0-8A0D-8AF5-8E71-5A9992AE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G             D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 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You are the God who saves us,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worthy of all our praises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992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B9480-CC4D-60A9-30EB-47924A6C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085A2-0E1A-6A25-8891-C8B3CEF17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D0AF9-8A1F-EE0A-C826-492EA5C6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G             Em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Hosanna, hosanna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G                 D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Come have Your way among us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Em                C</a:t>
            </a:r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We welcome You here Lord Jesus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8E298-AAEB-671D-2DA3-3C0D5A5EA45D}"/>
              </a:ext>
            </a:extLst>
          </p:cNvPr>
          <p:cNvSpPr txBox="1"/>
          <p:nvPr/>
        </p:nvSpPr>
        <p:spPr>
          <a:xfrm>
            <a:off x="9969817" y="6277231"/>
            <a:ext cx="213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play x2 END</a:t>
            </a:r>
          </a:p>
        </p:txBody>
      </p:sp>
    </p:spTree>
    <p:extLst>
      <p:ext uri="{BB962C8B-B14F-4D97-AF65-F5344CB8AC3E}">
        <p14:creationId xmlns:p14="http://schemas.microsoft.com/office/powerpoint/2010/main" val="2163062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6576263" cy="1208141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Tis So Sweet To Trust in Jesus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Tis so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D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take Him at His word,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rest upon His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C  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to know, "Thus saith the Lord."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C804A2-73E0-1DA7-1F04-6BCBF8B8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3005EB-B013-5650-6226-CE25FB309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how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trust His cleansing blood,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simple faith to plunge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           D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'neath the healing, cleansing flood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517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F3876-2BC2-62AC-4A25-D3389D9F3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DE13D0-46E8-C844-659A-7CADD6CFA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</p:spTree>
    <p:extLst>
      <p:ext uri="{BB962C8B-B14F-4D97-AF65-F5344CB8AC3E}">
        <p14:creationId xmlns:p14="http://schemas.microsoft.com/office/powerpoint/2010/main" val="2753217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C2650-9F48-85B8-65A0-E7E6A5F82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F1228D-1EFE-449B-1628-69B22F7E0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Yes, 'tis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sin and self to cease,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Jesus simply taking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C             D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Life and rest, and joy and peace.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679386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3E254-7DB3-2B71-79C4-3A367FC2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9EF6B2-6B05-70E1-2EE7-BBC14C0C8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74ABEA-A731-76A7-4FD3-64BF331CBF60}"/>
              </a:ext>
            </a:extLst>
          </p:cNvPr>
          <p:cNvSpPr txBox="1"/>
          <p:nvPr/>
        </p:nvSpPr>
        <p:spPr>
          <a:xfrm>
            <a:off x="10962255" y="6109102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626434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07FF3-ED51-42B0-B272-1B4F50EF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8280D-74D2-D21D-CA1B-5C1389428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0" r="17526" b="739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53A56-E25A-8265-17BC-0939A7C5C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000" i="1" dirty="0">
                <a:latin typeface="Avenir Oblique" panose="02000503020000020003" pitchFamily="2" charset="0"/>
                <a:ea typeface="Bodoni Ornaments" pitchFamily="2" charset="0"/>
              </a:rPr>
              <a:t>Praise To The Lord The Almighty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636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       Em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the Almighty, the King of creation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Am                  Em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for He is thy health and salvation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D     G  Am Em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9FE4C-AB15-F92A-83D7-A1992E56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8A5CAC-F4EA-6A0A-92FD-9F5E46777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Am   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o’er all things so wondrously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reigneth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Am           Em 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Shelters thee under His wings, yea, so gently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sustaineth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Hast thou not seen how thy desires e’er have been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D             G  Am  Em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Granted in what He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ordaineth</a:t>
            </a:r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0501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04DFA-E10F-241C-10DC-E5670D5A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AAAEDF-9D95-1EDB-3978-04FEA487F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Am    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doth prosper thy work and defend thee;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Em             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Surely His goodness and mercy here daily attend thee;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Ponder anew what the Almighty can do,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D       G  Am  Em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with His love He befriend thee</a:t>
            </a:r>
          </a:p>
        </p:txBody>
      </p:sp>
    </p:spTree>
    <p:extLst>
      <p:ext uri="{BB962C8B-B14F-4D97-AF65-F5344CB8AC3E}">
        <p14:creationId xmlns:p14="http://schemas.microsoft.com/office/powerpoint/2010/main" val="3029662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8C935-8A55-EBD5-0993-5BDC54C9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AAE9D0-C9A2-EA5C-DDD8-172BB8077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Am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O let all that is in me adore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     Am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hath life and breath, come now with praises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 Amen sound from His people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D        G  Am  Em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Gladly for aye we adore Him</a:t>
            </a:r>
          </a:p>
        </p:txBody>
      </p:sp>
    </p:spTree>
    <p:extLst>
      <p:ext uri="{BB962C8B-B14F-4D97-AF65-F5344CB8AC3E}">
        <p14:creationId xmlns:p14="http://schemas.microsoft.com/office/powerpoint/2010/main" val="1608373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A8867-22FC-29CE-10EB-8F2EE781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522581-B5D8-B054-E72A-7B7600BB9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      Em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the Almighty, the King of creation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</a:t>
            </a:r>
            <a:r>
              <a:rPr lang="en-US" sz="28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Em</a:t>
            </a:r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for He is thy health and salvation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D     G  Am  Em  C (x2 end in G)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F96C58-04C3-BBCD-0CE0-6C757C065163}"/>
              </a:ext>
            </a:extLst>
          </p:cNvPr>
          <p:cNvSpPr txBox="1"/>
          <p:nvPr/>
        </p:nvSpPr>
        <p:spPr>
          <a:xfrm>
            <a:off x="10903875" y="6179950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78331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 Stand Amazed in the Presence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05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Jesus the Nazarene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wonder how He could love me,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D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sinner, condemned, unclean.</a:t>
            </a:r>
          </a:p>
        </p:txBody>
      </p:sp>
    </p:spTree>
    <p:extLst>
      <p:ext uri="{BB962C8B-B14F-4D97-AF65-F5344CB8AC3E}">
        <p14:creationId xmlns:p14="http://schemas.microsoft.com/office/powerpoint/2010/main" val="2273811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3109852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9B697-C955-8929-B13A-EF8BCDAD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5A0F67-AE7D-7B50-CD03-8D69CDB73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took my sins and my sorrows;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made them His very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bore the burden to Calvary,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D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suffered and died alone</a:t>
            </a:r>
          </a:p>
        </p:txBody>
      </p:sp>
    </p:spTree>
    <p:extLst>
      <p:ext uri="{BB962C8B-B14F-4D97-AF65-F5344CB8AC3E}">
        <p14:creationId xmlns:p14="http://schemas.microsoft.com/office/powerpoint/2010/main" val="3171971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4C427-EB31-1FCA-0E2D-2E20B1CF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662E-1B4A-F57A-C7F5-EFEE6E1FC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3487407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64903-A72F-68AE-28CD-CA9A9F94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30622F-8745-A195-2576-EBD60F643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with the ransomed in glory,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face I at last shall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       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’Twill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be my joy through the ages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D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of His love for me</a:t>
            </a:r>
          </a:p>
        </p:txBody>
      </p:sp>
    </p:spTree>
    <p:extLst>
      <p:ext uri="{BB962C8B-B14F-4D97-AF65-F5344CB8AC3E}">
        <p14:creationId xmlns:p14="http://schemas.microsoft.com/office/powerpoint/2010/main" val="4076461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AA134-1261-AB8F-6262-F1113AC1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6A1FAF-F546-8A9B-B7FA-8785E2DE2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F1F59-D2E7-3F36-19B3-040E10C6F7D5}"/>
              </a:ext>
            </a:extLst>
          </p:cNvPr>
          <p:cNvSpPr txBox="1"/>
          <p:nvPr/>
        </p:nvSpPr>
        <p:spPr>
          <a:xfrm>
            <a:off x="11153552" y="6273225"/>
            <a:ext cx="103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69729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88C09-3A26-A7C0-972E-A00D092E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D1AD-9BA5-5279-DCE6-9751FE20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3146943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464584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               C       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3681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07D70-9136-2D21-FAB5-2F1D9797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488AF1-1A9F-5E29-7619-4887A868F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6843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E6E1-3FFD-7C26-239E-DA4BE44A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8FD1C5-E0F7-8987-8AF0-8FE910D5F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707BE-8340-8280-7CCC-55B0444C76AD}"/>
              </a:ext>
            </a:extLst>
          </p:cNvPr>
          <p:cNvSpPr txBox="1"/>
          <p:nvPr/>
        </p:nvSpPr>
        <p:spPr>
          <a:xfrm>
            <a:off x="10565027" y="6273225"/>
            <a:ext cx="142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0700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1402</Words>
  <Application>Microsoft Macintosh PowerPoint</Application>
  <PresentationFormat>Widescreen</PresentationFormat>
  <Paragraphs>335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Aptos</vt:lpstr>
      <vt:lpstr>Aptos Display</vt:lpstr>
      <vt:lpstr>Arial</vt:lpstr>
      <vt:lpstr>Avenir Book</vt:lpstr>
      <vt:lpstr>Avenir Book Oblique</vt:lpstr>
      <vt:lpstr>Avenir Medium</vt:lpstr>
      <vt:lpstr>Avenir Oblique</vt:lpstr>
      <vt:lpstr>Calibri</vt:lpstr>
      <vt:lpstr>Office Theme</vt:lpstr>
      <vt:lpstr>PowerPoint Presentation</vt:lpstr>
      <vt:lpstr>Verse 1</vt:lpstr>
      <vt:lpstr>Pre-Chorus</vt:lpstr>
      <vt:lpstr>PowerPoint Presentation</vt:lpstr>
      <vt:lpstr>Verse 2</vt:lpstr>
      <vt:lpstr>Pre-Chorus</vt:lpstr>
      <vt:lpstr>Chorus 1</vt:lpstr>
      <vt:lpstr>Chorus 2</vt:lpstr>
      <vt:lpstr>Pre-Chorus</vt:lpstr>
      <vt:lpstr>Pre-Chorus</vt:lpstr>
      <vt:lpstr>Chorus 1</vt:lpstr>
      <vt:lpstr>Chorus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Rugged Cross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23</cp:revision>
  <dcterms:created xsi:type="dcterms:W3CDTF">2026-04-04T15:41:28Z</dcterms:created>
  <dcterms:modified xsi:type="dcterms:W3CDTF">2026-07-12T16:32:57Z</dcterms:modified>
</cp:coreProperties>
</file>