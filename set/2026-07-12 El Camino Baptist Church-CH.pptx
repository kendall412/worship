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5" r:id="rId3"/>
    <p:sldId id="259" r:id="rId4"/>
    <p:sldId id="261" r:id="rId5"/>
    <p:sldId id="263" r:id="rId6"/>
    <p:sldId id="266" r:id="rId7"/>
    <p:sldId id="264" r:id="rId8"/>
    <p:sldId id="262" r:id="rId9"/>
    <p:sldId id="267" r:id="rId10"/>
    <p:sldId id="270" r:id="rId11"/>
    <p:sldId id="268" r:id="rId12"/>
    <p:sldId id="269" r:id="rId13"/>
    <p:sldId id="256" r:id="rId14"/>
    <p:sldId id="284" r:id="rId15"/>
    <p:sldId id="276" r:id="rId16"/>
    <p:sldId id="285" r:id="rId17"/>
    <p:sldId id="286" r:id="rId18"/>
    <p:sldId id="287" r:id="rId19"/>
    <p:sldId id="288" r:id="rId20"/>
    <p:sldId id="281" r:id="rId21"/>
    <p:sldId id="274" r:id="rId22"/>
    <p:sldId id="282" r:id="rId23"/>
    <p:sldId id="283" r:id="rId24"/>
    <p:sldId id="289" r:id="rId25"/>
    <p:sldId id="290" r:id="rId26"/>
    <p:sldId id="291" r:id="rId27"/>
    <p:sldId id="292" r:id="rId28"/>
    <p:sldId id="293" r:id="rId29"/>
    <p:sldId id="294" r:id="rId30"/>
    <p:sldId id="295" r:id="rId31"/>
    <p:sldId id="296" r:id="rId32"/>
    <p:sldId id="297" r:id="rId33"/>
    <p:sldId id="323" r:id="rId34"/>
    <p:sldId id="324" r:id="rId35"/>
    <p:sldId id="277" r:id="rId36"/>
    <p:sldId id="325" r:id="rId37"/>
    <p:sldId id="326" r:id="rId38"/>
    <p:sldId id="327" r:id="rId39"/>
    <p:sldId id="298" r:id="rId40"/>
    <p:sldId id="299" r:id="rId41"/>
    <p:sldId id="328" r:id="rId42"/>
    <p:sldId id="300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254"/>
    <p:restoredTop sz="94643"/>
  </p:normalViewPr>
  <p:slideViewPr>
    <p:cSldViewPr snapToGrid="0">
      <p:cViewPr varScale="1">
        <p:scale>
          <a:sx n="103" d="100"/>
          <a:sy n="103" d="100"/>
        </p:scale>
        <p:origin x="184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BD4FF-2D30-D793-E09C-2265A9522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5C6C5-258B-0BA4-5C37-D9434922B2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08B19-C60E-C70B-4330-21A9D6282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86D8A8-340D-19BE-9A86-022B5C6CD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536A7-C12A-5979-A40F-48F68C70C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80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4F5BF-9591-5670-81BB-C2A3F4A71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59989-A1E9-072F-F804-0C6E440B4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EDEB7-B7F9-E8AB-A99F-2C7B15B6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CF828-F074-9423-46B9-CCAC79F84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41E63-4B60-1319-C338-D788C1C8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531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D61E-0ACB-BCD1-6015-F6FA8BFD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DAB054-F01D-A11A-5D12-879CFA929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175A5-DD9C-DD4A-F0D8-F572A0BFB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3723F-3FFD-9885-E219-7BF945F3E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0FF47-E046-5F16-3F93-79FFBBC2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566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1D6A-2AD9-A721-985B-B70E3CDE3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A424E-BA5C-F143-AE77-F89D9DFD4C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F683B8-C143-1249-2242-A20037176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27FB2-BD38-AA7E-701D-C1172828C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EE11C-3539-6326-32A4-48CC8CAB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3D822B-A17C-AB3F-8554-15B506F36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54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A4A06-CDDA-A2BC-600D-0D271BA32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1EB72B-787B-833B-DBCF-92C3E0A3C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E3E5D-CCF9-DD15-3B54-328BE858A3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6F320-E342-10CF-B93B-30060FBB76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3965D1-9DCF-7280-D777-03BA5D2EE8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AE7E94-54BA-E2B4-5FFE-425CF387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F2C67E-CA9A-A5CB-D958-65C667F7F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65078D-61B6-CCD0-B1C3-FBA6456B4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8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CA0A3-92F9-749F-1595-5860D631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9C3F3-6BD4-94DA-B565-D4A30EC56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F8EFA5-B90F-ED4E-1EA2-35D972DA5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1A3C8B-FFC1-FC60-5DAF-C7C392874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19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B9FD5F-8633-C761-AD7C-2C93C7149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3AC18E-962B-9F73-6218-E3D965E2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C4591-7FF1-61D6-352D-9B2C67D94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79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72A3-1F0C-19A4-128F-E700E258D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F5838-206E-D25F-F53D-32A27B0B3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06582E-6356-D546-BB6A-E79FF96BB0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94AC9D-55E6-E1AA-3AB9-64B009C4B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35764-A858-247F-E3EC-57787421E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41DA17-1B66-82B0-50FB-0B75C1646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0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C95B6-9408-66B9-1134-09CADD7F0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515E46-6025-5EE7-35FA-7167C05E02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14F33-BB03-24B4-F63B-0C9C4787E3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411A0-1B13-EB68-12D3-7D2C43B1A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606CEE-6E96-F1A5-28A7-7FF11F98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3F335-1172-1B2A-DF50-CBB2BDD97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217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3B1E5-3575-06D0-D0B1-A22BBEC89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7D10F6-2F5E-2E30-191D-4347B6C50E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38560-C72D-1F97-65AD-8A584D2CB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FC95-8DB4-1FE5-F7CC-C7EDE657A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830645-454B-7F53-12E0-3D6EF576B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600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D786CF-F453-7CEF-A761-8880AFA7AD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3BC0ED-81D1-BEB1-D98F-C32CC08192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3D16-B667-06AC-0063-A4EAD8146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7D13B-9629-413F-D41A-F7A54DD9A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5EDCD-5A6E-8217-325D-19368012D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19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C873CA-F6EE-254F-C0EF-FA39F937F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E851A9-7C2E-1066-96D6-89713F3C8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5FC485-D8FF-76B8-27C0-36709589D5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48A3D2-9408-4143-A73F-7F223505335E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4123-190B-3C6E-DF05-134BA65EFB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B80F96-53B1-4B4D-4BA7-B341580DB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036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451EB-F6B1-1FEC-E996-787F73260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DA0964-D419-5F76-ABC2-81AE67A7E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166255"/>
            <a:ext cx="11388436" cy="6567053"/>
          </a:xfrm>
        </p:spPr>
        <p:txBody>
          <a:bodyPr>
            <a:noAutofit/>
          </a:bodyPr>
          <a:lstStyle/>
          <a:p>
            <a:pPr algn="l"/>
            <a:r>
              <a:rPr lang="en-US" sz="7200" dirty="0">
                <a:solidFill>
                  <a:schemeClr val="bg1"/>
                </a:solidFill>
                <a:latin typeface="Avenir Book" panose="02000503020000020003" pitchFamily="2" charset="0"/>
              </a:rPr>
              <a:t>Hosanna</a:t>
            </a:r>
          </a:p>
        </p:txBody>
      </p:sp>
    </p:spTree>
    <p:extLst>
      <p:ext uri="{BB962C8B-B14F-4D97-AF65-F5344CB8AC3E}">
        <p14:creationId xmlns:p14="http://schemas.microsoft.com/office/powerpoint/2010/main" val="3185929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61ADBE-FC35-54CD-983B-8FE364A01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65080-879F-AB91-1371-2CE7889929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Verse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96914E-E381-4BDD-55FC-EC2C20BFEA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Praise is rising, eyes are turning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turn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    C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Hope is stirring, hearts are yearning for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G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long for You</a:t>
            </a:r>
          </a:p>
        </p:txBody>
      </p:sp>
    </p:spTree>
    <p:extLst>
      <p:ext uri="{BB962C8B-B14F-4D97-AF65-F5344CB8AC3E}">
        <p14:creationId xmlns:p14="http://schemas.microsoft.com/office/powerpoint/2010/main" val="2068714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BB3E0-6ECD-4B01-25DB-B88E76CA5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E9700-242A-8DF5-A676-275DCBDE74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Pre-Chorus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F90C93-4119-10B3-277C-C678FB4867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2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3975901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BB6E6-E461-153D-F783-F0EA5479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6FF352C-7806-2DA1-BEDF-32FA335C97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96562"/>
            <a:ext cx="11246735" cy="6215449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7ED1C6-8090-A96C-6695-9C21334C69F1}"/>
              </a:ext>
            </a:extLst>
          </p:cNvPr>
          <p:cNvSpPr txBox="1"/>
          <p:nvPr/>
        </p:nvSpPr>
        <p:spPr>
          <a:xfrm>
            <a:off x="9969817" y="6277231"/>
            <a:ext cx="213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play x2</a:t>
            </a:r>
          </a:p>
        </p:txBody>
      </p:sp>
    </p:spTree>
    <p:extLst>
      <p:ext uri="{BB962C8B-B14F-4D97-AF65-F5344CB8AC3E}">
        <p14:creationId xmlns:p14="http://schemas.microsoft.com/office/powerpoint/2010/main" val="1330021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CF235D-AE38-2D22-EF3F-B7A9ABB59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EE1F9-0E06-9E49-4B5D-A1794F99DA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Verse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E071A1-A709-8D52-8851-9BD28B97E2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C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Hear the sound of hearts returning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turn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In Your kingdom broken lives are made new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make us new</a:t>
            </a:r>
          </a:p>
        </p:txBody>
      </p:sp>
    </p:spTree>
    <p:extLst>
      <p:ext uri="{BB962C8B-B14F-4D97-AF65-F5344CB8AC3E}">
        <p14:creationId xmlns:p14="http://schemas.microsoft.com/office/powerpoint/2010/main" val="2496880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5E8D88-D092-9666-D968-65A1A974D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816DC-8FC9-2A67-A90B-4A9240D1E0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Pre-Chorus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28EB23-FD38-7801-5BDE-85C9DEDD27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2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3368485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D2DBC6-DAEB-C0FB-13A4-CB4D2971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85CB3-9C53-22BC-C4B0-F523CFD4A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Chorus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0827AA-9AA3-F6AE-8CE0-8CBCF323E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762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7CA8AD-850C-909F-1318-65FB8B56B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FE63D-3243-8BE5-50D5-96713B873F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Chorus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48F5C2-0EC0-0D97-FBEB-AF3A71E533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G                 D</a:t>
            </a:r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Come have Your way among us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welcome You here Lord Jesus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372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870E8-72B2-22C7-588E-BB2286B4A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A7CB3-1DA1-C646-D861-3B87F377A6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Pre-Chorus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7B346C-470C-43DF-5AFD-F13FC092EA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2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</p:txBody>
      </p:sp>
    </p:spTree>
    <p:extLst>
      <p:ext uri="{BB962C8B-B14F-4D97-AF65-F5344CB8AC3E}">
        <p14:creationId xmlns:p14="http://schemas.microsoft.com/office/powerpoint/2010/main" val="431289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02B363-D4DA-8709-AFF7-08C3C47ED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CE152-C8C3-6E60-57A1-E8C1287C5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Pre-Chorus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35B3E8-70E2-CE39-012C-8C5B0E8D4B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2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2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64117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A8A91-DF8B-60F3-591C-C1550E6D2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FCADE-3BBE-1EE8-9F2B-B5E4D756D0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Chorus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2EBEB0-8A0D-8AF5-8E71-5A9992AED2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992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B9480-CC4D-60A9-30EB-47924A6C4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085A2-0E1A-6A25-8891-C8B3CEF174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612"/>
            <a:ext cx="12192000" cy="953572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latin typeface="Avenir Book" panose="02000503020000020003" pitchFamily="2" charset="0"/>
              </a:rPr>
              <a:t>Chorus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ED0AF9-8A1F-EE0A-C826-492EA5C63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G                 D</a:t>
            </a:r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Come have Your way among us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welcome You here Lord Jesus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38E298-AAEB-671D-2DA3-3C0D5A5EA45D}"/>
              </a:ext>
            </a:extLst>
          </p:cNvPr>
          <p:cNvSpPr txBox="1"/>
          <p:nvPr/>
        </p:nvSpPr>
        <p:spPr>
          <a:xfrm>
            <a:off x="9969817" y="6277231"/>
            <a:ext cx="213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play x2 END</a:t>
            </a:r>
          </a:p>
        </p:txBody>
      </p:sp>
    </p:spTree>
    <p:extLst>
      <p:ext uri="{BB962C8B-B14F-4D97-AF65-F5344CB8AC3E}">
        <p14:creationId xmlns:p14="http://schemas.microsoft.com/office/powerpoint/2010/main" val="2163062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6576263" cy="1208141"/>
          </a:xfrm>
        </p:spPr>
        <p:txBody>
          <a:bodyPr>
            <a:normAutofit fontScale="85000" lnSpcReduction="1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Tis So Sweet To Trust in Jesus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/ D / C</a:t>
            </a:r>
            <a:endParaRPr lang="en-US" sz="36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Tis so sweet to trust in Jesus;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D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take Him at His word,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rest upon His promise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C  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to know, "Thus saith the Lord."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Em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o'er and o'er.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C            D   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C804A2-73E0-1DA7-1F04-6BCBF8B88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3005EB-B013-5650-6226-CE25FB3093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how sweet to trust in Jesus;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to trust His cleansing blood,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simple faith to plunge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C                       D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'neath the healing, cleansing flood</a:t>
            </a: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5517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5F3876-2BC2-62AC-4A25-D3389D9F3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0DE13D0-46E8-C844-659A-7CADD6CFAE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Em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o'er and o'er.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C            D   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</p:txBody>
      </p:sp>
    </p:spTree>
    <p:extLst>
      <p:ext uri="{BB962C8B-B14F-4D97-AF65-F5344CB8AC3E}">
        <p14:creationId xmlns:p14="http://schemas.microsoft.com/office/powerpoint/2010/main" val="2753217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0C2650-9F48-85B8-65A0-E7E6A5F82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2F1228D-1EFE-449B-1628-69B22F7E0F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Yes, 'tis sweet to trust in Jesus;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from sin and self to cease,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Just from Jesus simply taking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C             D 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Life and rest, and joy and peace.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6793868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23E254-7DB3-2B71-79C4-3A367FC25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9EF6B2-6B05-70E1-2EE7-BBC14C0C8D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how I trust Him!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Em                      D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I've proved Him o'er and o'er.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Jesus, precious Jesus,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C            D             G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for grace to trust Him more</a:t>
            </a:r>
          </a:p>
        </p:txBody>
      </p:sp>
    </p:spTree>
    <p:extLst>
      <p:ext uri="{BB962C8B-B14F-4D97-AF65-F5344CB8AC3E}">
        <p14:creationId xmlns:p14="http://schemas.microsoft.com/office/powerpoint/2010/main" val="26264347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07FF3-ED51-42B0-B272-1B4F50EFC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B8280D-74D2-D21D-CA1B-5C1389428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40" r="17526" b="7393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53A56-E25A-8265-17BC-0939A7C5C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000" i="1" dirty="0">
                <a:latin typeface="Avenir Oblique" panose="02000503020000020003" pitchFamily="2" charset="0"/>
                <a:ea typeface="Bodoni Ornaments" pitchFamily="2" charset="0"/>
              </a:rPr>
              <a:t>Praise To The Lord The Almighty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66362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Am             Em 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the Almighty, the King of creation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Am                  Em 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my soul, praise Him, for He is thy health and salvation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ye who hear, now to His temple draw near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D     G  Am Em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Him in glad adoration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69FE4C-AB15-F92A-83D7-A1992E565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18A5CAC-F4EA-6A0A-92FD-9F5E46777F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    Am              Em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Who o’er all things so wondrously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reigneth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Am           Em  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Shelters thee under His wings, yea, so gently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sustaineth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Hast thou not seen how thy desires e’er have been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D             G  Am  Em  C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Granted in what He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ordaineth</a:t>
            </a:r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00501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204DFA-E10F-241C-10DC-E5670D5A2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AAAEDF-9D95-1EDB-3978-04FEA487F9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    Am               Em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who doth prosper thy work and defend thee;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Am      Em             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Surely His goodness and mercy here daily attend thee;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Ponder anew what the Almighty can do,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D       G  Am  Em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with His love He befriend thee</a:t>
            </a:r>
          </a:p>
        </p:txBody>
      </p:sp>
    </p:spTree>
    <p:extLst>
      <p:ext uri="{BB962C8B-B14F-4D97-AF65-F5344CB8AC3E}">
        <p14:creationId xmlns:p14="http://schemas.microsoft.com/office/powerpoint/2010/main" val="30296628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8C935-8A55-EBD5-0993-5BDC54C9B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AAE9D0-C9A2-EA5C-DDD8-172BB8077F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Am       Em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O let all that is in me adore Him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         Am           Em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that hath life and breath, come now with praises before Him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 Amen sound from His people again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D        G  Am  Em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Gladly for aye we adore Him</a:t>
            </a:r>
          </a:p>
        </p:txBody>
      </p:sp>
    </p:spTree>
    <p:extLst>
      <p:ext uri="{BB962C8B-B14F-4D97-AF65-F5344CB8AC3E}">
        <p14:creationId xmlns:p14="http://schemas.microsoft.com/office/powerpoint/2010/main" val="16083739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5A8867-22FC-29CE-10EB-8F2EE7810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8522581-B5D8-B054-E72A-7B7600BB90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Am            Em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the Almighty, the King of creation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</a:t>
            </a:r>
            <a:r>
              <a:rPr lang="en-US" sz="28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Em</a:t>
            </a:r>
            <a:endParaRPr lang="en-US" sz="28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my soul, praise Him, for He is thy health and salvation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ye who hear, now to His temple draw near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D     G  Am  Em  C (x2 end in G)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Him in glad adoration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F96C58-04C3-BBCD-0CE0-6C757C065163}"/>
              </a:ext>
            </a:extLst>
          </p:cNvPr>
          <p:cNvSpPr txBox="1"/>
          <p:nvPr/>
        </p:nvSpPr>
        <p:spPr>
          <a:xfrm>
            <a:off x="10903875" y="617995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10000"/>
                    <a:lumOff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9783317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 fontScale="77500" lnSpcReduction="2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I Stand Amazed in the Presence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1054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amazed in the presence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Jesus the Nazarene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wonder how He could love me,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D      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sinner, condemned, unclean.</a:t>
            </a:r>
          </a:p>
        </p:txBody>
      </p:sp>
    </p:spTree>
    <p:extLst>
      <p:ext uri="{BB962C8B-B14F-4D97-AF65-F5344CB8AC3E}">
        <p14:creationId xmlns:p14="http://schemas.microsoft.com/office/powerpoint/2010/main" val="22738117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my song shall ever be: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G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my Savior's love for me</a:t>
            </a:r>
          </a:p>
        </p:txBody>
      </p:sp>
    </p:spTree>
    <p:extLst>
      <p:ext uri="{BB962C8B-B14F-4D97-AF65-F5344CB8AC3E}">
        <p14:creationId xmlns:p14="http://schemas.microsoft.com/office/powerpoint/2010/main" val="31098525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A9B697-C955-8929-B13A-EF8BCDAD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D5A0F67-AE7D-7B50-CD03-8D69CDB73D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took my sins and my sorrows;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made them His very 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bore the burden to Calvary,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G                  D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suffered and died alone</a:t>
            </a:r>
          </a:p>
        </p:txBody>
      </p:sp>
    </p:spTree>
    <p:extLst>
      <p:ext uri="{BB962C8B-B14F-4D97-AF65-F5344CB8AC3E}">
        <p14:creationId xmlns:p14="http://schemas.microsoft.com/office/powerpoint/2010/main" val="31719715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54C427-EB31-1FCA-0E2D-2E20B1CF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662E-1B4A-F57A-C7F5-EFEE6E1FCE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my song shall ever be: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G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my Savior's love for me</a:t>
            </a:r>
          </a:p>
        </p:txBody>
      </p:sp>
    </p:spTree>
    <p:extLst>
      <p:ext uri="{BB962C8B-B14F-4D97-AF65-F5344CB8AC3E}">
        <p14:creationId xmlns:p14="http://schemas.microsoft.com/office/powerpoint/2010/main" val="34874078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E64903-A72F-68AE-28CD-CA9A9F94A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30622F-8745-A195-2576-EBD60F643C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with the ransomed in glory,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face I at last shall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                    G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’Twill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be my joy through the ages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   D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sing of His love for me</a:t>
            </a:r>
          </a:p>
        </p:txBody>
      </p:sp>
    </p:spTree>
    <p:extLst>
      <p:ext uri="{BB962C8B-B14F-4D97-AF65-F5344CB8AC3E}">
        <p14:creationId xmlns:p14="http://schemas.microsoft.com/office/powerpoint/2010/main" val="40764614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CAA134-1261-AB8F-6262-F1113AC1D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F6A1FAF-F546-8A9B-B7FA-8785E2DE23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my song shall ever be: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G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my Savior's love for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7F1F59-D2E7-3F36-19B3-040E10C6F7D5}"/>
              </a:ext>
            </a:extLst>
          </p:cNvPr>
          <p:cNvSpPr txBox="1"/>
          <p:nvPr/>
        </p:nvSpPr>
        <p:spPr>
          <a:xfrm>
            <a:off x="11153552" y="6273225"/>
            <a:ext cx="10384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9697292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088C09-3A26-A7C0-972E-A00D092EC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3D1AD-9BA5-5279-DCE6-9751FE20B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/>
                </a:solidFill>
                <a:latin typeface="Avenir Book Oblique" panose="02000503020000020003" pitchFamily="2" charset="0"/>
              </a:rPr>
              <a:t>Old Rugged Cross</a:t>
            </a:r>
          </a:p>
        </p:txBody>
      </p:sp>
    </p:spTree>
    <p:extLst>
      <p:ext uri="{BB962C8B-B14F-4D97-AF65-F5344CB8AC3E}">
        <p14:creationId xmlns:p14="http://schemas.microsoft.com/office/powerpoint/2010/main" val="31469437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a hill far away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stood an old rugged cross,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emblem of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suff’ring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shame,</a:t>
            </a:r>
          </a:p>
        </p:txBody>
      </p:sp>
    </p:spTree>
    <p:extLst>
      <p:ext uri="{BB962C8B-B14F-4D97-AF65-F5344CB8AC3E}">
        <p14:creationId xmlns:p14="http://schemas.microsoft.com/office/powerpoint/2010/main" val="4645845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love that old cross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the Dearest and Best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D                        C                     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 world of lost sinners was slain.</a:t>
            </a:r>
          </a:p>
        </p:txBody>
      </p:sp>
    </p:spTree>
    <p:extLst>
      <p:ext uri="{BB962C8B-B14F-4D97-AF65-F5344CB8AC3E}">
        <p14:creationId xmlns:p14="http://schemas.microsoft.com/office/powerpoint/2010/main" val="25549024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D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for a crown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83681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737DA7-8C8E-FBA7-4464-713026D60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A09BC1-4614-96C7-F99B-7D39C60338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that old rugged cross,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despised by the world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D 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Has a wondrous attraction for me</a:t>
            </a:r>
          </a:p>
        </p:txBody>
      </p:sp>
    </p:spTree>
    <p:extLst>
      <p:ext uri="{BB962C8B-B14F-4D97-AF65-F5344CB8AC3E}">
        <p14:creationId xmlns:p14="http://schemas.microsoft.com/office/powerpoint/2010/main" val="8689378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69B19D-8C95-EA9E-68E8-5AC7D629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90EEF6-A5F3-3FA9-CAC7-9AEFF86CEC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the dear Lamb of God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left His glory above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C              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bear it to dark Calvary</a:t>
            </a:r>
          </a:p>
        </p:txBody>
      </p:sp>
    </p:spTree>
    <p:extLst>
      <p:ext uri="{BB962C8B-B14F-4D97-AF65-F5344CB8AC3E}">
        <p14:creationId xmlns:p14="http://schemas.microsoft.com/office/powerpoint/2010/main" val="3486774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B07D70-9136-2D21-FAB5-2F1D97971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488AF1-1A9F-5E29-7619-4887A868F9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D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for a crown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6843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E243F4-CB94-4B76-F4FF-E83C2857E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D418CD-25A3-F123-3FB3-BBD6FDAC04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old rugged cross,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stained with blood so divine,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wondrous beauty I see;</a:t>
            </a:r>
          </a:p>
        </p:txBody>
      </p:sp>
    </p:spTree>
    <p:extLst>
      <p:ext uri="{BB962C8B-B14F-4D97-AF65-F5344CB8AC3E}">
        <p14:creationId xmlns:p14="http://schemas.microsoft.com/office/powerpoint/2010/main" val="13699994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B7D9DD-9FDF-188B-B04F-CC4F610B7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DC8BB0-FF14-6E79-C19F-DC425DCC2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’twas on that old cross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suffered and died,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                   C              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pardon and sanctify me</a:t>
            </a:r>
          </a:p>
        </p:txBody>
      </p:sp>
    </p:spTree>
    <p:extLst>
      <p:ext uri="{BB962C8B-B14F-4D97-AF65-F5344CB8AC3E}">
        <p14:creationId xmlns:p14="http://schemas.microsoft.com/office/powerpoint/2010/main" val="7433542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0CE6E1-3FFD-7C26-239E-DA4BE44AE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8FD1C5-E0F7-8987-8AF0-8FE910D5F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D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for a crown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A707BE-8340-8280-7CCC-55B0444C76AD}"/>
              </a:ext>
            </a:extLst>
          </p:cNvPr>
          <p:cNvSpPr txBox="1"/>
          <p:nvPr/>
        </p:nvSpPr>
        <p:spPr>
          <a:xfrm>
            <a:off x="10565027" y="6273225"/>
            <a:ext cx="14283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807009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1401</Words>
  <Application>Microsoft Macintosh PowerPoint</Application>
  <PresentationFormat>Widescreen</PresentationFormat>
  <Paragraphs>334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1" baseType="lpstr">
      <vt:lpstr>Aptos</vt:lpstr>
      <vt:lpstr>Aptos Display</vt:lpstr>
      <vt:lpstr>Arial</vt:lpstr>
      <vt:lpstr>Avenir Book</vt:lpstr>
      <vt:lpstr>Avenir Book Oblique</vt:lpstr>
      <vt:lpstr>Avenir Medium</vt:lpstr>
      <vt:lpstr>Avenir Oblique</vt:lpstr>
      <vt:lpstr>Calibri</vt:lpstr>
      <vt:lpstr>Office Theme</vt:lpstr>
      <vt:lpstr>PowerPoint Presentation</vt:lpstr>
      <vt:lpstr>Verse 1</vt:lpstr>
      <vt:lpstr>Pre-Chorus</vt:lpstr>
      <vt:lpstr>PowerPoint Presentation</vt:lpstr>
      <vt:lpstr>Verse 2</vt:lpstr>
      <vt:lpstr>Pre-Chorus</vt:lpstr>
      <vt:lpstr>Chorus 1</vt:lpstr>
      <vt:lpstr>Chorus 2</vt:lpstr>
      <vt:lpstr>Pre-Chorus</vt:lpstr>
      <vt:lpstr>Pre-Chorus</vt:lpstr>
      <vt:lpstr>Chorus 1</vt:lpstr>
      <vt:lpstr>Chorus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Old Rugged Cross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20</cp:revision>
  <dcterms:created xsi:type="dcterms:W3CDTF">2026-04-04T15:41:28Z</dcterms:created>
  <dcterms:modified xsi:type="dcterms:W3CDTF">2026-07-12T04:17:19Z</dcterms:modified>
</cp:coreProperties>
</file>