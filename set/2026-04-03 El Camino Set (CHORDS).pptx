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2" r:id="rId2"/>
    <p:sldId id="321" r:id="rId3"/>
    <p:sldId id="290" r:id="rId4"/>
    <p:sldId id="276" r:id="rId5"/>
    <p:sldId id="292" r:id="rId6"/>
    <p:sldId id="293" r:id="rId7"/>
    <p:sldId id="294" r:id="rId8"/>
    <p:sldId id="323" r:id="rId9"/>
    <p:sldId id="296" r:id="rId10"/>
    <p:sldId id="277" r:id="rId11"/>
    <p:sldId id="297" r:id="rId12"/>
    <p:sldId id="286" r:id="rId13"/>
    <p:sldId id="287" r:id="rId14"/>
    <p:sldId id="298" r:id="rId15"/>
    <p:sldId id="299" r:id="rId16"/>
    <p:sldId id="291" r:id="rId17"/>
    <p:sldId id="300" r:id="rId18"/>
    <p:sldId id="324" r:id="rId19"/>
    <p:sldId id="302" r:id="rId20"/>
    <p:sldId id="328" r:id="rId21"/>
    <p:sldId id="285" r:id="rId22"/>
    <p:sldId id="327" r:id="rId23"/>
    <p:sldId id="305" r:id="rId24"/>
    <p:sldId id="306" r:id="rId25"/>
    <p:sldId id="325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26" r:id="rId35"/>
    <p:sldId id="317" r:id="rId36"/>
    <p:sldId id="318" r:id="rId37"/>
    <p:sldId id="279" r:id="rId38"/>
    <p:sldId id="319" r:id="rId39"/>
    <p:sldId id="280" r:id="rId40"/>
    <p:sldId id="320" r:id="rId41"/>
    <p:sldId id="28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68"/>
    <p:restoredTop sz="94685"/>
  </p:normalViewPr>
  <p:slideViewPr>
    <p:cSldViewPr snapToGrid="0">
      <p:cViewPr varScale="1">
        <p:scale>
          <a:sx n="109" d="100"/>
          <a:sy n="109" d="100"/>
        </p:scale>
        <p:origin x="21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7A6E-7CF1-2231-BAEC-43D6FC31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112904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C3456-A5E5-2D42-A103-4ACDAEDF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718326-A533-7B6A-5CB8-FF2FAE1E3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A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G                                D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                Bm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62742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2C8A9-FD5B-C8C3-579C-25A94D42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354DAF-AC77-8B53-63BE-CDE7DCB61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A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A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G                             D A Bm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58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A                        Bm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took, You take our sins away oh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A                           Bm 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give, You gave Your life away for us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8245B-7C4D-3D8B-BE6D-77BEE3FD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629BF-0E2A-3CDB-A647-593AFA8BE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came down,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Bm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saved us through the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hearts are changed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                   A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because of Your great love</a:t>
            </a:r>
          </a:p>
        </p:txBody>
      </p:sp>
    </p:spTree>
    <p:extLst>
      <p:ext uri="{BB962C8B-B14F-4D97-AF65-F5344CB8AC3E}">
        <p14:creationId xmlns:p14="http://schemas.microsoft.com/office/powerpoint/2010/main" val="50602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B3CB0-F136-9D28-1443-EEDD557BB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445891-91A4-9749-9DC9-847A62F81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A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                           Bm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377088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2577D-9DFE-CCBB-7FF3-759CA54C3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16AFBB-5648-A412-12B5-AAF9153A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A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A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G                      D A Bm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9B6E8A-6FEF-5F04-25F3-8ADC54F9BF22}"/>
              </a:ext>
            </a:extLst>
          </p:cNvPr>
          <p:cNvSpPr txBox="1"/>
          <p:nvPr/>
        </p:nvSpPr>
        <p:spPr>
          <a:xfrm>
            <a:off x="11277600" y="637841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90520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88C09-3A26-A7C0-972E-A00D092E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D1AD-9BA5-5279-DCE6-9751FE20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Old Rugged Cross</a:t>
            </a:r>
          </a:p>
        </p:txBody>
      </p:sp>
    </p:spTree>
    <p:extLst>
      <p:ext uri="{BB962C8B-B14F-4D97-AF65-F5344CB8AC3E}">
        <p14:creationId xmlns:p14="http://schemas.microsoft.com/office/powerpoint/2010/main" val="3146943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shame,</a:t>
            </a:r>
          </a:p>
        </p:txBody>
      </p:sp>
    </p:spTree>
    <p:extLst>
      <p:ext uri="{BB962C8B-B14F-4D97-AF65-F5344CB8AC3E}">
        <p14:creationId xmlns:p14="http://schemas.microsoft.com/office/powerpoint/2010/main" val="464584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               C       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368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07D70-9136-2D21-FAB5-2F1D9797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488AF1-1A9F-5E29-7619-4887A868F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684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CE6E1-3FFD-7C26-239E-DA4BE44A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8FD1C5-E0F7-8987-8AF0-8FE910D5F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707BE-8340-8280-7CCC-55B0444C76AD}"/>
              </a:ext>
            </a:extLst>
          </p:cNvPr>
          <p:cNvSpPr txBox="1"/>
          <p:nvPr/>
        </p:nvSpPr>
        <p:spPr>
          <a:xfrm>
            <a:off x="11277600" y="637841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07009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0A77B-AB75-BF6D-8043-E6297E83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CD7CF-6454-A416-DC51-CDFA16D3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3595443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Am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G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2133440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52EE02-2A72-4F10-BE79-22C84E7AC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7C506D-C8DB-6DDF-A8D1-F2F2FFE16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G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2860246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G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F0AF7-D00B-B497-81A8-49AB0F2D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66DE7C-76F7-2441-63BD-C1F6F0BB2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G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700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C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Am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G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71E6E-6905-72B8-04FB-3A90EC4F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E3A6B-AAC4-EDD6-7960-6E110807F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G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071368-3770-015C-9760-39E3B0C5AD22}"/>
              </a:ext>
            </a:extLst>
          </p:cNvPr>
          <p:cNvSpPr txBox="1"/>
          <p:nvPr/>
        </p:nvSpPr>
        <p:spPr>
          <a:xfrm>
            <a:off x="11277600" y="637841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venir Book" panose="02000503020000020003" pitchFamily="2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348548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4588A7-92A5-CF94-EA50-7D41CAA8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F2B6-2E1C-E4AE-9AD7-5442E73CA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Living Hope</a:t>
            </a:r>
          </a:p>
        </p:txBody>
      </p:sp>
    </p:spTree>
    <p:extLst>
      <p:ext uri="{BB962C8B-B14F-4D97-AF65-F5344CB8AC3E}">
        <p14:creationId xmlns:p14="http://schemas.microsoft.com/office/powerpoint/2010/main" val="1550341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4th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                 Em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153277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Em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D         G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C          Em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such boundless grace?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stepped down from glory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D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66690B-73CA-35F3-1B0E-C1A24C2E0A40}"/>
              </a:ext>
            </a:extLst>
          </p:cNvPr>
          <p:cNvSpPr txBox="1"/>
          <p:nvPr/>
        </p:nvSpPr>
        <p:spPr>
          <a:xfrm>
            <a:off x="10981630" y="6360298"/>
            <a:ext cx="105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1537759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that sealed the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Em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D           G   (Em)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855288-599F-5666-D3A8-B14A2E27D51A}"/>
              </a:ext>
            </a:extLst>
          </p:cNvPr>
          <p:cNvSpPr txBox="1"/>
          <p:nvPr/>
        </p:nvSpPr>
        <p:spPr>
          <a:xfrm>
            <a:off x="10981630" y="6360298"/>
            <a:ext cx="105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F1E6F-2771-ED35-A97D-BAD0829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E2F239-F4DC-5E9E-58FF-4D1AF8E3F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3F03DC-4D44-0F22-0D64-0E9D6C826187}"/>
              </a:ext>
            </a:extLst>
          </p:cNvPr>
          <p:cNvSpPr txBox="1"/>
          <p:nvPr/>
        </p:nvSpPr>
        <p:spPr>
          <a:xfrm>
            <a:off x="10981630" y="6360298"/>
            <a:ext cx="105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3051142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D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EC02F8-6EB7-4702-31D0-C16F1763BF99}"/>
              </a:ext>
            </a:extLst>
          </p:cNvPr>
          <p:cNvSpPr txBox="1"/>
          <p:nvPr/>
        </p:nvSpPr>
        <p:spPr>
          <a:xfrm>
            <a:off x="11277600" y="637841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venir Book" panose="02000503020000020003" pitchFamily="2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692C7-51CE-F43A-32A2-0E5295036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BD247-30A3-954C-2EE3-72C021266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Cornerstone</a:t>
            </a:r>
          </a:p>
        </p:txBody>
      </p:sp>
    </p:spTree>
    <p:extLst>
      <p:ext uri="{BB962C8B-B14F-4D97-AF65-F5344CB8AC3E}">
        <p14:creationId xmlns:p14="http://schemas.microsoft.com/office/powerpoint/2010/main" val="1926073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/ Am / F / 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G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1625256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150613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G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833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450C2-F585-2818-DB88-6DAAF58A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523004-3737-2609-3A53-DAC560E7E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6053076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F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939149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BC9E6-3282-0735-A5E8-51F73375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48E6D9-BA70-962F-0F7C-09DDB937E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6771490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G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/ Am / G/  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4D267-FD29-7786-DA18-FC68CCC71564}"/>
              </a:ext>
            </a:extLst>
          </p:cNvPr>
          <p:cNvSpPr txBox="1"/>
          <p:nvPr/>
        </p:nvSpPr>
        <p:spPr>
          <a:xfrm>
            <a:off x="11277600" y="637841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venir Book" panose="02000503020000020003" pitchFamily="2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7432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1285</Words>
  <Application>Microsoft Macintosh PowerPoint</Application>
  <PresentationFormat>Widescreen</PresentationFormat>
  <Paragraphs>296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Avenir Book</vt:lpstr>
      <vt:lpstr>Avenir Book Oblique</vt:lpstr>
      <vt:lpstr>Avenir Medium</vt:lpstr>
      <vt:lpstr>Office Theme</vt:lpstr>
      <vt:lpstr>All The Earth Will Sing Your Praises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Rugged Cross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Jesus Paid It 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Living Hope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Cornerstone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59</cp:revision>
  <dcterms:created xsi:type="dcterms:W3CDTF">2025-11-12T03:26:12Z</dcterms:created>
  <dcterms:modified xsi:type="dcterms:W3CDTF">2026-04-03T22:12:07Z</dcterms:modified>
</cp:coreProperties>
</file>