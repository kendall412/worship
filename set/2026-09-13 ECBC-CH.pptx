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9" r:id="rId4"/>
    <p:sldId id="261" r:id="rId5"/>
    <p:sldId id="263" r:id="rId6"/>
    <p:sldId id="266" r:id="rId7"/>
    <p:sldId id="264" r:id="rId8"/>
    <p:sldId id="262" r:id="rId9"/>
    <p:sldId id="271" r:id="rId10"/>
    <p:sldId id="268" r:id="rId11"/>
    <p:sldId id="269" r:id="rId12"/>
    <p:sldId id="272" r:id="rId13"/>
    <p:sldId id="275" r:id="rId14"/>
    <p:sldId id="276" r:id="rId15"/>
    <p:sldId id="277" r:id="rId16"/>
    <p:sldId id="267" r:id="rId17"/>
    <p:sldId id="278" r:id="rId18"/>
    <p:sldId id="279" r:id="rId19"/>
    <p:sldId id="280" r:id="rId20"/>
    <p:sldId id="256" r:id="rId21"/>
    <p:sldId id="274" r:id="rId22"/>
    <p:sldId id="258" r:id="rId23"/>
    <p:sldId id="260" r:id="rId24"/>
    <p:sldId id="281" r:id="rId25"/>
    <p:sldId id="282" r:id="rId26"/>
    <p:sldId id="283" r:id="rId27"/>
    <p:sldId id="270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00" r:id="rId50"/>
    <p:sldId id="295" r:id="rId51"/>
    <p:sldId id="296" r:id="rId52"/>
    <p:sldId id="297" r:id="rId53"/>
    <p:sldId id="298" r:id="rId54"/>
    <p:sldId id="299" r:id="rId55"/>
    <p:sldId id="29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/>
    <p:restoredTop sz="94643"/>
  </p:normalViewPr>
  <p:slideViewPr>
    <p:cSldViewPr snapToGrid="0">
      <p:cViewPr varScale="1">
        <p:scale>
          <a:sx n="97" d="100"/>
          <a:sy n="97" d="100"/>
        </p:scale>
        <p:origin x="23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89D89-AA11-C2D6-6A25-36901A20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308" y="1154750"/>
            <a:ext cx="7598436" cy="85976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Avenir Book" panose="02000503020000020003" pitchFamily="2" charset="0"/>
              </a:rPr>
              <a:t>Hosanna (Praise Is Rising)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ADBE-FC35-54CD-983B-8FE364A0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96914E-E381-4BDD-55FC-EC2C20B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22729"/>
            <a:ext cx="11388436" cy="6275295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06871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04800"/>
            <a:ext cx="11388436" cy="614978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96562"/>
            <a:ext cx="11246735" cy="621544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ED1C6-8090-A96C-6695-9C21334C69F1}"/>
              </a:ext>
            </a:extLst>
          </p:cNvPr>
          <p:cNvSpPr txBox="1"/>
          <p:nvPr/>
        </p:nvSpPr>
        <p:spPr>
          <a:xfrm>
            <a:off x="8995720" y="6188845"/>
            <a:ext cx="308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verse 2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40660"/>
            <a:ext cx="11388436" cy="616771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8D88-D092-9666-D968-65A1A97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28EB23-FD38-7801-5BDE-85C9DEDD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11388436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36848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33632"/>
            <a:ext cx="11388436" cy="6264876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84205"/>
            <a:ext cx="11388436" cy="632665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7C1B-C488-C749-4909-94AC82F4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9822D-CD2D-EC7F-E64D-1BB2E6799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8769811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6C31B-0EB3-AE92-5497-6B0DB50D25BA}"/>
              </a:ext>
            </a:extLst>
          </p:cNvPr>
          <p:cNvSpPr txBox="1"/>
          <p:nvPr/>
        </p:nvSpPr>
        <p:spPr>
          <a:xfrm>
            <a:off x="8390238" y="6042697"/>
            <a:ext cx="36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chorus</a:t>
            </a:r>
          </a:p>
        </p:txBody>
      </p:sp>
    </p:spTree>
    <p:extLst>
      <p:ext uri="{BB962C8B-B14F-4D97-AF65-F5344CB8AC3E}">
        <p14:creationId xmlns:p14="http://schemas.microsoft.com/office/powerpoint/2010/main" val="230158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A8A91-DF8B-60F3-591C-C1550E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2EBEB0-8A0D-8AF5-8E71-5A9992AE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9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9480-CC4D-60A9-30EB-47924A6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ED0AF9-8A1F-EE0A-C826-492EA5C6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8E298-AAEB-671D-2DA3-3C0D5A5EA45D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216306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@ 4th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48371" cy="1519265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86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oh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sinner's heart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and to mercy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D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keep us apart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88577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075FA-13FA-EF59-5E63-C3D9BFEB4DF4}"/>
              </a:ext>
            </a:extLst>
          </p:cNvPr>
          <p:cNvSpPr txBox="1"/>
          <p:nvPr/>
        </p:nvSpPr>
        <p:spPr>
          <a:xfrm>
            <a:off x="9296400" y="5985991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EF89-9ADE-6DB5-EBFC-AD27351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65D5CB-CAEE-C34A-2282-5812B3910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57058-E6DB-8F63-895D-63DA4DF4E841}"/>
              </a:ext>
            </a:extLst>
          </p:cNvPr>
          <p:cNvSpPr txBox="1"/>
          <p:nvPr/>
        </p:nvSpPr>
        <p:spPr>
          <a:xfrm>
            <a:off x="8953500" y="5939099"/>
            <a:ext cx="2408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1345386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62099-8B00-89DE-1A7B-5259BA5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B4E0E-2F4B-604A-CFEA-7DF218428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lead the strong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Your salvation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</p:txBody>
      </p:sp>
    </p:spTree>
    <p:extLst>
      <p:ext uri="{BB962C8B-B14F-4D97-AF65-F5344CB8AC3E}">
        <p14:creationId xmlns:p14="http://schemas.microsoft.com/office/powerpoint/2010/main" val="2510042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8A375-069B-0223-C447-619D27B3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4DE471-2386-6ACB-44D0-EB42B95B0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150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F56F4-4292-34A7-F32A-5CE0AC63A3EF}"/>
              </a:ext>
            </a:extLst>
          </p:cNvPr>
          <p:cNvSpPr txBox="1"/>
          <p:nvPr/>
        </p:nvSpPr>
        <p:spPr>
          <a:xfrm>
            <a:off x="8953500" y="5939099"/>
            <a:ext cx="2380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chrous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688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00D-CE9A-D3C5-8CA1-8982B3EE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091E7-A747-94D2-56F2-E293EEA9C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CD738-7CE3-5B61-6753-3E18E40D30D5}"/>
              </a:ext>
            </a:extLst>
          </p:cNvPr>
          <p:cNvSpPr txBox="1"/>
          <p:nvPr/>
        </p:nvSpPr>
        <p:spPr>
          <a:xfrm>
            <a:off x="7924800" y="5985991"/>
            <a:ext cx="39963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pre  chorus</a:t>
            </a:r>
          </a:p>
        </p:txBody>
      </p:sp>
    </p:spTree>
    <p:extLst>
      <p:ext uri="{BB962C8B-B14F-4D97-AF65-F5344CB8AC3E}">
        <p14:creationId xmlns:p14="http://schemas.microsoft.com/office/powerpoint/2010/main" val="2418074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FADD5-129C-CF95-2A6F-EAFC623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E0B105-E005-3313-60D2-F7D4B3C3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A2F3-141B-0B35-AA2A-ED5E0F44B76C}"/>
              </a:ext>
            </a:extLst>
          </p:cNvPr>
          <p:cNvSpPr txBox="1"/>
          <p:nvPr/>
        </p:nvSpPr>
        <p:spPr>
          <a:xfrm>
            <a:off x="8953500" y="5939099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717396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C077F-7EE4-EF97-5251-ED267169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91F686-FCF6-7A49-F492-923BF8D8C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</p:spTree>
    <p:extLst>
      <p:ext uri="{BB962C8B-B14F-4D97-AF65-F5344CB8AC3E}">
        <p14:creationId xmlns:p14="http://schemas.microsoft.com/office/powerpoint/2010/main" val="4044644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C52B-F441-DABE-866B-83AAEA8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EA8B0C-F287-16F1-6B5D-F79B1370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8422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Em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God I see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Em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me…For me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13E56-7056-FA29-E5DE-0E0D1011337E}"/>
              </a:ext>
            </a:extLst>
          </p:cNvPr>
          <p:cNvSpPr txBox="1"/>
          <p:nvPr/>
        </p:nvSpPr>
        <p:spPr>
          <a:xfrm>
            <a:off x="10414000" y="598599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211877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48371" cy="1519265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43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578831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oh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sinner's heart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and to mercy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D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keep us apart</a:t>
            </a:r>
          </a:p>
        </p:txBody>
      </p:sp>
    </p:spTree>
    <p:extLst>
      <p:ext uri="{BB962C8B-B14F-4D97-AF65-F5344CB8AC3E}">
        <p14:creationId xmlns:p14="http://schemas.microsoft.com/office/powerpoint/2010/main" val="840999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88577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075FA-13FA-EF59-5E63-C3D9BFEB4DF4}"/>
              </a:ext>
            </a:extLst>
          </p:cNvPr>
          <p:cNvSpPr txBox="1"/>
          <p:nvPr/>
        </p:nvSpPr>
        <p:spPr>
          <a:xfrm>
            <a:off x="9296400" y="5985991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112348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EF89-9ADE-6DB5-EBFC-AD27351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65D5CB-CAEE-C34A-2282-5812B3910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57058-E6DB-8F63-895D-63DA4DF4E841}"/>
              </a:ext>
            </a:extLst>
          </p:cNvPr>
          <p:cNvSpPr txBox="1"/>
          <p:nvPr/>
        </p:nvSpPr>
        <p:spPr>
          <a:xfrm>
            <a:off x="8953500" y="5939099"/>
            <a:ext cx="2408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23768921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62099-8B00-89DE-1A7B-5259BA5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B4E0E-2F4B-604A-CFEA-7DF218428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lead the strong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Your salvation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</p:txBody>
      </p:sp>
    </p:spTree>
    <p:extLst>
      <p:ext uri="{BB962C8B-B14F-4D97-AF65-F5344CB8AC3E}">
        <p14:creationId xmlns:p14="http://schemas.microsoft.com/office/powerpoint/2010/main" val="3619054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8A375-069B-0223-C447-619D27B3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4DE471-2386-6ACB-44D0-EB42B95B0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150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F56F4-4292-34A7-F32A-5CE0AC63A3EF}"/>
              </a:ext>
            </a:extLst>
          </p:cNvPr>
          <p:cNvSpPr txBox="1"/>
          <p:nvPr/>
        </p:nvSpPr>
        <p:spPr>
          <a:xfrm>
            <a:off x="8953500" y="5939099"/>
            <a:ext cx="2380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chrous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773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00D-CE9A-D3C5-8CA1-8982B3EE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091E7-A747-94D2-56F2-E293EEA9C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CD738-7CE3-5B61-6753-3E18E40D30D5}"/>
              </a:ext>
            </a:extLst>
          </p:cNvPr>
          <p:cNvSpPr txBox="1"/>
          <p:nvPr/>
        </p:nvSpPr>
        <p:spPr>
          <a:xfrm>
            <a:off x="7924800" y="5985991"/>
            <a:ext cx="39963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pre  chorus</a:t>
            </a:r>
          </a:p>
        </p:txBody>
      </p:sp>
    </p:spTree>
    <p:extLst>
      <p:ext uri="{BB962C8B-B14F-4D97-AF65-F5344CB8AC3E}">
        <p14:creationId xmlns:p14="http://schemas.microsoft.com/office/powerpoint/2010/main" val="2856649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FADD5-129C-CF95-2A6F-EAFC623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E0B105-E005-3313-60D2-F7D4B3C3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A2F3-141B-0B35-AA2A-ED5E0F44B76C}"/>
              </a:ext>
            </a:extLst>
          </p:cNvPr>
          <p:cNvSpPr txBox="1"/>
          <p:nvPr/>
        </p:nvSpPr>
        <p:spPr>
          <a:xfrm>
            <a:off x="8953500" y="5939099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43617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C077F-7EE4-EF97-5251-ED267169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91F686-FCF6-7A49-F492-923BF8D8C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</p:spTree>
    <p:extLst>
      <p:ext uri="{BB962C8B-B14F-4D97-AF65-F5344CB8AC3E}">
        <p14:creationId xmlns:p14="http://schemas.microsoft.com/office/powerpoint/2010/main" val="388713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C52B-F441-DABE-866B-83AAEA8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EA8B0C-F287-16F1-6B5D-F79B1370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8422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Em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God I see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Em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me…For me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13E56-7056-FA29-E5DE-0E0D1011337E}"/>
              </a:ext>
            </a:extLst>
          </p:cNvPr>
          <p:cNvSpPr txBox="1"/>
          <p:nvPr/>
        </p:nvSpPr>
        <p:spPr>
          <a:xfrm>
            <a:off x="10626035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75034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22B36-BB73-142B-400F-EB5B3010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40497A-279C-2FB1-EC22-C0494F750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1789967" cy="6482862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INVITATION</a:t>
            </a:r>
          </a:p>
        </p:txBody>
      </p:sp>
    </p:spTree>
    <p:extLst>
      <p:ext uri="{BB962C8B-B14F-4D97-AF65-F5344CB8AC3E}">
        <p14:creationId xmlns:p14="http://schemas.microsoft.com/office/powerpoint/2010/main" val="238081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0479" cy="1637199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84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Bm / C / 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and troubled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you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at the Savior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and free</a:t>
            </a:r>
          </a:p>
        </p:txBody>
      </p:sp>
    </p:spTree>
    <p:extLst>
      <p:ext uri="{BB962C8B-B14F-4D97-AF65-F5344CB8AC3E}">
        <p14:creationId xmlns:p14="http://schemas.microsoft.com/office/powerpoint/2010/main" val="2373333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33722870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DC07-6DF2-733E-B141-7AB39F0A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E8F6C8-F006-4D71-B534-E31218EA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life everlasting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Him there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hath dominion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we are</a:t>
            </a:r>
          </a:p>
        </p:txBody>
      </p:sp>
    </p:spTree>
    <p:extLst>
      <p:ext uri="{BB962C8B-B14F-4D97-AF65-F5344CB8AC3E}">
        <p14:creationId xmlns:p14="http://schemas.microsoft.com/office/powerpoint/2010/main" val="4027173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CE33-0340-3B5D-BA56-B57869DF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C4B4B7-8BBE-14F5-B909-C601418F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549638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C52B-F441-DABE-866B-83AAEA8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EA8B0C-F287-16F1-6B5D-F79B1370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8422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Em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God I see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Em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me…For me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13E56-7056-FA29-E5DE-0E0D1011337E}"/>
              </a:ext>
            </a:extLst>
          </p:cNvPr>
          <p:cNvSpPr txBox="1"/>
          <p:nvPr/>
        </p:nvSpPr>
        <p:spPr>
          <a:xfrm>
            <a:off x="10414000" y="598599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1557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1968</Words>
  <Application>Microsoft Macintosh PowerPoint</Application>
  <PresentationFormat>Widescreen</PresentationFormat>
  <Paragraphs>446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Aptos Display</vt:lpstr>
      <vt:lpstr>Arial</vt:lpstr>
      <vt:lpstr>Avenir Book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2026-04-04T15:41:28Z</dcterms:created>
  <dcterms:modified xsi:type="dcterms:W3CDTF">2026-09-13T05:58:02Z</dcterms:modified>
</cp:coreProperties>
</file>