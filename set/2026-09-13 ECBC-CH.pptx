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6" r:id="rId7"/>
    <p:sldId id="264" r:id="rId8"/>
    <p:sldId id="262" r:id="rId9"/>
    <p:sldId id="271" r:id="rId10"/>
    <p:sldId id="268" r:id="rId11"/>
    <p:sldId id="269" r:id="rId12"/>
    <p:sldId id="272" r:id="rId13"/>
    <p:sldId id="275" r:id="rId14"/>
    <p:sldId id="276" r:id="rId15"/>
    <p:sldId id="277" r:id="rId16"/>
    <p:sldId id="267" r:id="rId17"/>
    <p:sldId id="278" r:id="rId18"/>
    <p:sldId id="279" r:id="rId19"/>
    <p:sldId id="280" r:id="rId20"/>
    <p:sldId id="256" r:id="rId21"/>
    <p:sldId id="274" r:id="rId22"/>
    <p:sldId id="258" r:id="rId23"/>
    <p:sldId id="260" r:id="rId24"/>
    <p:sldId id="281" r:id="rId25"/>
    <p:sldId id="282" r:id="rId26"/>
    <p:sldId id="283" r:id="rId27"/>
    <p:sldId id="270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300" r:id="rId39"/>
    <p:sldId id="295" r:id="rId40"/>
    <p:sldId id="296" r:id="rId41"/>
    <p:sldId id="297" r:id="rId42"/>
    <p:sldId id="298" r:id="rId43"/>
    <p:sldId id="299" r:id="rId44"/>
    <p:sldId id="294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26"/>
    <p:restoredTop sz="94643"/>
  </p:normalViewPr>
  <p:slideViewPr>
    <p:cSldViewPr snapToGrid="0">
      <p:cViewPr varScale="1">
        <p:scale>
          <a:sx n="103" d="100"/>
          <a:sy n="103" d="100"/>
        </p:scale>
        <p:origin x="18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89D89-AA11-C2D6-6A25-36901A20BA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91" r="1381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308" y="1154750"/>
            <a:ext cx="7598436" cy="859768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Avenir Book" panose="02000503020000020003" pitchFamily="2" charset="0"/>
              </a:rPr>
              <a:t>Hosanna (Praise Is Rising)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22729"/>
            <a:ext cx="11388436" cy="6275295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04800"/>
            <a:ext cx="11388436" cy="614978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96562"/>
            <a:ext cx="11246735" cy="621544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ED1C6-8090-A96C-6695-9C21334C69F1}"/>
              </a:ext>
            </a:extLst>
          </p:cNvPr>
          <p:cNvSpPr txBox="1"/>
          <p:nvPr/>
        </p:nvSpPr>
        <p:spPr>
          <a:xfrm>
            <a:off x="8995720" y="6188845"/>
            <a:ext cx="3080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verse 2</a:t>
            </a: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40660"/>
            <a:ext cx="11388436" cy="6167716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E8D88-D092-9666-D968-65A1A974D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28EB23-FD38-7801-5BDE-85C9DEDD2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11388436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36848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33632"/>
            <a:ext cx="11388436" cy="6264876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84205"/>
            <a:ext cx="11388436" cy="632665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87C1B-C488-C749-4909-94AC82F40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49822D-CD2D-EC7F-E64D-1BB2E67992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8769811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76C31B-0EB3-AE92-5497-6B0DB50D25BA}"/>
              </a:ext>
            </a:extLst>
          </p:cNvPr>
          <p:cNvSpPr txBox="1"/>
          <p:nvPr/>
        </p:nvSpPr>
        <p:spPr>
          <a:xfrm>
            <a:off x="8390238" y="6042697"/>
            <a:ext cx="3661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chorus</a:t>
            </a:r>
          </a:p>
        </p:txBody>
      </p:sp>
    </p:spTree>
    <p:extLst>
      <p:ext uri="{BB962C8B-B14F-4D97-AF65-F5344CB8AC3E}">
        <p14:creationId xmlns:p14="http://schemas.microsoft.com/office/powerpoint/2010/main" val="2301589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A8A91-DF8B-60F3-591C-C1550E6D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2EBEB0-8A0D-8AF5-8E71-5A9992AED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992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9480-CC4D-60A9-30EB-47924A6C4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ED0AF9-8A1F-EE0A-C826-492EA5C6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8E298-AAEB-671D-2DA3-3C0D5A5EA45D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2163062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All sufficient merit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CAPO @ 4th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G       F      C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   sufficient merit    Shining like the sun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G  F         C        F           G   F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  inherit      By no work I    have done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F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 At my saviors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Am    F             G          C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Did what I could not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497702"/>
            <a:ext cx="11778916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  F        C   F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F       C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   Am              F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Am        F               G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44379"/>
            <a:ext cx="11694695" cy="6497053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G             F   C         F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Am             G      F     C   F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F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Am             F    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0E144-A34A-1A7E-3D93-EC5505F8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3D9DA3-F165-DFCF-2028-0E597DF9E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76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68442"/>
            <a:ext cx="11706725" cy="650908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G     F      C 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Firm in life and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Am    G         F  C            F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Am          F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      Am 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D0476-3A73-409D-C8D3-FE69BF61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C50E98-504C-878B-73B5-129D4080A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9375569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2670CC-27AB-26C0-285B-D385CE2DC875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465132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mountain with a red sky&#10;&#10;AI-generated content may be incorrect.">
            <a:extLst>
              <a:ext uri="{FF2B5EF4-FFF2-40B4-BE49-F238E27FC236}">
                <a16:creationId xmlns:a16="http://schemas.microsoft.com/office/drawing/2014/main" id="{F8A33EF8-8399-C39F-50A0-F9B748F8C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1" t="9091" r="2722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Hymn of Heaven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C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the air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Am           F 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and mercy fills the streets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F                          C 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one who bled to save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F                   G          C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F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There will be a day When all will bow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F               Am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 When death will be no more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F               G                          C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 With He who died and rose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F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in desperation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        F                 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 we sang through doubt and fear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F                      C       G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it was worth it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G                      C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wipe away our tears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F767A5-1040-0B0E-42CB-60FCAC3E3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544F2D-181E-4237-C2C4-9E0C7F0F6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F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There will be a day When all will bow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F               Am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 When death will be no more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F               G                          C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 With He who died and rose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1821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F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F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F                C  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         G                       C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“worthy is the Lamb who was slain”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0E32-01C4-4D80-A2A1-C201A67C4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5681B1-27E9-A129-5D47-E725637F5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F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F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F                C  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         G                       C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“worthy is the Lamb who was slain”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G                C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“Forever He shall reign”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2863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7897-A55E-6262-6393-541243C3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C9CC9F-D7E2-6F47-C910-4E3E025A2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F          G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we shout the hymn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F               Am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we raise a mighty roar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F                G                 C          G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“Glory to our God” who gave us life beyond the grave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635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4243B-246E-2EB9-4D86-85009412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C05771-7487-C67B-8498-493E3A69B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F          G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we shout the hymn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F               Am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we raise a mighty roar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F                G                 C          G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“Glory to our God” who gave us life beyond the grave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Am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Am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530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148371" cy="1519265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Your Grace is Enough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886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Your faithfulness oh God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D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wrestle with the sinner's heart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lead us by still waters and to mercy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D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nothing can keep us apart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8857761" cy="6482862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Am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promise Oh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B075FA-13FA-EF59-5E63-C3D9BFEB4DF4}"/>
              </a:ext>
            </a:extLst>
          </p:cNvPr>
          <p:cNvSpPr txBox="1"/>
          <p:nvPr/>
        </p:nvSpPr>
        <p:spPr>
          <a:xfrm>
            <a:off x="9296400" y="5985991"/>
            <a:ext cx="23862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DEF89-9ADE-6DB5-EBFC-AD27351D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D65D5CB-CAEE-C34A-2282-5812B3910F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978662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D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C57058-E6DB-8F63-895D-63DA4DF4E841}"/>
              </a:ext>
            </a:extLst>
          </p:cNvPr>
          <p:cNvSpPr txBox="1"/>
          <p:nvPr/>
        </p:nvSpPr>
        <p:spPr>
          <a:xfrm>
            <a:off x="8953500" y="5939099"/>
            <a:ext cx="24083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verse 2</a:t>
            </a:r>
          </a:p>
        </p:txBody>
      </p:sp>
    </p:spTree>
    <p:extLst>
      <p:ext uri="{BB962C8B-B14F-4D97-AF65-F5344CB8AC3E}">
        <p14:creationId xmlns:p14="http://schemas.microsoft.com/office/powerpoint/2010/main" val="13453864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062099-8B00-89DE-1A7B-5259BA529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8B4E0E-2F4B-604A-CFEA-7DF218428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Great is Your love and justice God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D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use the weak to lead the strong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lead us in the song of Your salvation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D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all Your people sing along</a:t>
            </a:r>
          </a:p>
        </p:txBody>
      </p:sp>
    </p:spTree>
    <p:extLst>
      <p:ext uri="{BB962C8B-B14F-4D97-AF65-F5344CB8AC3E}">
        <p14:creationId xmlns:p14="http://schemas.microsoft.com/office/powerpoint/2010/main" val="2510042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68A375-069B-0223-C447-619D27B3D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4DE471-2386-6ACB-44D0-EB42B95B0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115061" cy="6482862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Am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promise Oh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7F56F4-4292-34A7-F32A-5CE0AC63A3EF}"/>
              </a:ext>
            </a:extLst>
          </p:cNvPr>
          <p:cNvSpPr txBox="1"/>
          <p:nvPr/>
        </p:nvSpPr>
        <p:spPr>
          <a:xfrm>
            <a:off x="8953500" y="5939099"/>
            <a:ext cx="23805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</a:t>
            </a: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chrous</a:t>
            </a:r>
            <a:endParaRPr kumimoji="0" lang="en-US" sz="4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86889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C500D-CE9A-D3C5-8CA1-8982B3EEA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B091E7-A747-94D2-56F2-E293EEA9C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911176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D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CD738-7CE3-5B61-6753-3E18E40D30D5}"/>
              </a:ext>
            </a:extLst>
          </p:cNvPr>
          <p:cNvSpPr txBox="1"/>
          <p:nvPr/>
        </p:nvSpPr>
        <p:spPr>
          <a:xfrm>
            <a:off x="7924800" y="5985991"/>
            <a:ext cx="39963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to pre  chorus</a:t>
            </a:r>
          </a:p>
        </p:txBody>
      </p:sp>
    </p:spTree>
    <p:extLst>
      <p:ext uri="{BB962C8B-B14F-4D97-AF65-F5344CB8AC3E}">
        <p14:creationId xmlns:p14="http://schemas.microsoft.com/office/powerpoint/2010/main" val="24180740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FADD5-129C-CF95-2A6F-EAFC6234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E0B105-E005-3313-60D2-F7D4B3C37B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978662" cy="6482862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Am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remember Your people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C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children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G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Remember Your promise Oh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05A2F3-141B-0B35-AA2A-ED5E0F44B76C}"/>
              </a:ext>
            </a:extLst>
          </p:cNvPr>
          <p:cNvSpPr txBox="1"/>
          <p:nvPr/>
        </p:nvSpPr>
        <p:spPr>
          <a:xfrm>
            <a:off x="8953500" y="5939099"/>
            <a:ext cx="23862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 chorus</a:t>
            </a:r>
          </a:p>
        </p:txBody>
      </p:sp>
    </p:spTree>
    <p:extLst>
      <p:ext uri="{BB962C8B-B14F-4D97-AF65-F5344CB8AC3E}">
        <p14:creationId xmlns:p14="http://schemas.microsoft.com/office/powerpoint/2010/main" val="7173960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EC077F-7EE4-EF97-5251-ED267169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91F686-FCF6-7A49-F492-923BF8D8CE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911176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D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</a:t>
            </a:r>
          </a:p>
        </p:txBody>
      </p:sp>
    </p:spTree>
    <p:extLst>
      <p:ext uri="{BB962C8B-B14F-4D97-AF65-F5344CB8AC3E}">
        <p14:creationId xmlns:p14="http://schemas.microsoft.com/office/powerpoint/2010/main" val="40446442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22B36-BB73-142B-400F-EB5B30108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A40497A-279C-2FB1-EC22-C0494F7500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1789967" cy="6482862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INVITATION</a:t>
            </a:r>
          </a:p>
        </p:txBody>
      </p:sp>
    </p:spTree>
    <p:extLst>
      <p:ext uri="{BB962C8B-B14F-4D97-AF65-F5344CB8AC3E}">
        <p14:creationId xmlns:p14="http://schemas.microsoft.com/office/powerpoint/2010/main" val="2380815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720479" cy="1637199"/>
          </a:xfrm>
        </p:spPr>
        <p:txBody>
          <a:bodyPr>
            <a:normAutofit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Turn Your Eyes Upon Jesus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1846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Bm / C / D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soul are you weary and troubled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light in the darkness you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           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light for a look at the Savior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life more abundant and free</a:t>
            </a:r>
          </a:p>
        </p:txBody>
      </p:sp>
    </p:spTree>
    <p:extLst>
      <p:ext uri="{BB962C8B-B14F-4D97-AF65-F5344CB8AC3E}">
        <p14:creationId xmlns:p14="http://schemas.microsoft.com/office/powerpoint/2010/main" val="237333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D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Turn your eyes upon Jesus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Em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Look full in His wonderful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things of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grow strangely dim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light of His glory and grace</a:t>
            </a:r>
          </a:p>
        </p:txBody>
      </p:sp>
    </p:spTree>
    <p:extLst>
      <p:ext uri="{BB962C8B-B14F-4D97-AF65-F5344CB8AC3E}">
        <p14:creationId xmlns:p14="http://schemas.microsoft.com/office/powerpoint/2010/main" val="33722870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CDC07-6DF2-733E-B141-7AB39F0A6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8E8F6C8-F006-4D71-B534-E31218EA1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           Bm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death into life everlasting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passed and we follow Him there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 Bm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O’er us sin no more hath dominion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more than conquerors we are</a:t>
            </a:r>
          </a:p>
        </p:txBody>
      </p:sp>
    </p:spTree>
    <p:extLst>
      <p:ext uri="{BB962C8B-B14F-4D97-AF65-F5344CB8AC3E}">
        <p14:creationId xmlns:p14="http://schemas.microsoft.com/office/powerpoint/2010/main" val="40271734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73CE33-0340-3B5D-BA56-B57869DF9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C4B4B7-8BBE-14F5-B909-C601418FA2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D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Turn your eyes upon Jesus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Em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Look full in His wonderful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Bm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the things of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grow strangely dim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light of His glory and grace</a:t>
            </a:r>
          </a:p>
        </p:txBody>
      </p:sp>
    </p:spTree>
    <p:extLst>
      <p:ext uri="{BB962C8B-B14F-4D97-AF65-F5344CB8AC3E}">
        <p14:creationId xmlns:p14="http://schemas.microsoft.com/office/powerpoint/2010/main" val="549638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3CC52B-F441-DABE-866B-83AAEA8FA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EA8B0C-F287-16F1-6B5D-F79B1370F6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842261" cy="6482862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D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Em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Heaven reaching down to us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D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  God I see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D                     Em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I am covered in Your love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D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grace is enough for me…For me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A13E56-7056-FA29-E5DE-0E0D1011337E}"/>
              </a:ext>
            </a:extLst>
          </p:cNvPr>
          <p:cNvSpPr txBox="1"/>
          <p:nvPr/>
        </p:nvSpPr>
        <p:spPr>
          <a:xfrm>
            <a:off x="10414000" y="598599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415576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1622</Words>
  <Application>Microsoft Macintosh PowerPoint</Application>
  <PresentationFormat>Widescreen</PresentationFormat>
  <Paragraphs>354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2" baseType="lpstr">
      <vt:lpstr>Aptos</vt:lpstr>
      <vt:lpstr>Aptos Display</vt:lpstr>
      <vt:lpstr>Arial</vt:lpstr>
      <vt:lpstr>Avenir Book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2026-04-04T15:41:28Z</dcterms:created>
  <dcterms:modified xsi:type="dcterms:W3CDTF">2026-09-12T07:57:51Z</dcterms:modified>
</cp:coreProperties>
</file>