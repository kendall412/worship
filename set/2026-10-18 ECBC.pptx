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1" r:id="rId3"/>
    <p:sldId id="280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  <p:sldId id="339" r:id="rId62"/>
    <p:sldId id="340" r:id="rId63"/>
    <p:sldId id="341" r:id="rId64"/>
    <p:sldId id="342" r:id="rId65"/>
    <p:sldId id="343" r:id="rId66"/>
    <p:sldId id="344" r:id="rId67"/>
    <p:sldId id="279" r:id="rId68"/>
    <p:sldId id="345" r:id="rId69"/>
    <p:sldId id="346" r:id="rId70"/>
    <p:sldId id="347" r:id="rId71"/>
    <p:sldId id="348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010"/>
    <p:restoredTop sz="94757"/>
  </p:normalViewPr>
  <p:slideViewPr>
    <p:cSldViewPr snapToGrid="0">
      <p:cViewPr varScale="1">
        <p:scale>
          <a:sx n="112" d="100"/>
          <a:sy n="112" d="100"/>
        </p:scale>
        <p:origin x="208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Assurance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Fanny Crosby and Phoebe Palmer Knapp (1873)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A8988-4E73-E083-1BB0-D9FC2DFA8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DBE31B-1F26-0659-BBAA-78507C8C0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assurance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what a foretaste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divine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186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Heir of salvation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purchase of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Born of His Spirit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in His blood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51A6C-364C-9085-057D-87397431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AF8AE3-D1A8-DE26-E98E-841BB8E89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945479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092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699AA-3613-FEBD-9988-75B28BA6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63137A-31EB-D62A-9D6B-2E68B5A4F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22035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861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0F043-B9EF-6388-BF6F-DBA387CC6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38B025-7484-D9D0-3926-D5932FBFB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delight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Visions of rapture now burst on my sight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84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6B43F1-500E-0607-C883-84BE75B15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A11E9-62D8-09AC-A697-F8083FC97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Angels descending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from above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Echoes of mercy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whisper of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4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51F5C-9896-E0D8-DE17-7298DBEE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6A864C5-2F27-AA95-E5F6-EE4740B69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76899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600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269D9-2D90-4282-77EE-192E3DE0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EB9FF7-2CFF-6D13-BA9B-16EC0F5A2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0374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753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E5B684-4B83-BF64-BC8E-67AAF4A2F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26B4AA-554B-A084-8CE2-201235C60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Perfect submission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is at rest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in my Savior am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happy and blest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281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361EB-BCB2-08EE-DDB2-CA999CF7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A5B07F6-9A41-CFEA-28C5-0016F532EF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Watching and waiting looking above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His goodness lost in His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7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E2959-869A-9A3A-E6FC-13A3B9ADC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DFE5BE-FDD9-EEBD-C2BC-31B8B4270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40323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145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1BB3E-7B62-D675-BB9B-120FC82E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8912A6-C0E8-1B9C-CAB1-E3C3B5CD4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22035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story,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Praising my Savior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day long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2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Darlene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Zschech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(1993)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1993, Wondrous Worship, Published By: Hope Publishing Company (2001)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149833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there is none like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3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0B3C7D-EC37-600A-E9CC-6DA30C1F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E5E7F53-C1DC-149F-246B-6B7464F31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want to praise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mighty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964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8BAB5-A43B-7870-0415-C208306F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C5AFA5-B2E3-3853-9A86-A699011F4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shelter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8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6ACC88-667D-D121-EF4C-0C160C41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DCB3EE-2D1A-DD53-BFDC-95BA8FE81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I am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381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AAA14-E550-FB99-239E-DD49E136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32147A-042F-42E6-1F88-580FD148C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940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BE3B9-F86B-CFDA-BE9D-EAC675BF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43866D-FEB1-560E-028F-87153820D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313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C9987-3F18-C0A4-0BB7-BB37CDA5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3FC127E-FC14-9A2C-3CD7-EE4608D0A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41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ABCDF-8700-E38D-B694-C06747D7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FA265C-F947-F20D-D109-28A02BB8C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23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8E957-1290-9BF4-9D40-E1A86640B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A37D77-25B4-617C-5C9C-A01CFB87D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Jesus,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Savior,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there is none like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509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03DF0F-3472-707B-6A82-EFCA9197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7BF59F-C765-6F10-217E-CCFF6A516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of my days,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want to praise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wonders of Your mighty love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246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52542-CA61-C9E8-6BA7-DB7251D55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123C49-8AE6-D1B4-6BA3-0155F5387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comfort,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shelter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tower of refuge and strength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753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176C5-5A33-0A9A-09CF-5756C394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41DB54-A9F7-5913-D2C1-CB5BEB8B7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every breath,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I am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Never cease to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Worship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906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E780D-EF32-DDC7-062F-962513AC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0820D1-28C1-0E60-E432-B30335F13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799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97875-8E7B-F06A-A412-6FC933B3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C574F0-C095-735E-DD33-F1386A6C8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831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C2398E-823A-93C5-17AE-63F40C9C1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85ABD5-05A8-077B-C49B-C975BCECE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26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BD2E0-AB2F-BAD5-7787-CE7E47F5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589E34-C4A3-B45A-1640-EDE43A098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530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FA985-C6BC-EC7F-ADB8-D6450320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00C393-37EB-A1EF-71F4-28041E9A8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Shout to the Lord,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let us sing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Power and majesty,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King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771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A8AA05-4A98-DA00-6D47-429DAC7C1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FC0766-2D5D-0029-8495-E4C6ECB68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Mountains bow down,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seas will roar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sound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237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B0C70-BB04-CCD9-2C7B-1EF287BF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8F427F6-8A8A-F39C-F766-DB6513C16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sing for joy at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of Your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For-ever I'll love You,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008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851CA-6D76-3012-2265-CD1E14405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070EBE-E468-0232-C7C7-8BFB46510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3218"/>
          </a:xfrm>
        </p:spPr>
        <p:txBody>
          <a:bodyPr>
            <a:no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I'll stand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Nothing compares to the promise I have in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1525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23BD53-E4D4-53C5-70F5-FE964F155C47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Brett Younker, Karl Martin, Kirby Kaple, Matt Redman, Pat Barrett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Kaple Music; Capitol CMG Genesis; Housefires Sounds; Said And Done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Thankyou Music Ltd; Vamos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songs; Martin, Karl Andrew; Bethel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68509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881B-6A98-3300-675D-079BD8D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B6CA4-EDB6-1218-7A78-FCB9F2B0E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sing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bring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955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 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720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91CB3E-990D-7DFF-20B6-E804D149F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03547D-6D02-EAD0-34A1-FCFC78E2D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0851609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AC345A-68EB-12C1-9343-57638A88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FE605C-B93E-1EE9-4719-94EA69467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1321554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F7924-8E20-E9FD-661C-1CDCCF77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834CC-3125-80AD-FF36-4367C2A00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9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B6CE6-C1FB-70B7-6B5A-CF1F39667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2752A6-C439-CFED-91AC-B9982CDFA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659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93417-D23C-C0DD-4C36-EB8A659E8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6B7214-6FDA-DB3C-40C8-6B10EBDC1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other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could ever save</a:t>
            </a:r>
          </a:p>
        </p:txBody>
      </p:sp>
    </p:spTree>
    <p:extLst>
      <p:ext uri="{BB962C8B-B14F-4D97-AF65-F5344CB8AC3E}">
        <p14:creationId xmlns:p14="http://schemas.microsoft.com/office/powerpoint/2010/main" val="357212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53ECAE-D798-4B80-7125-21650214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9FAE97-556F-2EF3-3CAA-B74A4F8C4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ever breathe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696135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9810D-6BC3-0F63-D153-332B7E51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98F530-F40F-0DEF-A053-08666EEA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6291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21FA9-EB70-C7AE-CCAD-0F83D8437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A39DA4-8F5F-C79E-2EBB-1E2176F1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247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59531-CDDD-0EAF-CCC9-10BF02E4E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6F3413-02E2-6B03-81F0-64323C17C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upon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739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4713E-8F09-B608-43BD-1F5FA4CE9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E7258A-0AFF-2029-F2DA-24EF47167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 alone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7775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8582F0-A05E-958C-42CD-6B73BF0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40758-6221-529C-CE2C-F9A10BC09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none beside You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667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3959-7005-B992-621B-D633D993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C2991-F9D2-9CFB-D793-4BA25F709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Show me who You are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78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274E94-22FB-E42A-0871-576BECB98A35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by Dustin Smith, Jonny Robinson, Michael Farren, Rich Thompson (2016)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2016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CityAlight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Farren Love And War Publishing; Integrity's Alleluia! Music; Integrity's Praise! Music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7928727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 every king bow down?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265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E0791-67E3-8CB8-8380-7FDAF04CA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A65B64-51FF-E035-444F-FAA85C9C5D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 and darkness trembles?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5221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47366-A699-A10E-050D-F704736F2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DE44FB-9436-CA0D-2A96-F69538D45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splendor outshines the sun?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55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092D0-5D70-DEF1-D650-FC84A7D3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444855D-7FB6-B2AE-DC77-5654365D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417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329CD6-3D7B-FB92-65F3-B36487F4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95AA76-077A-4401-C9F5-32D244FF5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7650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FF24D-CB20-ABB9-A190-FF91F4387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E732B3-5A1D-3EE6-C01D-01E37787B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222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DBCCA-199D-ED67-42B4-6E3B0AB2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4BA1D1-E685-6F05-6042-2CECDDD64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0220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E1EFE-F10A-E9ED-41E5-A7770B322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B5B93A-BD74-54C0-EA09-66A4BA7A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 remains undefeated?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2514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28692D-7699-6A7C-D67D-7BFB2B15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F7054B-298D-A845-448B-20737D382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BEAFB-2BA3-0BFC-6D1F-7B91E909C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41ECB9-4F26-CBAE-4395-772C5B01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3021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7429C-2B62-9182-A831-909102ACD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54726C-16EB-D47C-BBB9-E334351E84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 from my failing?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4783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0BA1F-BE5B-44F2-0032-DC294FBE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CAEAA8-C17C-F219-AB92-F72B63024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Father?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my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7894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5BC42-DFAD-8CEE-03C7-E5F95ED4F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679423-1849-2C21-281F-7D5E48575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One and the Only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 holy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2697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08039-7270-64D2-2350-183B1FD4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A2E6CD-17BD-ECD7-4C67-89389C804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Holy God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6238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‘Tis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Sweet </a:t>
            </a:r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</a:t>
            </a:r>
            <a:r>
              <a:rPr lang="en-US" sz="66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rust </a:t>
            </a:r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Jesus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7D249-FDD7-AFE6-AFC7-753B44B95B7A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Louisa M.R. Stead (1882)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William J. Kirkpatrick (1882)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745467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Tis so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take Him at His word,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rest upon His promise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to know, "Thus saith the Lord."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8494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ADE14-CF3F-D9D2-1ACF-F6970B18A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A4F745D-DF94-CDE0-9229-6FB2B5E2C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how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to trust His cleansing blood,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simple faith to plunge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'neath the healing,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cleansing flood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944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BA6D4-1A6C-F388-781A-724EFEF1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E78BC8-941B-4F49-1117-9E287D051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5446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09D43-8BE3-0540-30B9-F4454AB26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54686F-3513-E968-9305-1A03FBDD9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Yes, 'tis sweet to trust in Jesus;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sin and self to cease,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Just from Jesus simply taking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Life and rest, and joy and peace</a:t>
            </a:r>
          </a:p>
        </p:txBody>
      </p:sp>
    </p:spTree>
    <p:extLst>
      <p:ext uri="{BB962C8B-B14F-4D97-AF65-F5344CB8AC3E}">
        <p14:creationId xmlns:p14="http://schemas.microsoft.com/office/powerpoint/2010/main" val="4825472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F7CEA-FB07-7913-DCA2-4CC1D828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85F47B-1085-F1E7-36AA-5DC9EC207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how I trust Him!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I've proved Him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o'er and o’er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Jesus, precious Jesus,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for grace to trust Him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062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1271</Words>
  <Application>Microsoft Macintosh PowerPoint</Application>
  <PresentationFormat>On-screen Show (4:3)</PresentationFormat>
  <Paragraphs>340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24</cp:revision>
  <dcterms:created xsi:type="dcterms:W3CDTF">2025-11-12T03:26:12Z</dcterms:created>
  <dcterms:modified xsi:type="dcterms:W3CDTF">2026-10-16T18:43:41Z</dcterms:modified>
</cp:coreProperties>
</file>