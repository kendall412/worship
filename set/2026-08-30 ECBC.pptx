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75" r:id="rId14"/>
    <p:sldId id="291" r:id="rId15"/>
    <p:sldId id="292" r:id="rId16"/>
    <p:sldId id="293" r:id="rId17"/>
    <p:sldId id="265" r:id="rId18"/>
    <p:sldId id="276" r:id="rId19"/>
    <p:sldId id="294" r:id="rId20"/>
    <p:sldId id="295" r:id="rId21"/>
    <p:sldId id="296" r:id="rId22"/>
    <p:sldId id="278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Time Huges (2001)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© 2000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stepped down into darkness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me see</a:t>
            </a: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66C94-82FB-996C-F0A9-91A8A66B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963ADF-FFBE-34E0-ED56-0FEBCB034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heart adore You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</a:t>
            </a:r>
          </a:p>
        </p:txBody>
      </p:sp>
    </p:spTree>
    <p:extLst>
      <p:ext uri="{BB962C8B-B14F-4D97-AF65-F5344CB8AC3E}">
        <p14:creationId xmlns:p14="http://schemas.microsoft.com/office/powerpoint/2010/main" val="109565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D9410-FC9B-9EC6-405A-1BF13321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C8E2BF-53F4-D22B-FC21-6AB76D2A4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1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01EE3-E99E-D587-D496-030476C4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F5502C-2835-A8E9-F719-10A8AA3DB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3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393F9-036B-BAA3-E806-726E0E32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9D47F5-5549-1C27-05A6-770393D34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so highly exalted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</p:txBody>
      </p:sp>
    </p:spTree>
    <p:extLst>
      <p:ext uri="{BB962C8B-B14F-4D97-AF65-F5344CB8AC3E}">
        <p14:creationId xmlns:p14="http://schemas.microsoft.com/office/powerpoint/2010/main" val="426397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28D66-6B83-58E8-CBA3-CE90FC9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58BB94-BAEF-4C94-FBD6-9A6849173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earth You created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62547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AF77-5082-65F2-5970-58038344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781073-B088-8349-BC0C-84A5AD77B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8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657F1-4674-8773-5B58-E21CD830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50FF1-E70A-C6D2-D736-5F5607A57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0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27C4C-AFDE-7AD4-4BB0-C63BFED3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E6E55F-0AB3-D748-AD3B-D5C71DDD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much it cost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that cross</a:t>
            </a:r>
          </a:p>
        </p:txBody>
      </p:sp>
    </p:spTree>
    <p:extLst>
      <p:ext uri="{BB962C8B-B14F-4D97-AF65-F5344CB8AC3E}">
        <p14:creationId xmlns:p14="http://schemas.microsoft.com/office/powerpoint/2010/main" val="3363391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A52783-B041-BD38-9D5A-FD0A32A8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5DB6D-142A-D660-E155-EBBF75A6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bow down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my God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3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5A30B-01FA-4FAF-9739-755B1A9F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4DC2D0-F16B-4D54-A189-D99C5F327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6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3521-FD45-271B-60DA-09637000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2EB5D-50E5-3E23-3DE7-0E4DE41F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Your mercy never fails 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been held in Your hands</a:t>
            </a:r>
          </a:p>
        </p:txBody>
      </p:sp>
    </p:spTree>
    <p:extLst>
      <p:ext uri="{BB962C8B-B14F-4D97-AF65-F5344CB8AC3E}">
        <p14:creationId xmlns:p14="http://schemas.microsoft.com/office/powerpoint/2010/main" val="1990063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706F-31D3-C686-72BA-21B93DAD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853410-3A24-2E3F-06AB-BE5244858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wake up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</a:t>
            </a:r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</a:t>
            </a: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God</a:t>
            </a:r>
          </a:p>
        </p:txBody>
      </p:sp>
    </p:spTree>
    <p:extLst>
      <p:ext uri="{BB962C8B-B14F-4D97-AF65-F5344CB8AC3E}">
        <p14:creationId xmlns:p14="http://schemas.microsoft.com/office/powerpoint/2010/main" val="62180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AE27D-86DD-43E2-663C-8613C12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FEE9D-EF7F-4CBF-F968-F577606A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2792867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C6CE5-32CE-B949-068D-875ED2F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3CD2C9-EC3A-9C35-0546-14F0D56F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1156404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3F29-0940-A139-C353-539CD281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1A5E2-663E-ED71-4BFB-4B63E720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344366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8AF8-3B51-1078-F241-93204B97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FFD6D1-240C-49E8-4485-FD69F65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69189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647-5E34-2072-C4A0-8258906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2B343-84C6-1D7D-46FD-9CD5BFA7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surrendered now,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7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D7DF-83B9-3F5B-4652-3270642D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0E20EB-00EE-315E-8253-8090E594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970747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27A7E-26CC-E346-6923-FB1CFDDE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193F0-6B67-6D72-1151-0AE1AB7E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799210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Bryan Fowler, Shane Barnard, and Bethany Barnard (2023)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Be Essential Songs and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bryanfowlersongs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772918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30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15117-71EF-D3FB-5BBF-6E28B6DA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8B4636-7D97-1A1C-61A6-3E9857324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65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0D0AE-FAA8-D210-9F05-FEEFB598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D9501A-D284-E628-E97B-CB052F16C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79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564C-03EE-F4EB-B168-7718F96C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187370-62E8-223F-14D8-73543A728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27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E6CE8-636C-027E-5191-7A6504E2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BEBA68-9E03-6707-6CB3-48BD98B15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04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35F75-698C-6338-0A1B-80CECE41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1BE608-BEB4-A50E-DC77-7DC0CE71A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97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FB98B-E9DC-EB20-9A2E-06E59E5D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2A74DF-21E5-C209-D82A-44C6AF32A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47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A4DE8-9BC4-910B-A226-9A750F09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965397-DA90-7C31-1B54-D92DAC22B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19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AEA6F-2D47-A0F2-D77C-B536E455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4CC10D-B7CF-A3FC-BFDA-7B9E7D2B2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84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3CB32-AF1C-76B5-ABE3-D75A6089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CF14D-5197-C974-6226-8EA066F25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63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FCDBA-66CF-D627-1D6E-C84B3A1F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D93F96-CA59-0936-3FA0-C888C1AB2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46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340243"/>
            <a:ext cx="8119754" cy="6124352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2BD85-4B24-7AC2-1F93-E3BB80F0A9FD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Phil Wickham and Brian Johnson (2017)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Bethel Music Publishing (ASCAP), Phil Wickham Music (BMI), Simply Global Songs (BMI), and Sing My Songs (BMI) (2017)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931C3-B9CC-8120-2643-7E11A50B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A6CEC-18F9-26BF-D6BF-40C124686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2" y="382773"/>
            <a:ext cx="8314377" cy="6081822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32345504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90500"/>
            <a:ext cx="8572500" cy="63753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241300"/>
            <a:ext cx="8521700" cy="62483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such boundless grace?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stepped down from glory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228600"/>
            <a:ext cx="8432800" cy="6400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254000"/>
            <a:ext cx="8496300" cy="6273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254000"/>
            <a:ext cx="8119754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E8E-A250-DFD6-C0B1-A1D632D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6D1DC0-A400-8203-3944-4066F16E6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00" y="266700"/>
            <a:ext cx="8572500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</p:txBody>
      </p:sp>
    </p:spTree>
    <p:extLst>
      <p:ext uri="{BB962C8B-B14F-4D97-AF65-F5344CB8AC3E}">
        <p14:creationId xmlns:p14="http://schemas.microsoft.com/office/powerpoint/2010/main" val="842656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500C-6117-479E-52F8-FE4E4E7B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0D5D-78C6-1574-4009-1E68CC3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100" y="279400"/>
            <a:ext cx="8585200" cy="63499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03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C288-0C96-727C-1C25-C731C100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560BE-DFD9-2F84-282E-C87B22B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292100"/>
            <a:ext cx="8458200" cy="62737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</p:txBody>
      </p:sp>
    </p:spTree>
    <p:extLst>
      <p:ext uri="{BB962C8B-B14F-4D97-AF65-F5344CB8AC3E}">
        <p14:creationId xmlns:p14="http://schemas.microsoft.com/office/powerpoint/2010/main" val="1401643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DA16-AD5D-275D-B36E-EEDFB3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50F34E-29FB-F982-B18F-849781E4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241300"/>
            <a:ext cx="8585200" cy="63372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5480006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400" y="177800"/>
            <a:ext cx="8610600" cy="6426199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" y="107576"/>
            <a:ext cx="8758517" cy="662491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8F4DD-66CA-E94B-913C-8F879A08889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Elvina M.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Hall (1865)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John T. Grape (1868)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4444248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FFBA1-BD0A-5545-0FEC-984D52DF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C9D68-1A73-9231-7FA3-C1A6F21DF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152400"/>
            <a:ext cx="8724900" cy="65277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 and pray,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4042367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1114477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14300"/>
            <a:ext cx="8699500" cy="65912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DB3D3-59D0-7FCE-43CB-66903EC5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8C601F-8F67-04FE-9C77-9196A4EC4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6722810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127000"/>
            <a:ext cx="8699499" cy="65785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7772D-9403-4BDB-A994-4A2C70D6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8733F4-D531-52C3-71DA-0C927FC6B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7338866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165100"/>
            <a:ext cx="8547100" cy="64388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paid my debt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dead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3C13C-B36C-DACE-B725-CED8495F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856FF3-AD10-F106-688A-F754753A1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2543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1163</Words>
  <Application>Microsoft Macintosh PowerPoint</Application>
  <PresentationFormat>On-screen Show (4:3)</PresentationFormat>
  <Paragraphs>301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2026-08-29T20:39:05Z</dcterms:modified>
</cp:coreProperties>
</file>