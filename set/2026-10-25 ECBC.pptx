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4" r:id="rId4"/>
    <p:sldId id="282" r:id="rId5"/>
    <p:sldId id="283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281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277" r:id="rId47"/>
    <p:sldId id="324" r:id="rId48"/>
    <p:sldId id="276" r:id="rId49"/>
    <p:sldId id="278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44" r:id="rId70"/>
    <p:sldId id="345" r:id="rId71"/>
    <p:sldId id="346" r:id="rId72"/>
    <p:sldId id="347" r:id="rId73"/>
    <p:sldId id="348" r:id="rId74"/>
    <p:sldId id="349" r:id="rId75"/>
    <p:sldId id="350" r:id="rId76"/>
    <p:sldId id="351" r:id="rId77"/>
    <p:sldId id="352" r:id="rId7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94813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Way Maker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Osinachi Kalu Okoro </a:t>
            </a:r>
            <a:r>
              <a:rPr lang="en-US" dirty="0" err="1">
                <a:solidFill>
                  <a:schemeClr val="bg1"/>
                </a:solidFill>
              </a:rPr>
              <a:t>Egbu</a:t>
            </a:r>
            <a:r>
              <a:rPr lang="en-US" dirty="0">
                <a:solidFill>
                  <a:schemeClr val="bg1"/>
                </a:solidFill>
              </a:rPr>
              <a:t> (2016)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2016 Integrity Music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moving in our midst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E9F4E-C3F7-B9A6-D1A7-CCE3FB5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D94CD6-6EC0-2C49-3E5A-258DE4B84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working in this place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98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42F58-2D1A-6554-DCB2-A560F3A2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E7DA3C-592B-A58B-B894-B45DCA9AA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4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17939-6429-18A0-4DE9-ACF7243AF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7DB1AF-0C10-1A11-49F9-5560CDC40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6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A17EB-0C0F-C6A3-4CC3-69C9E331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824FE3-7BB9-6AFB-4C39-D8FC9FFC5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touching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40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B97D0-2768-2CCF-29C0-66C0747F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712452-BEBF-66AA-F013-1C684FEB2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21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8C40D-E906-E604-7F17-63611B9B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5CC5BA-777C-EFE0-6319-88654B385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turning lives around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95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794B0-DF6F-16D4-2907-1974A927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11C2D7-7A47-DAB1-F8FE-702C2AA0B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mending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7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62F47-3AC3-FEA4-0C2E-662C618C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D0797B-4862-8BF0-95FC-DD6E86D8D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150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A33A3-B748-9791-D3A9-544655B2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926612-64ED-8667-72A2-CAE6682D9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15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90CE5-7569-1DA4-34A8-8A019CC6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86C551-F6FF-8CC6-CAFA-E242F2BCE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96825-5E1A-D6C6-CAC6-CB600AE9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84F368-857A-2CB5-8303-1208F1586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664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EF49F-8042-303E-6BA7-E69F2FFD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8EF642-10BD-0129-77CB-DB1659DC1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7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8063E-7BE6-D793-DCEE-3E212366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CAA5E4-099A-524A-EBB0-BB1D97A91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926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see it, You're working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91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565D3-FAC9-5896-900E-911D4D39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4287A8-5264-C8B4-618C-E4289F16D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42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9EB7F-F5E8-F3FF-9B5F-89DDAB2A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924486-EA46-A47E-AC9A-A782DE721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357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7D106-C228-2F54-4F98-CE4ACE37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A0F66C-F099-13DB-5CBD-F2DCEE0C8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561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Time Huges (2001)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© 2000 Thankyou Music Ltd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360055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stepped down into darkness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see</a:t>
            </a:r>
          </a:p>
        </p:txBody>
      </p:sp>
    </p:spTree>
    <p:extLst>
      <p:ext uri="{BB962C8B-B14F-4D97-AF65-F5344CB8AC3E}">
        <p14:creationId xmlns:p14="http://schemas.microsoft.com/office/powerpoint/2010/main" val="2692497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66C94-82FB-996C-F0A9-91A8A66B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963ADF-FFBE-34E0-ED56-0FEBCB034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heart adore You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</a:t>
            </a:r>
          </a:p>
        </p:txBody>
      </p:sp>
    </p:spTree>
    <p:extLst>
      <p:ext uri="{BB962C8B-B14F-4D97-AF65-F5344CB8AC3E}">
        <p14:creationId xmlns:p14="http://schemas.microsoft.com/office/powerpoint/2010/main" val="1095658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D9410-FC9B-9EC6-405A-1BF13321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C8E2BF-53F4-D22B-FC21-6AB76D2A4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10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01EE3-E99E-D587-D496-030476C4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5502C-2835-A8E9-F719-10A8AA3DB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34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393F9-036B-BAA3-E806-726E0E32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9D47F5-5549-1C27-05A6-770393D34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so highly exalted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</p:txBody>
      </p:sp>
    </p:spTree>
    <p:extLst>
      <p:ext uri="{BB962C8B-B14F-4D97-AF65-F5344CB8AC3E}">
        <p14:creationId xmlns:p14="http://schemas.microsoft.com/office/powerpoint/2010/main" val="4263974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28D66-6B83-58E8-CBA3-CE90FC9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58BB94-BAEF-4C94-FBD6-9A6849173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earth You created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625470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AF77-5082-65F2-5970-58038344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781073-B088-8349-BC0C-84A5AD77B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80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657F1-4674-8773-5B58-E21CD830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50FF1-E70A-C6D2-D736-5F5607A57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02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27C4C-AFDE-7AD4-4BB0-C63BFED3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E6E55F-0AB3-D748-AD3B-D5C71DDD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much it cost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that cross</a:t>
            </a:r>
          </a:p>
        </p:txBody>
      </p:sp>
    </p:spTree>
    <p:extLst>
      <p:ext uri="{BB962C8B-B14F-4D97-AF65-F5344CB8AC3E}">
        <p14:creationId xmlns:p14="http://schemas.microsoft.com/office/powerpoint/2010/main" val="3363391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52783-B041-BD38-9D5A-FD0A32A8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5DB6D-142A-D660-E155-EBBF75A6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39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5A30B-01FA-4FAF-9739-755B1A9F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4DC2D0-F16B-4D54-A189-D99C5F327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65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06228-D316-4E35-E874-219681DCCB4E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Edward Mote (1834)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William B. Bradbury (1863)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550166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less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1552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C2B0A-CE77-C9BA-EF3A-91528833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C95FA-398B-2EED-A1C4-887BD6E98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Jesus'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591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F6261-EC4F-FD82-A4D9-6E143E99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1B9028-31B6-FF9E-053D-481B2ED94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077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BFC1E-3546-C2A5-FC74-2064239A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511DB7-521E-A9CD-1231-751BB5434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stormy gale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120386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808E7-69CC-0F25-A258-436D75E7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079540-CCA7-6C1D-B9B0-0101A50BC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sinking sand</a:t>
            </a:r>
          </a:p>
        </p:txBody>
      </p:sp>
    </p:spTree>
    <p:extLst>
      <p:ext uri="{BB962C8B-B14F-4D97-AF65-F5344CB8AC3E}">
        <p14:creationId xmlns:p14="http://schemas.microsoft.com/office/powerpoint/2010/main" val="617249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E18C8-CC0C-8A13-8F0F-E40BD0E9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00A66-05DB-42EE-A811-C8C2AE98D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387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EB5C1-3356-1118-4425-FB414A86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458E5A-E615-442F-800C-93CF05C65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soul gives way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and stay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457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5A2DD-88D3-FF37-F873-F9901AF3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B9EAE4-E2B7-B093-5FFA-3641953C7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sinking sand</a:t>
            </a:r>
          </a:p>
        </p:txBody>
      </p:sp>
    </p:spTree>
    <p:extLst>
      <p:ext uri="{BB962C8B-B14F-4D97-AF65-F5344CB8AC3E}">
        <p14:creationId xmlns:p14="http://schemas.microsoft.com/office/powerpoint/2010/main" val="1754456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2DC9B-A22E-044C-1EAC-0EDEFB80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BE51F2-EF32-9E8B-AA9E-5C4166980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Him be found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6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96778-A3EC-0B0A-FA7B-9AB75F8F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3AD14-96C0-A08F-8C66-6D384F4E8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227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87FE0-B142-323B-48DC-2C6DCB53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157D90-FE36-01B1-D30B-2F2F0D3F3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sinking sand</a:t>
            </a:r>
          </a:p>
        </p:txBody>
      </p:sp>
    </p:spTree>
    <p:extLst>
      <p:ext uri="{BB962C8B-B14F-4D97-AF65-F5344CB8AC3E}">
        <p14:creationId xmlns:p14="http://schemas.microsoft.com/office/powerpoint/2010/main" val="3056050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AFAE3-CD01-2265-3B87-BE68900C4A0A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Chris Tomlin, Phil Wickham, Brian Johnson,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Jenn Johnson, and Jason Ingram (2022)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Brian and Jenn Publishing, Capitol CMG Paragon,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S.D.G. Publishing, Bethel Music Publishing, and Be Essential Songs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7686207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384FE-5B61-896B-8EC0-010050A2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F408B4-DABE-FDF3-0507-47C81F6EC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falling down in worship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882323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ADDD7-57D2-B1D4-1258-836FE4D3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79A8AE-78F0-D6F8-6202-3F6FAC65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 will believe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1231413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C0E4B-EF7E-96A0-25C8-1E8A65D6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686E00-20B6-BF05-EE16-16E46A809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969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you've been redeemed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62A7D-98CC-40A0-1098-723B4393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0F5C40-B05A-418B-371B-12542CFEA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 bear His name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</p:txBody>
      </p:sp>
    </p:spTree>
    <p:extLst>
      <p:ext uri="{BB962C8B-B14F-4D97-AF65-F5344CB8AC3E}">
        <p14:creationId xmlns:p14="http://schemas.microsoft.com/office/powerpoint/2010/main" val="39176432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42A00-026B-524A-13ED-55B1A5BA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6FC233-4688-F518-73DE-C1F37358D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28211087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CC6A-1E8A-66BC-42DF-F1D3B7E3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9D23CB-A920-4E3B-455F-0A28CC677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forever</a:t>
            </a:r>
          </a:p>
        </p:txBody>
      </p:sp>
    </p:spTree>
    <p:extLst>
      <p:ext uri="{BB962C8B-B14F-4D97-AF65-F5344CB8AC3E}">
        <p14:creationId xmlns:p14="http://schemas.microsoft.com/office/powerpoint/2010/main" val="953358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DF180-4776-F955-8F77-3594FD50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9F6856-D620-D2BA-AE81-819D3A03C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7006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F44CB-E8B9-E6B1-4410-3F978CB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FA5D4-3D24-7026-BBCF-DA4F3F231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09587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24625-3A83-28F8-F6D4-8773C84C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4BC0E3-10D5-8037-54C0-EDD5EC08C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21026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29775-2A77-7E69-6721-06D7269D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6E4D23-5E95-5F34-1AA5-C2523702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22947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3F87C-0BAC-57C4-85B2-0EB811CC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BB2D9-3879-1FA2-6B62-0AC127D85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149436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941C4-E37D-A15E-24B1-EE43A754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904550-4DEF-3AC9-7F25-88D355DA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7327399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02E6B-F34D-D984-3E50-D0F78CD4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C723EF-F302-BF13-BFE7-8A6535FCB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6655310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Keith Getty and Stuart Townend (2002)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2001 Thankyou Music Ltd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241880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found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strength,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3719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15BA3-58B2-777E-4322-A3680CFF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7A5569-F645-F50C-46F8-D76F341C9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solid ground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36141104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1B526-AAA7-113C-1D32-8FF2774D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6466F6-3345-A0F1-AA28-87C0FA7D7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depths of peace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strivings cease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83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A4966-F8E3-836C-CED4-40A38703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0FBD1A-07CD-0693-E286-BD6C5087C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all in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0922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219A9-FD4D-F5B3-06EC-2F90422E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2BAAAB-FD3C-F562-448E-4D91431B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took on flesh</a:t>
            </a:r>
          </a:p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4196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0A1D3-0483-FC96-BAE9-5FA7A480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1E960A-2F14-7C9B-19EC-24CC82DAD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came to save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8876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A0F2C-3A87-8DFD-C1E7-DBF2DACC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293E3-98C6-CE13-AD10-74CFD514E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Jesus died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satisfied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8770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0E142-03C5-577F-81B0-323FBA94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9D29B0-2088-F18F-E692-B66534748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Him was laid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live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334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C3BBB-7C3C-80B5-E4A0-353049B1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DF2A09-4C27-862D-54B0-293E9F271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body lay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8860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F3DC2-953B-C736-F511-0288AD12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49E7B0-1EBF-CFD7-04B4-DFE78C1B0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glorious day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rose again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838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65EF3-C2FF-F3C9-66CA-B560CA55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D63EE1-8E59-B471-BDE1-9B7BBDF34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victory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its grip on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8421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4A621-4C4D-034D-318C-A3716B94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A6A626-BA64-12B7-0D2A-1E9A6328B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precious blood of Christ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1741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BEF13-813B-B3FE-9DEA-CD2FF5E4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F13E3C-7D24-C10B-5DD8-9F69A7C1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fear in death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936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C3032-A262-DE75-0486-D88E5D8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6D9D45-2ADD-9DC2-7C05-C5B7F8771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final breath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</a:t>
            </a: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esus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commands my destiny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1942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279BA-1B08-2776-8F03-904F6B90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C98A3D-8585-53B3-0825-C175A8E8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scheme of man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His hand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513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236EA-9959-5735-4BEF-3D228FBC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BE4F9B-7CDC-EFD4-6802-B7B4293C9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calls me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I'll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9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1184</Words>
  <Application>Microsoft Macintosh PowerPoint</Application>
  <PresentationFormat>On-screen Show (4:3)</PresentationFormat>
  <Paragraphs>377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24</cp:revision>
  <dcterms:created xsi:type="dcterms:W3CDTF">2025-11-12T03:26:12Z</dcterms:created>
  <dcterms:modified xsi:type="dcterms:W3CDTF">2026-10-22T03:48:46Z</dcterms:modified>
</cp:coreProperties>
</file>