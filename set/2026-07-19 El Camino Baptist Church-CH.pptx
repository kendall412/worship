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7" r:id="rId13"/>
    <p:sldId id="293" r:id="rId14"/>
    <p:sldId id="294" r:id="rId15"/>
    <p:sldId id="295" r:id="rId16"/>
    <p:sldId id="296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311"/>
    <p:restoredTop sz="94680"/>
  </p:normalViewPr>
  <p:slideViewPr>
    <p:cSldViewPr snapToGrid="0">
      <p:cViewPr varScale="1">
        <p:scale>
          <a:sx n="91" d="100"/>
          <a:sy n="91" d="100"/>
        </p:scale>
        <p:origin x="200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17094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Give Us Clean Hand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EA7F5-7EAD-0378-ED1A-9BA1FDA0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A89593-563C-EAC5-FA82-670009E11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05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960C2-C1DC-A542-E24C-37A4D104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7CACCF-AACC-5A25-8831-E1729087C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245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68033-7F9F-3D9D-7D6A-493E1C2B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98A89D-8C13-6FBB-FFB6-4CF5F8BF0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493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011EB-8FD2-AE24-0BA2-BC31B52F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D1CF10-A73A-2A50-706A-7DD31C522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6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CAB11-240F-FA99-152D-159729BA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A12D1-9783-CE08-98C3-62132DA2B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72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D41A4-A999-0148-E686-F01004B6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B6AA30-31A4-1CA0-C0A1-56430240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857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12E43-E9E4-FFD9-A8EF-820D7809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8C0EDE-18DB-60AC-1242-6710BCAD9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96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B27F-8C7A-B5DD-CF4E-07DD8425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EDADB4-BB13-69A5-28BF-941EEA16A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09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149A1-0783-B1BC-91BB-1F5C3D74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4D70AF-1E04-8D07-52C2-968621856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Instrumental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57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1FC0A-3C0A-A2B9-7E7A-DC89011A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4F6EB1-A331-26F2-6F2D-646C6E1BD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9150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376A8-CF12-3CBF-69F4-B3F73417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1DEFEB-FF18-0692-DF2F-2C95C49DF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639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4956E-6E64-7EFE-CC7D-60170D7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6A5BA7-4D41-8562-3B3D-173DD7B44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7280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74187-01EB-6995-1631-0FCEAC40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ADFA9C-8EF4-2E70-CD2A-5DCC18FA8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8394789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 </a:t>
            </a:r>
            <a:r>
              <a:rPr lang="en-US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x3 and end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E82EB-8261-C229-A295-BA8CCF1FF869}"/>
              </a:ext>
            </a:extLst>
          </p:cNvPr>
          <p:cNvSpPr txBox="1"/>
          <p:nvPr/>
        </p:nvSpPr>
        <p:spPr>
          <a:xfrm>
            <a:off x="11066451" y="63347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68877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601053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Take My Life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And Let It Be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74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5th</a:t>
            </a: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F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730127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F7539-5041-CC60-B36B-BA6D73BF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566C6-358A-6069-EAB2-507A19F7A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G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Thee.</a:t>
            </a:r>
          </a:p>
        </p:txBody>
      </p:sp>
    </p:spTree>
    <p:extLst>
      <p:ext uri="{BB962C8B-B14F-4D97-AF65-F5344CB8AC3E}">
        <p14:creationId xmlns:p14="http://schemas.microsoft.com/office/powerpoint/2010/main" val="1455891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D68DA-8811-ACEE-C0A6-D2B43FE5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27EA03-C21C-9B9E-FEAB-CDE1C9134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</p:txBody>
      </p:sp>
    </p:spTree>
    <p:extLst>
      <p:ext uri="{BB962C8B-B14F-4D97-AF65-F5344CB8AC3E}">
        <p14:creationId xmlns:p14="http://schemas.microsoft.com/office/powerpoint/2010/main" val="2801911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3E327-90EF-B46A-0527-BDC157E0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2F5C00-4F1E-DD4B-994B-F9A7E918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G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</p:txBody>
      </p:sp>
    </p:spTree>
    <p:extLst>
      <p:ext uri="{BB962C8B-B14F-4D97-AF65-F5344CB8AC3E}">
        <p14:creationId xmlns:p14="http://schemas.microsoft.com/office/powerpoint/2010/main" val="642280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0391F-56B6-5FC2-9630-ACE0C0B6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F72B12-550D-9235-ED8F-4DE7A817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G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6E7EC6-F981-FA94-B2D7-88BF95DC81B7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87759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559894" cy="210096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C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Nearer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C               G  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That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381255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DDD07-ADB1-C938-D314-CB490FA0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A76516-C5FB-34B9-AB2A-79EE1C17D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C             G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The sun gone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C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My rest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C 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95751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57BAC-E501-9A35-A70A-D795E6E4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0C758E-2BEB-6ABF-498E-D37A1E667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C                          G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G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Bethel I'll 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2014341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EE676-BF42-E028-A11B-7276772A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8D853A-975B-D097-F077-233AED984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472246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C     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safe and at rest,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C                   G     D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perfectly blest;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Nearer my God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G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D4802-012D-522A-2FE6-F164512222F6}"/>
              </a:ext>
            </a:extLst>
          </p:cNvPr>
          <p:cNvSpPr txBox="1"/>
          <p:nvPr/>
        </p:nvSpPr>
        <p:spPr>
          <a:xfrm>
            <a:off x="10890739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076529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56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3638623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</p:spTree>
    <p:extLst>
      <p:ext uri="{BB962C8B-B14F-4D97-AF65-F5344CB8AC3E}">
        <p14:creationId xmlns:p14="http://schemas.microsoft.com/office/powerpoint/2010/main" val="4216562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D674B-9EC5-67A0-E898-955B4A59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26685-1F34-4026-E098-A12EE60A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9134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7D2BC-897A-CA77-441D-6226435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B83BF5-3711-EBFA-C9BC-E53A14A22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2111163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6370-BD1C-9EDB-4E9C-ABD35C1D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168673-6953-7946-00D9-F0D8D981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C1751-E25D-E5F3-E568-3C02C2DA4B17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3877620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9716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71155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96236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198226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</a:t>
            </a:r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F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Dm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87B35-4FE6-D26D-0496-F6EB0B8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890FC1-A7A1-35A6-E8C4-E66C75FD7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58590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1510</Words>
  <Application>Microsoft Macintosh PowerPoint</Application>
  <PresentationFormat>Widescreen</PresentationFormat>
  <Paragraphs>378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50</cp:revision>
  <dcterms:created xsi:type="dcterms:W3CDTF">2025-11-12T03:26:12Z</dcterms:created>
  <dcterms:modified xsi:type="dcterms:W3CDTF">2026-07-19T04:53:07Z</dcterms:modified>
</cp:coreProperties>
</file>