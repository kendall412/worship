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76" r:id="rId4"/>
    <p:sldId id="285" r:id="rId5"/>
    <p:sldId id="286" r:id="rId6"/>
    <p:sldId id="287" r:id="rId7"/>
    <p:sldId id="288" r:id="rId8"/>
    <p:sldId id="289" r:id="rId9"/>
    <p:sldId id="290" r:id="rId10"/>
    <p:sldId id="291" r:id="rId11"/>
    <p:sldId id="292" r:id="rId12"/>
    <p:sldId id="297" r:id="rId13"/>
    <p:sldId id="293" r:id="rId14"/>
    <p:sldId id="294" r:id="rId15"/>
    <p:sldId id="295" r:id="rId16"/>
    <p:sldId id="296" r:id="rId17"/>
    <p:sldId id="298" r:id="rId18"/>
    <p:sldId id="299" r:id="rId19"/>
    <p:sldId id="300" r:id="rId20"/>
    <p:sldId id="301" r:id="rId21"/>
    <p:sldId id="302" r:id="rId22"/>
    <p:sldId id="303" r:id="rId23"/>
    <p:sldId id="304" r:id="rId24"/>
    <p:sldId id="305" r:id="rId25"/>
    <p:sldId id="306" r:id="rId26"/>
    <p:sldId id="307" r:id="rId27"/>
    <p:sldId id="308" r:id="rId28"/>
    <p:sldId id="309" r:id="rId29"/>
    <p:sldId id="310" r:id="rId30"/>
    <p:sldId id="311" r:id="rId31"/>
    <p:sldId id="312" r:id="rId32"/>
    <p:sldId id="313" r:id="rId33"/>
    <p:sldId id="314" r:id="rId34"/>
    <p:sldId id="315" r:id="rId35"/>
    <p:sldId id="316" r:id="rId36"/>
    <p:sldId id="317" r:id="rId37"/>
    <p:sldId id="318" r:id="rId38"/>
    <p:sldId id="319" r:id="rId39"/>
    <p:sldId id="320" r:id="rId40"/>
    <p:sldId id="321" r:id="rId41"/>
    <p:sldId id="322" r:id="rId42"/>
    <p:sldId id="323" r:id="rId43"/>
    <p:sldId id="325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57"/>
    <p:restoredTop sz="94658"/>
  </p:normalViewPr>
  <p:slideViewPr>
    <p:cSldViewPr snapToGrid="0">
      <p:cViewPr varScale="1">
        <p:scale>
          <a:sx n="100" d="100"/>
          <a:sy n="100" d="100"/>
        </p:scale>
        <p:origin x="184" y="600"/>
      </p:cViewPr>
      <p:guideLst/>
    </p:cSldViewPr>
  </p:slideViewPr>
  <p:outlineViewPr>
    <p:cViewPr>
      <p:scale>
        <a:sx n="33" d="100"/>
        <a:sy n="33" d="100"/>
      </p:scale>
      <p:origin x="0" y="-3766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5017094" cy="1208141"/>
          </a:xfrm>
        </p:spPr>
        <p:txBody>
          <a:bodyPr>
            <a:normAutofit fontScale="925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Give Us Clean Hand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bow our hearts, we bend our knees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Spirit come and make us humble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turn our eyes from evil things                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Lord we cast down our idols</a:t>
            </a:r>
          </a:p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clean hands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pure hearts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Em         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us not lift our souls to another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DEA7F5-7EAD-0378-ED1A-9BA1FDA04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3A89593-563C-EAC5-FA82-670009E118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clean hands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pure hearts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Em             D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us not lift our souls to another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1052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D960C2-C1DC-A542-E24C-37A4D104D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A7CACCF-AACC-5A25-8831-E1729087CE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God, let us be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generation that seeks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seeks Your face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D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 of Jacob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52453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68033-7F9F-3D9D-7D6A-493E1C2BF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898A89D-8C13-6FBB-FFB6-4CF5F8BF0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God, let us be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generation that seeks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seeks Your face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D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 of Jacob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949302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6011EB-8FD2-AE24-0BA2-BC31B52F4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8D1CF10-A73A-2A50-706A-7DD31C5228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bow our hearts, we bend our knees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Spirit come and make us humble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turn our eyes from evil things                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Lord we cast down our idols</a:t>
            </a:r>
          </a:p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7673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5CAB11-240F-FA99-152D-159729BA8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C4A12D1-9783-CE08-98C3-62132DA2B2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clean hands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pure hearts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Em         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us not lift our souls to another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9724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3D41A4-A999-0148-E686-F01004B62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B6AA30-31A4-1CA0-C0A1-564302409E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clean hands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pure hearts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Em             D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us not lift our souls to another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685715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312E43-E9E4-FFD9-A8EF-820D7809B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08C0EDE-18DB-60AC-1242-6710BCAD9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God, let us be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generation that seeks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seeks Your face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D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 of Jacob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189657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E2B27F-8C7A-B5DD-CF4E-07DD8425A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5EDADB4-BB13-69A5-28BF-941EEA16A6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God, let us be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generation that seeks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seeks Your face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D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 of Jacob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11099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C149A1-0783-B1BC-91BB-1F5C3D747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44D70AF-1E04-8D07-52C2-9686218568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Instrumental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/ D / C / 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/ D / C / G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695760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71FC0A-3C0A-A2B9-7E7A-DC89011AB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A4F6EB1-A331-26F2-6F2D-646C6E1BD2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clean hands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pure hearts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Em         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us not lift our souls to another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291506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C376A8-CF12-3CBF-69F4-B3F73417E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1DEFEB-FF18-0692-DF2F-2C95C49DF7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clean hands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Give us pure hearts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Em             D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us not lift our souls to another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536399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44956E-6E64-7EFE-CC7D-60170D709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C6A5BA7-4D41-8562-3B3D-173DD7B446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God, let us be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generation that seeks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seeks Your face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D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 of Jacob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972800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B74187-01EB-6995-1631-0FCEAC40E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9ADFA9C-8EF4-2E70-CD2A-5DCC18FA80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8394789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God, let us be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generation that seeks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seeks Your face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D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God of Jacob </a:t>
            </a:r>
            <a:r>
              <a:rPr lang="en-US" sz="3600" dirty="0">
                <a:solidFill>
                  <a:schemeClr val="accent3">
                    <a:lumMod val="60000"/>
                    <a:lumOff val="4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x3 and end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0E82EB-8261-C229-A295-BA8CCF1FF869}"/>
              </a:ext>
            </a:extLst>
          </p:cNvPr>
          <p:cNvSpPr txBox="1"/>
          <p:nvPr/>
        </p:nvSpPr>
        <p:spPr>
          <a:xfrm>
            <a:off x="11066451" y="633478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15688771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601053"/>
          </a:xfrm>
        </p:spPr>
        <p:txBody>
          <a:bodyPr>
            <a:normAutofit fontScale="92500" lnSpcReduction="200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Take My Life</a:t>
            </a: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And Let It Be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7744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6185" y="117231"/>
            <a:ext cx="11758246" cy="6611815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</a:t>
            </a:r>
            <a:r>
              <a:rPr lang="en-US" sz="3200" dirty="0">
                <a:solidFill>
                  <a:schemeClr val="accent1">
                    <a:lumMod val="40000"/>
                    <a:lumOff val="6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CAPO 5th</a:t>
            </a:r>
          </a:p>
          <a:p>
            <a:pPr algn="l"/>
            <a:endParaRPr lang="en-US" sz="32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life and let it be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G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Consecrated, Lord, to Thee.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F                  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moments and my days,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them flow in ceaseless praise.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G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them flow in ceaseless praise</a:t>
            </a:r>
          </a:p>
        </p:txBody>
      </p:sp>
    </p:spTree>
    <p:extLst>
      <p:ext uri="{BB962C8B-B14F-4D97-AF65-F5344CB8AC3E}">
        <p14:creationId xmlns:p14="http://schemas.microsoft.com/office/powerpoint/2010/main" val="7301273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8F7539-5041-CC60-B36B-BA6D73BF3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A3566C6-358A-6069-EAB2-507A19F7A8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6185" y="117231"/>
            <a:ext cx="11758246" cy="6611815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C          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hands, and let them move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G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At the impulse of Thy love;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F  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feet and let them be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Swift and beautiful for Thee,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G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Swift and beautiful for Thee.</a:t>
            </a:r>
          </a:p>
        </p:txBody>
      </p:sp>
    </p:spTree>
    <p:extLst>
      <p:ext uri="{BB962C8B-B14F-4D97-AF65-F5344CB8AC3E}">
        <p14:creationId xmlns:p14="http://schemas.microsoft.com/office/powerpoint/2010/main" val="14558918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ED68DA-8811-ACEE-C0A6-D2B43FE5C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027EA03-C21C-9B9E-FEAB-CDE1C91345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6185" y="117231"/>
            <a:ext cx="11758246" cy="6611815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F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voice, and let me sing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G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Always, only, for my King;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F   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lips, and let them be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Filled with messages from Thee,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G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Filled with messages from Thee.</a:t>
            </a:r>
          </a:p>
        </p:txBody>
      </p:sp>
    </p:spTree>
    <p:extLst>
      <p:ext uri="{BB962C8B-B14F-4D97-AF65-F5344CB8AC3E}">
        <p14:creationId xmlns:p14="http://schemas.microsoft.com/office/powerpoint/2010/main" val="28019112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33E327-90EF-B46A-0527-BDC157E06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A2F5C00-4F1E-DD4B-994B-F9A7E91844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6185" y="117231"/>
            <a:ext cx="11758246" cy="6611815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F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will, and make it Thine;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G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shall be no longer mine.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F   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heart; it is Thine own;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shall be Thy royal throne,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G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shall be Thy royal throne.</a:t>
            </a:r>
          </a:p>
        </p:txBody>
      </p:sp>
    </p:spTree>
    <p:extLst>
      <p:ext uri="{BB962C8B-B14F-4D97-AF65-F5344CB8AC3E}">
        <p14:creationId xmlns:p14="http://schemas.microsoft.com/office/powerpoint/2010/main" val="6422809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90391F-56B6-5FC2-9630-ACE0C0B6E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5F72B12-550D-9235-ED8F-4DE7A817B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6185" y="117231"/>
            <a:ext cx="11758246" cy="6611815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F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love; my Lord, I pour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G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At Thy feet its treasure store.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F   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myself, and I will be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Ever, only, all for Thee,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G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Ever, only, all for Thee.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6E7EC6-F981-FA94-B2D7-88BF95DC81B7}"/>
              </a:ext>
            </a:extLst>
          </p:cNvPr>
          <p:cNvSpPr txBox="1"/>
          <p:nvPr/>
        </p:nvSpPr>
        <p:spPr>
          <a:xfrm>
            <a:off x="11005665" y="6273225"/>
            <a:ext cx="10070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12877593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559894" cy="2100964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Nearer My God To Thee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1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           C                    G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Nearer, my God, to Thee Nearer to Thee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C               G      D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Even though it be a cross That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raiseth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C                    Em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Still all my song shall be Nearer, my God, to Thee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C                     G    D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my God to Thee, nearer to Thee</a:t>
            </a:r>
          </a:p>
        </p:txBody>
      </p:sp>
    </p:spTree>
    <p:extLst>
      <p:ext uri="{BB962C8B-B14F-4D97-AF65-F5344CB8AC3E}">
        <p14:creationId xmlns:p14="http://schemas.microsoft.com/office/powerpoint/2010/main" val="3812555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4DDD07-ADB1-C938-D314-CB490FA0E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4A76516-C5FB-34B9-AB2A-79EE1C17D6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G                      C             G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Though, like the wanderer The sun gone down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C            G    D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Darkness be over me My rest a 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C                     Em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Yet in my dreams I'd be Nearer, my God, to Thee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C                     G   D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my God to Thee, nearer to Thee</a:t>
            </a:r>
          </a:p>
        </p:txBody>
      </p:sp>
    </p:spTree>
    <p:extLst>
      <p:ext uri="{BB962C8B-B14F-4D97-AF65-F5344CB8AC3E}">
        <p14:creationId xmlns:p14="http://schemas.microsoft.com/office/powerpoint/2010/main" val="4957510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957BAC-E501-9A35-A70A-D795E6E44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10C758E-2BEB-6ABF-498E-D37A1E6675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G                   C                          G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Then, with my waking thoughts Bright with Thy praise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C                  G     D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Out of my stony griefs Bethel I'll raise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C                Em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by my woes to be Nearer, my God, to Thee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C                     G   D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my God to Thee, nearer to Thee</a:t>
            </a:r>
          </a:p>
        </p:txBody>
      </p:sp>
    </p:spTree>
    <p:extLst>
      <p:ext uri="{BB962C8B-B14F-4D97-AF65-F5344CB8AC3E}">
        <p14:creationId xmlns:p14="http://schemas.microsoft.com/office/powerpoint/2010/main" val="42014341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BEE676-BF42-E028-A11B-7276772AC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18D853A-975B-D097-F077-233AED9840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7" y="152399"/>
            <a:ext cx="9472246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G              C                         G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in my Father’s home, safe and at rest,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C                   G     D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in my Savior’s love, perfectly blest;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C              Em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Age after age to be Nearer my God to Thee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C                    G    D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my God to Thee, nearer to Thee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00D4802-012D-522A-2FE6-F164512222F6}"/>
              </a:ext>
            </a:extLst>
          </p:cNvPr>
          <p:cNvSpPr txBox="1"/>
          <p:nvPr/>
        </p:nvSpPr>
        <p:spPr>
          <a:xfrm>
            <a:off x="10890739" y="6273225"/>
            <a:ext cx="10070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0765290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Above All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31564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CAPO 2</a:t>
            </a:r>
            <a:r>
              <a:rPr lang="en-US" sz="3600" baseline="30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nd</a:t>
            </a:r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powers, above all Kings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D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nature, and all created things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    D                     C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wisdom, and all the ways of man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              D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were here before the world began</a:t>
            </a:r>
          </a:p>
        </p:txBody>
      </p:sp>
    </p:spTree>
    <p:extLst>
      <p:ext uri="{BB962C8B-B14F-4D97-AF65-F5344CB8AC3E}">
        <p14:creationId xmlns:p14="http://schemas.microsoft.com/office/powerpoint/2010/main" val="36386235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FDC10A-A8B8-B454-FA85-EEF80F759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6517DD-88E8-A370-BA3F-9F0CDA10E1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kingdoms, above all thrones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  D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wonders this world has ever known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 D                        C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wealth and treasures of the earth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C                                B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no way to measure what You're worth</a:t>
            </a:r>
          </a:p>
        </p:txBody>
      </p:sp>
    </p:spTree>
    <p:extLst>
      <p:ext uri="{BB962C8B-B14F-4D97-AF65-F5344CB8AC3E}">
        <p14:creationId xmlns:p14="http://schemas.microsoft.com/office/powerpoint/2010/main" val="34873516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Am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Crucified, laid behind a 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Am 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lived to die, rejected and alone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Em    D                         C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Like a rose, trampled on the ground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Am G                      C    D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took the fall, and thought of me Above all</a:t>
            </a:r>
          </a:p>
        </p:txBody>
      </p:sp>
    </p:spTree>
    <p:extLst>
      <p:ext uri="{BB962C8B-B14F-4D97-AF65-F5344CB8AC3E}">
        <p14:creationId xmlns:p14="http://schemas.microsoft.com/office/powerpoint/2010/main" val="42165620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5D674B-9EC5-67A0-E898-955B4A596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3C26685-1F34-4026-E098-A12EE60A33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powers, above all Kings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D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nature, and all created things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    D                     C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wisdom, and all the ways of man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              D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were here before the world began</a:t>
            </a:r>
          </a:p>
        </p:txBody>
      </p:sp>
    </p:spTree>
    <p:extLst>
      <p:ext uri="{BB962C8B-B14F-4D97-AF65-F5344CB8AC3E}">
        <p14:creationId xmlns:p14="http://schemas.microsoft.com/office/powerpoint/2010/main" val="28391349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27D2BC-897A-CA77-441D-622643515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4B83BF5-3711-EBFA-C9BC-E53A14A22A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kingdoms, above all thrones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  D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wonders this world has ever known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 D                        C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wealth and treasures of the earth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C                                B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no way to measure what You're worth</a:t>
            </a:r>
          </a:p>
        </p:txBody>
      </p:sp>
    </p:spTree>
    <p:extLst>
      <p:ext uri="{BB962C8B-B14F-4D97-AF65-F5344CB8AC3E}">
        <p14:creationId xmlns:p14="http://schemas.microsoft.com/office/powerpoint/2010/main" val="21111634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B46370-BD1C-9EDB-4E9C-ABD35C1D0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168673-6953-7946-00D9-F0D8D98120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Am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Crucified, laid behind a 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Am 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lived to die, rejected and alone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Em    D                         C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Like a rose, trampled on the ground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Am G                      C    D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took the fall, and thought of me Above all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7C1751-E25D-E5F3-E568-3C02C2DA4B17}"/>
              </a:ext>
            </a:extLst>
          </p:cNvPr>
          <p:cNvSpPr txBox="1"/>
          <p:nvPr/>
        </p:nvSpPr>
        <p:spPr>
          <a:xfrm>
            <a:off x="10127673" y="6150114"/>
            <a:ext cx="1967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15608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Play x2</a:t>
            </a:r>
          </a:p>
        </p:txBody>
      </p:sp>
    </p:spTree>
    <p:extLst>
      <p:ext uri="{BB962C8B-B14F-4D97-AF65-F5344CB8AC3E}">
        <p14:creationId xmlns:p14="http://schemas.microsoft.com/office/powerpoint/2010/main" val="38776207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609EE0-CF0D-D60D-261A-2FAA3292E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4CDEF4-5454-62F7-CC66-DF5DFACEC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D                         C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Like a rose, trampled on the ground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Am G                      C    D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took the fall, and thought of me Above all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2579F7-1BAA-8A16-E55C-D87FD9D503BE}"/>
              </a:ext>
            </a:extLst>
          </p:cNvPr>
          <p:cNvSpPr txBox="1"/>
          <p:nvPr/>
        </p:nvSpPr>
        <p:spPr>
          <a:xfrm>
            <a:off x="10986655" y="6150114"/>
            <a:ext cx="1205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15608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4802399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3" name="Rectangle 72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606C7EB-3032-7AB1-100A-F3BFFFA318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097" r="-1" b="37596"/>
          <a:stretch>
            <a:fillRect/>
          </a:stretch>
        </p:blipFill>
        <p:spPr>
          <a:xfrm>
            <a:off x="2522358" y="10"/>
            <a:ext cx="9669642" cy="685799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5665" y="971634"/>
            <a:ext cx="3973386" cy="1485319"/>
          </a:xfrm>
          <a:noFill/>
        </p:spPr>
        <p:txBody>
          <a:bodyPr>
            <a:normAutofit/>
          </a:bodyPr>
          <a:lstStyle/>
          <a:p>
            <a:pPr algn="l"/>
            <a:endParaRPr lang="en-US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latin typeface="Avenir Oblique" panose="02000503020000020003" pitchFamily="2" charset="0"/>
                <a:ea typeface="Bodoni Ornaments" pitchFamily="2" charset="0"/>
              </a:rPr>
              <a:t>Jesus Paid It All</a:t>
            </a:r>
          </a:p>
        </p:txBody>
      </p:sp>
    </p:spTree>
    <p:extLst>
      <p:ext uri="{BB962C8B-B14F-4D97-AF65-F5344CB8AC3E}">
        <p14:creationId xmlns:p14="http://schemas.microsoft.com/office/powerpoint/2010/main" val="711558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hear the Savior say,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strength indeed is small,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Am            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Child of weakness, watch and pray,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          G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Find in Me thine all in all</a:t>
            </a:r>
          </a:p>
        </p:txBody>
      </p:sp>
    </p:spTree>
    <p:extLst>
      <p:ext uri="{BB962C8B-B14F-4D97-AF65-F5344CB8AC3E}">
        <p14:creationId xmlns:p14="http://schemas.microsoft.com/office/powerpoint/2010/main" val="3962363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11982268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02F8C4-C310-6695-445F-C5432139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9114C0F-41AF-61A4-4323-81CE7AB71C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Lord, now indeed I find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</a:t>
            </a:r>
            <a:r>
              <a:rPr lang="en-US" sz="44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pow'r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and Thine alone,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Can change the leper's spots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       G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melt the heart of stone</a:t>
            </a:r>
          </a:p>
        </p:txBody>
      </p:sp>
    </p:spTree>
    <p:extLst>
      <p:ext uri="{BB962C8B-B14F-4D97-AF65-F5344CB8AC3E}">
        <p14:creationId xmlns:p14="http://schemas.microsoft.com/office/powerpoint/2010/main" val="14128335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FED0BD-7288-6664-B398-20315864A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ECDD8E7-01E1-7510-E28F-160CA71BE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20956195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2F54B8-25E1-6A75-E03E-174BCDC40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09C131E-B062-B7B3-31AB-1DA75B1CA0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when, before the throne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C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stand in Him complete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Am 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died my soul to save</a:t>
            </a:r>
          </a:p>
          <a:p>
            <a:pPr algn="l"/>
            <a:r>
              <a:rPr lang="en-US" sz="36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G      C</a:t>
            </a:r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lips shall still repeat</a:t>
            </a:r>
          </a:p>
        </p:txBody>
      </p:sp>
    </p:spTree>
    <p:extLst>
      <p:ext uri="{BB962C8B-B14F-4D97-AF65-F5344CB8AC3E}">
        <p14:creationId xmlns:p14="http://schemas.microsoft.com/office/powerpoint/2010/main" val="26296074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471E6E-6905-72B8-04FB-3A90EC4F8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EE3A6B-AAC4-EDD6-7960-6E110807F6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134854882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B87B35-4FE6-D26D-0496-F6EB0B841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D890FC1-A7A1-35A6-E8C4-E66C75FD7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9C6E6F-3199-7572-9677-475F532D2858}"/>
              </a:ext>
            </a:extLst>
          </p:cNvPr>
          <p:cNvSpPr txBox="1"/>
          <p:nvPr/>
        </p:nvSpPr>
        <p:spPr>
          <a:xfrm>
            <a:off x="9804400" y="5461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15859077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1051</TotalTime>
  <Words>1469</Words>
  <Application>Microsoft Macintosh PowerPoint</Application>
  <PresentationFormat>Widescreen</PresentationFormat>
  <Paragraphs>371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0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53</cp:revision>
  <dcterms:created xsi:type="dcterms:W3CDTF">2025-11-12T03:26:12Z</dcterms:created>
  <dcterms:modified xsi:type="dcterms:W3CDTF">2026-07-19T16:38:15Z</dcterms:modified>
</cp:coreProperties>
</file>