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9" r:id="rId4"/>
    <p:sldId id="281" r:id="rId5"/>
    <p:sldId id="290" r:id="rId6"/>
    <p:sldId id="279" r:id="rId7"/>
    <p:sldId id="299" r:id="rId8"/>
    <p:sldId id="282" r:id="rId9"/>
    <p:sldId id="291" r:id="rId10"/>
    <p:sldId id="292" r:id="rId11"/>
    <p:sldId id="293" r:id="rId12"/>
    <p:sldId id="294" r:id="rId13"/>
    <p:sldId id="285" r:id="rId14"/>
    <p:sldId id="295" r:id="rId15"/>
    <p:sldId id="296" r:id="rId16"/>
    <p:sldId id="300" r:id="rId17"/>
    <p:sldId id="301" r:id="rId18"/>
    <p:sldId id="297" r:id="rId19"/>
    <p:sldId id="298" r:id="rId20"/>
    <p:sldId id="302" r:id="rId21"/>
    <p:sldId id="303" r:id="rId22"/>
    <p:sldId id="304" r:id="rId23"/>
    <p:sldId id="305" r:id="rId24"/>
    <p:sldId id="306" r:id="rId25"/>
    <p:sldId id="283" r:id="rId26"/>
    <p:sldId id="284" r:id="rId27"/>
    <p:sldId id="307" r:id="rId28"/>
    <p:sldId id="286" r:id="rId29"/>
    <p:sldId id="287" r:id="rId30"/>
    <p:sldId id="288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8" r:id="rId42"/>
    <p:sldId id="275" r:id="rId43"/>
    <p:sldId id="257" r:id="rId44"/>
    <p:sldId id="258" r:id="rId45"/>
    <p:sldId id="259" r:id="rId46"/>
    <p:sldId id="260" r:id="rId47"/>
    <p:sldId id="261" r:id="rId48"/>
    <p:sldId id="276" r:id="rId49"/>
    <p:sldId id="277" r:id="rId50"/>
    <p:sldId id="265" r:id="rId51"/>
    <p:sldId id="264" r:id="rId52"/>
    <p:sldId id="266" r:id="rId53"/>
    <p:sldId id="267" r:id="rId54"/>
    <p:sldId id="278" r:id="rId55"/>
    <p:sldId id="319" r:id="rId56"/>
    <p:sldId id="272" r:id="rId57"/>
    <p:sldId id="273" r:id="rId58"/>
    <p:sldId id="320" r:id="rId59"/>
    <p:sldId id="321" r:id="rId60"/>
    <p:sldId id="322" r:id="rId61"/>
    <p:sldId id="323" r:id="rId62"/>
    <p:sldId id="324" r:id="rId63"/>
    <p:sldId id="325" r:id="rId64"/>
    <p:sldId id="326" r:id="rId65"/>
    <p:sldId id="327" r:id="rId66"/>
    <p:sldId id="328" r:id="rId67"/>
    <p:sldId id="329" r:id="rId68"/>
    <p:sldId id="330" r:id="rId69"/>
    <p:sldId id="331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341" r:id="rId80"/>
    <p:sldId id="342" r:id="rId81"/>
    <p:sldId id="343" r:id="rId82"/>
    <p:sldId id="344" r:id="rId83"/>
    <p:sldId id="345" r:id="rId84"/>
    <p:sldId id="346" r:id="rId85"/>
    <p:sldId id="347" r:id="rId86"/>
    <p:sldId id="348" r:id="rId87"/>
    <p:sldId id="349" r:id="rId8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44"/>
  </p:normalViewPr>
  <p:slideViewPr>
    <p:cSldViewPr snapToGrid="0">
      <p:cViewPr varScale="1">
        <p:scale>
          <a:sx n="119" d="100"/>
          <a:sy n="119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 </a:t>
            </a:r>
          </a:p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(Praise is Rising)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4CD98A-E3B6-81F1-62FD-FA5E7E43693F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and Music by Brenton Brown &amp; Paul Baloch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2005, 2006 Thankyou Music Ltd; Integrity's Hosanna! Music; </a:t>
            </a:r>
            <a:r>
              <a:rPr lang="en-US" dirty="0" err="1">
                <a:solidFill>
                  <a:schemeClr val="bg1"/>
                </a:solidFill>
              </a:rPr>
              <a:t>Leadworship</a:t>
            </a:r>
            <a:r>
              <a:rPr lang="en-US" dirty="0">
                <a:solidFill>
                  <a:schemeClr val="bg1"/>
                </a:solidFill>
              </a:rPr>
              <a:t> Songs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Used By Permission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is rising,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eyes are turning to You</a:t>
            </a:r>
          </a:p>
          <a:p>
            <a:b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to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C9001-F50E-F88A-6862-3CE499008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CE0E62-FB08-40D6-CBEF-FAD3641C5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is stirring,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hearts are yearning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long for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34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18CB7-1074-6960-5AFC-842751146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4CF641-399D-C1A2-07D2-42F714B7F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face the day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810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792E6-4C21-D2D6-B268-AF8CB127A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DA119B-E019-1B0C-84F8-E8B6A0CF2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246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saves us,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B60A57-05C0-13A6-0948-45323D32D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694E79-5B4C-CFC3-27E7-F19C45D6D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saves us,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067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9845A-5C38-8136-3BBB-8D69A65E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45C5DE-984C-F80B-C9D3-5E0CCCD1C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the sound of hearts returning to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to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284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2E848-3726-1937-FD67-6C46C53A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B7CA7A-27E0-9F28-0CE7-7AA5B2DAE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Your kingdom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broken lives are made new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make us new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49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CE3B7E-6A4C-4B3D-3B04-373AC390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70656A-99E5-DC2B-B1AA-76D635E1E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face the day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639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41B99-0DDC-4E64-A558-C52BDD5A3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E33B434-B4AF-BE5B-44BC-4E612B65A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486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075F7E-A24A-ACA0-2681-5D4B6A8D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082A1D-402E-79F3-2C7A-D16B92525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saves us, 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712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A87F3-30A5-3C5A-BA70-70E1CE69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ED1C2F-387A-D854-55D9-02E9DC03B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have Your way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among us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welcome You here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Jesus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555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A3DA7-1648-8817-47B0-4261A38D5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7737B6-A2A4-3873-61B1-06ABFB01F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face the day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789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8F19B-66A9-5E2B-4A69-BF383AC7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5C878E-F51A-E4A0-7174-22BE6C002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446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86856-D969-3276-F51A-BDE21F462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4E430A-97D2-6E79-55A2-AAB0CEAE4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face the day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721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2847F-47EB-1BCE-C80A-4B1E59530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731EFD-C994-5F18-BADF-ABC1350B9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16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BD63A-823B-0D34-7FB9-2E3D11E7A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5A74D5E-AE57-77DB-D5EE-C9D27476E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saves us,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53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4EE5E-113B-B298-1CB5-A95D1FA9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6C3612-2797-38DA-41A9-CD2DFA697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have Your way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among us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welcome You here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Jesus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91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A0BE81-645A-4BA6-5790-96FC73445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80D504-616D-D4A9-A56C-57F3706A3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have Your way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among us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welcome You here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Jesus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986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Jonny Robinson Michael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FarrenRich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Thompson (2019)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2018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CityAlight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Music; Farren Love And War Publishing; Integrity's Alleluia! Music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87620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gift of grace is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my redeemer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 more for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heaven now to give</a:t>
            </a:r>
          </a:p>
        </p:txBody>
      </p:sp>
    </p:spTree>
    <p:extLst>
      <p:ext uri="{BB962C8B-B14F-4D97-AF65-F5344CB8AC3E}">
        <p14:creationId xmlns:p14="http://schemas.microsoft.com/office/powerpoint/2010/main" val="3065874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73A0C-6286-B474-BE8A-66A5B0197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A4ED2DB-50C5-691F-87AC-7E9AF626D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my joy my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righteousness and freedom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steadfast love my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deep and boundless peace</a:t>
            </a:r>
          </a:p>
        </p:txBody>
      </p:sp>
    </p:spTree>
    <p:extLst>
      <p:ext uri="{BB962C8B-B14F-4D97-AF65-F5344CB8AC3E}">
        <p14:creationId xmlns:p14="http://schemas.microsoft.com/office/powerpoint/2010/main" val="4225078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B19FC-C662-6012-380E-30EC42D2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0E2AC8-AF10-01F3-FE61-EC66E0478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only Jesus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my life is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wholly bound to his</a:t>
            </a:r>
          </a:p>
        </p:txBody>
      </p:sp>
    </p:spTree>
    <p:extLst>
      <p:ext uri="{BB962C8B-B14F-4D97-AF65-F5344CB8AC3E}">
        <p14:creationId xmlns:p14="http://schemas.microsoft.com/office/powerpoint/2010/main" val="3977253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49BC8D-CEF0-EA3D-550C-155C2496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D5F316-B857-D125-CFAD-7C29E1BC7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how strange and divine I can sing all is mine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in me</a:t>
            </a:r>
          </a:p>
        </p:txBody>
      </p:sp>
    </p:spTree>
    <p:extLst>
      <p:ext uri="{BB962C8B-B14F-4D97-AF65-F5344CB8AC3E}">
        <p14:creationId xmlns:p14="http://schemas.microsoft.com/office/powerpoint/2010/main" val="3776518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BDF31-4CFC-9374-B070-9E159212A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9FFA3C-81C7-94DE-5540-FFC44FEEE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night is dark but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am not forsaken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by my side the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Saviour he will stay</a:t>
            </a:r>
          </a:p>
        </p:txBody>
      </p:sp>
    </p:spTree>
    <p:extLst>
      <p:ext uri="{BB962C8B-B14F-4D97-AF65-F5344CB8AC3E}">
        <p14:creationId xmlns:p14="http://schemas.microsoft.com/office/powerpoint/2010/main" val="1732011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4DAB8-364E-D898-CAC7-14C1DA635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688312-16F2-EDD4-C883-9CD60150E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</a:t>
            </a:r>
            <a:r>
              <a:rPr lang="en-US" sz="5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labour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on in weakness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rejoicing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in my need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power is displayed</a:t>
            </a:r>
          </a:p>
        </p:txBody>
      </p:sp>
    </p:spTree>
    <p:extLst>
      <p:ext uri="{BB962C8B-B14F-4D97-AF65-F5344CB8AC3E}">
        <p14:creationId xmlns:p14="http://schemas.microsoft.com/office/powerpoint/2010/main" val="982367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0F1310-CF34-A874-3B67-0AE08290A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33D60C-A939-C377-95A1-5F7912420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 my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Shepherd will defend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deepest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valley he will lead</a:t>
            </a:r>
          </a:p>
        </p:txBody>
      </p:sp>
    </p:spTree>
    <p:extLst>
      <p:ext uri="{BB962C8B-B14F-4D97-AF65-F5344CB8AC3E}">
        <p14:creationId xmlns:p14="http://schemas.microsoft.com/office/powerpoint/2010/main" val="2569498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C72BC-DE88-E139-D571-FA8BD255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D55EFA-9194-6DBF-3B67-952894835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the night has been won and I shall overcome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Christ in me</a:t>
            </a:r>
          </a:p>
        </p:txBody>
      </p:sp>
    </p:spTree>
    <p:extLst>
      <p:ext uri="{BB962C8B-B14F-4D97-AF65-F5344CB8AC3E}">
        <p14:creationId xmlns:p14="http://schemas.microsoft.com/office/powerpoint/2010/main" val="621785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67839-58F2-E375-9A35-0E06929DC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94B6B2-EA48-7554-9DE7-698BA459A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fate I dread I know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am forgiven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future sure the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price it has been paid</a:t>
            </a:r>
          </a:p>
        </p:txBody>
      </p:sp>
    </p:spTree>
    <p:extLst>
      <p:ext uri="{BB962C8B-B14F-4D97-AF65-F5344CB8AC3E}">
        <p14:creationId xmlns:p14="http://schemas.microsoft.com/office/powerpoint/2010/main" val="1515008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518D1-BD53-C301-6E8B-8FC83647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6A8283-F9CD-C80D-16A3-5A1679D0F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Jesus bled and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suffered for my pardon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he was raised to overthrow the grave</a:t>
            </a:r>
          </a:p>
        </p:txBody>
      </p:sp>
    </p:spTree>
    <p:extLst>
      <p:ext uri="{BB962C8B-B14F-4D97-AF65-F5344CB8AC3E}">
        <p14:creationId xmlns:p14="http://schemas.microsoft.com/office/powerpoint/2010/main" val="1337110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1B188-EDAC-FE08-B7F6-DF8D5DF8C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A71D2F-BBA0-5815-8A46-927E21F1D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 my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has been defeated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now and ever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plea</a:t>
            </a:r>
          </a:p>
        </p:txBody>
      </p:sp>
    </p:spTree>
    <p:extLst>
      <p:ext uri="{BB962C8B-B14F-4D97-AF65-F5344CB8AC3E}">
        <p14:creationId xmlns:p14="http://schemas.microsoft.com/office/powerpoint/2010/main" val="4002039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735F8-BD64-F394-C22A-E353B24C8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BF1F6B-4968-0734-995A-4C10A6F77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the chains are released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can sing I am free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in me</a:t>
            </a:r>
          </a:p>
        </p:txBody>
      </p:sp>
    </p:spTree>
    <p:extLst>
      <p:ext uri="{BB962C8B-B14F-4D97-AF65-F5344CB8AC3E}">
        <p14:creationId xmlns:p14="http://schemas.microsoft.com/office/powerpoint/2010/main" val="2020131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3E9DD-4D9F-4EB5-D6AB-E958B1438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6F24AB-4184-3AEF-ED97-4DCA8865D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I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long to follow Jesus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he has said that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will bring me home</a:t>
            </a:r>
          </a:p>
        </p:txBody>
      </p:sp>
    </p:spTree>
    <p:extLst>
      <p:ext uri="{BB962C8B-B14F-4D97-AF65-F5344CB8AC3E}">
        <p14:creationId xmlns:p14="http://schemas.microsoft.com/office/powerpoint/2010/main" val="6625905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CB9E0-2634-BF2E-BD43-D6F2A33F2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92B3F7-A1FF-942C-2EAC-1560BA1FC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day by day I know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will renew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stand with joy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the throne</a:t>
            </a:r>
          </a:p>
        </p:txBody>
      </p:sp>
    </p:spTree>
    <p:extLst>
      <p:ext uri="{BB962C8B-B14F-4D97-AF65-F5344CB8AC3E}">
        <p14:creationId xmlns:p14="http://schemas.microsoft.com/office/powerpoint/2010/main" val="2033499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965AB-073F-C5C0-CA96-20A3ED03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3DE0FC-E187-D385-BF15-85799D3CD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 my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is only Jesus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glory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evermore to him</a:t>
            </a:r>
          </a:p>
        </p:txBody>
      </p:sp>
    </p:spTree>
    <p:extLst>
      <p:ext uri="{BB962C8B-B14F-4D97-AF65-F5344CB8AC3E}">
        <p14:creationId xmlns:p14="http://schemas.microsoft.com/office/powerpoint/2010/main" val="4990904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35550-E9DF-EC78-260D-4E3B93C3E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C05584-F151-AAD1-99DD-362490B07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race is complete still my lips shall repeat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in me</a:t>
            </a:r>
          </a:p>
        </p:txBody>
      </p:sp>
    </p:spTree>
    <p:extLst>
      <p:ext uri="{BB962C8B-B14F-4D97-AF65-F5344CB8AC3E}">
        <p14:creationId xmlns:p14="http://schemas.microsoft.com/office/powerpoint/2010/main" val="35675570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EA1B6-6D85-68A2-CFB3-55B41EED7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ECACD1-EAC7-152B-88AD-E8DE6EC18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 my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is only Jesus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glory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evermore to him</a:t>
            </a:r>
          </a:p>
        </p:txBody>
      </p:sp>
    </p:spTree>
    <p:extLst>
      <p:ext uri="{BB962C8B-B14F-4D97-AF65-F5344CB8AC3E}">
        <p14:creationId xmlns:p14="http://schemas.microsoft.com/office/powerpoint/2010/main" val="38560497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8AF8B-E059-187C-58EE-038121391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1C9B14-CF74-83CE-41A1-761F76E62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race is complete still my lips shall repeat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in me</a:t>
            </a:r>
          </a:p>
        </p:txBody>
      </p:sp>
    </p:spTree>
    <p:extLst>
      <p:ext uri="{BB962C8B-B14F-4D97-AF65-F5344CB8AC3E}">
        <p14:creationId xmlns:p14="http://schemas.microsoft.com/office/powerpoint/2010/main" val="24430451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62CF1-0AD5-4639-E5CA-1442976BD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AD3B80-BC19-5B00-6F20-7B63D08D0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race is complete still my lips shall repeat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in me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in me</a:t>
            </a:r>
          </a:p>
        </p:txBody>
      </p:sp>
    </p:spTree>
    <p:extLst>
      <p:ext uri="{BB962C8B-B14F-4D97-AF65-F5344CB8AC3E}">
        <p14:creationId xmlns:p14="http://schemas.microsoft.com/office/powerpoint/2010/main" val="29435075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91440"/>
            <a:ext cx="8816340" cy="6675119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139DF0-2104-9429-16AC-817D40FB4CB7}"/>
              </a:ext>
            </a:extLst>
          </p:cNvPr>
          <p:cNvSpPr txBox="1"/>
          <p:nvPr/>
        </p:nvSpPr>
        <p:spPr>
          <a:xfrm>
            <a:off x="152400" y="5103674"/>
            <a:ext cx="88071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Phil Wickham, Brian Johnson,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Chris Davenport, and Bill Johnson (2020/2021)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© Brian and Jenn Publishing;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CDavs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Music;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Songs For TIM; Phil Wickham Music;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Simply Global Songs; Bethel Music Publishing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8032106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1A9DA-8873-09B6-E0EE-8AF5B3AE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576AEE-30FA-3456-2CB1-2FFDB43E0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40" y="91440"/>
            <a:ext cx="8707120" cy="66141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air of Heaven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mercy fills the streets</a:t>
            </a:r>
          </a:p>
        </p:txBody>
      </p:sp>
    </p:spTree>
    <p:extLst>
      <p:ext uri="{BB962C8B-B14F-4D97-AF65-F5344CB8AC3E}">
        <p14:creationId xmlns:p14="http://schemas.microsoft.com/office/powerpoint/2010/main" val="23669435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01600"/>
            <a:ext cx="8808720" cy="663447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one who bled to save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</p:txBody>
      </p:sp>
    </p:spTree>
    <p:extLst>
      <p:ext uri="{BB962C8B-B14F-4D97-AF65-F5344CB8AC3E}">
        <p14:creationId xmlns:p14="http://schemas.microsoft.com/office/powerpoint/2010/main" val="24093364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6090313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91440"/>
            <a:ext cx="8808720" cy="66039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sang through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doubt and fear</a:t>
            </a: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9EA81-2AA2-1CA2-B8ED-3B8B2E68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6E71E5-C42A-E864-0AEF-23D453D04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960" y="162560"/>
            <a:ext cx="8575040" cy="65023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was worth it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wipe away our tears</a:t>
            </a:r>
          </a:p>
        </p:txBody>
      </p:sp>
    </p:spTree>
    <p:extLst>
      <p:ext uri="{BB962C8B-B14F-4D97-AF65-F5344CB8AC3E}">
        <p14:creationId xmlns:p14="http://schemas.microsoft.com/office/powerpoint/2010/main" val="28373720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C8D47-A1D1-52BD-808B-D00F4516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D8FE72-5042-6553-AD70-C9729CEB2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26908119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A1896-C5E7-6742-EC43-38FDC5C8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9F5F69-E378-5FFF-745F-515FF56A1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7575726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80" y="193040"/>
            <a:ext cx="8544560" cy="63906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resurrection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55F6C-7489-DD7C-DAC0-94C1D6696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22A776-1AEF-4750-9B12-699071804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" y="162560"/>
            <a:ext cx="86156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who was slain</a:t>
            </a:r>
          </a:p>
        </p:txBody>
      </p:sp>
    </p:spTree>
    <p:extLst>
      <p:ext uri="{BB962C8B-B14F-4D97-AF65-F5344CB8AC3E}">
        <p14:creationId xmlns:p14="http://schemas.microsoft.com/office/powerpoint/2010/main" val="24427708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ACB30-90B5-723C-CE80-67CE32EC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FE35C5-4060-E161-BCB8-0B0CC7B1D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80" y="243840"/>
            <a:ext cx="8747760" cy="64109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32181787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76ACA-11CD-5C6E-AF56-1A61F2AD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1BDA62-ABC8-3F14-DCC7-6E5DD621A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" y="203200"/>
            <a:ext cx="8829040" cy="64617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was slain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He shall reign</a:t>
            </a:r>
          </a:p>
        </p:txBody>
      </p:sp>
    </p:spTree>
    <p:extLst>
      <p:ext uri="{BB962C8B-B14F-4D97-AF65-F5344CB8AC3E}">
        <p14:creationId xmlns:p14="http://schemas.microsoft.com/office/powerpoint/2010/main" val="3684222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F69CC-0C93-3052-CE6A-CAFB3F467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2747E-9CDD-2FD1-BDCE-B086B78C5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28246838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6E194-AD94-46C1-E861-E5E9EEF9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73A48B-872A-226B-A812-9544446C1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endParaRPr lang="en-US" sz="480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29059955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4CE22-1D55-5914-B153-FBE34A61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132303-996E-CDFA-AC78-7B16BECBC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160" y="203200"/>
            <a:ext cx="8656320" cy="64617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shout the hymn of Heaven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raise a mighty roar</a:t>
            </a:r>
          </a:p>
        </p:txBody>
      </p:sp>
    </p:spTree>
    <p:extLst>
      <p:ext uri="{BB962C8B-B14F-4D97-AF65-F5344CB8AC3E}">
        <p14:creationId xmlns:p14="http://schemas.microsoft.com/office/powerpoint/2010/main" val="13453782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21712-2DEE-EA84-89E0-236ABC9F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902031-989E-A8B6-B152-53E7273D3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72720"/>
            <a:ext cx="8646160" cy="64922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 to our God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gave us life beyond the grave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882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(God of Possible)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David Spencer, Ethan Hulse, Jeff Pardo, Katy Nichole (2022)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Centricity Songs; Meaux Mercy; Be Essential Songs; David Spencer Songs; Hulse House Music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2056921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of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over you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your hurting in your sorrow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ask my God to move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FBAB69-12AA-818F-F6FE-B397A84412E6}"/>
              </a:ext>
            </a:extLst>
          </p:cNvPr>
          <p:cNvSpPr txBox="1"/>
          <p:nvPr/>
        </p:nvSpPr>
        <p:spPr>
          <a:xfrm>
            <a:off x="5124091" y="-931653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VERSE 1 (1 of 2)</a:t>
            </a:r>
          </a:p>
        </p:txBody>
      </p:sp>
    </p:spTree>
    <p:extLst>
      <p:ext uri="{BB962C8B-B14F-4D97-AF65-F5344CB8AC3E}">
        <p14:creationId xmlns:p14="http://schemas.microsoft.com/office/powerpoint/2010/main" val="40915462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53C32-323F-AE56-808B-5A9BDF6D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2759EE-AB5A-AFC8-DD48-4F4D938B9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</a:t>
            </a:r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it's all that I can do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 I'll seek heaven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pray this for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B4D34-FBD2-68C5-FD09-2421B7E9286E}"/>
              </a:ext>
            </a:extLst>
          </p:cNvPr>
          <p:cNvSpPr txBox="1"/>
          <p:nvPr/>
        </p:nvSpPr>
        <p:spPr>
          <a:xfrm>
            <a:off x="5124091" y="-931653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VERSE 1 (2 of 2)</a:t>
            </a:r>
          </a:p>
        </p:txBody>
      </p:sp>
    </p:spTree>
    <p:extLst>
      <p:ext uri="{BB962C8B-B14F-4D97-AF65-F5344CB8AC3E}">
        <p14:creationId xmlns:p14="http://schemas.microsoft.com/office/powerpoint/2010/main" val="10853757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992BD-D91D-D587-433A-2C2AA57D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2BFE0E-A5EC-91C4-8C14-044CCADF8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circumstances would change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283F24-EA74-C224-BC67-A15997C30792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39320549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9787F-2024-9E13-D686-E5353EBF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9B4DE-88D0-F56D-A1D3-F8F2BB68A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E6804C-C61D-BC81-2494-74BDF669B860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19227501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00954-1B33-1264-AEB5-523B5531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625F75-6EC2-2287-DC1B-B5F1A024E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all authority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Declaring blessings every promise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faithful to keep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7B62EA-C459-5953-1F61-04A2F13E26A1}"/>
              </a:ext>
            </a:extLst>
          </p:cNvPr>
          <p:cNvSpPr txBox="1"/>
          <p:nvPr/>
        </p:nvSpPr>
        <p:spPr>
          <a:xfrm>
            <a:off x="5124091" y="-931653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VERSE 2 (1 of 2)</a:t>
            </a:r>
          </a:p>
        </p:txBody>
      </p:sp>
    </p:spTree>
    <p:extLst>
      <p:ext uri="{BB962C8B-B14F-4D97-AF65-F5344CB8AC3E}">
        <p14:creationId xmlns:p14="http://schemas.microsoft.com/office/powerpoint/2010/main" val="38492371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69AF64-2128-7634-4B70-7BD01E47B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C0D17B-C36F-BE5B-6E59-FC33E36C7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grave could ever hold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greater He is stronger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He's the God of possible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16B093-8446-638E-B1E4-04A7ECD90D0E}"/>
              </a:ext>
            </a:extLst>
          </p:cNvPr>
          <p:cNvSpPr txBox="1"/>
          <p:nvPr/>
        </p:nvSpPr>
        <p:spPr>
          <a:xfrm>
            <a:off x="5124091" y="-931653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VERSE 2 (2 of 2)</a:t>
            </a:r>
          </a:p>
        </p:txBody>
      </p:sp>
    </p:spTree>
    <p:extLst>
      <p:ext uri="{BB962C8B-B14F-4D97-AF65-F5344CB8AC3E}">
        <p14:creationId xmlns:p14="http://schemas.microsoft.com/office/powerpoint/2010/main" val="39677694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1E308-C2B8-10B0-A025-61BB07642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843070-43C3-7EB5-813C-87F76A84A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circumstances would change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31B75B-BF06-47AC-AB7E-EEB5C124559B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19536597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D3BD0-A824-EF2B-1090-CF9FD7858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C2F3DAA-8F92-9373-015B-800076134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4F91E9-CC66-0B1B-8E37-1245B8B525FC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5702213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517EE-E256-A31B-64EB-2E774D605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0D8D69-F3DA-A3CD-34E1-9429BAB18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come believe it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receive it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the power of His Spirit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now forever yours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CC3388-02A6-8740-31A8-36FAE3F5690D}"/>
              </a:ext>
            </a:extLst>
          </p:cNvPr>
          <p:cNvSpPr txBox="1"/>
          <p:nvPr/>
        </p:nvSpPr>
        <p:spPr>
          <a:xfrm>
            <a:off x="5124091" y="-931653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BRIDGE (1 of 2)</a:t>
            </a:r>
          </a:p>
        </p:txBody>
      </p:sp>
    </p:spTree>
    <p:extLst>
      <p:ext uri="{BB962C8B-B14F-4D97-AF65-F5344CB8AC3E}">
        <p14:creationId xmlns:p14="http://schemas.microsoft.com/office/powerpoint/2010/main" val="40866209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34442-0916-9B51-E632-53E4E22E2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8454C0-1EBF-02F8-973E-87D285422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believe it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receive it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mighty name of Jesus all things are possible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F51C4F-7B45-32F7-AA8F-AF16F1A7D9E7}"/>
              </a:ext>
            </a:extLst>
          </p:cNvPr>
          <p:cNvSpPr txBox="1"/>
          <p:nvPr/>
        </p:nvSpPr>
        <p:spPr>
          <a:xfrm>
            <a:off x="5124091" y="-931653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BRIDGE (2 of 2)</a:t>
            </a:r>
          </a:p>
        </p:txBody>
      </p:sp>
    </p:spTree>
    <p:extLst>
      <p:ext uri="{BB962C8B-B14F-4D97-AF65-F5344CB8AC3E}">
        <p14:creationId xmlns:p14="http://schemas.microsoft.com/office/powerpoint/2010/main" val="10275112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76828-2619-9FEE-569D-F8A064161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66E65A-8E61-C318-BF87-AD15287DC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circumstances would change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E0E4DB-7C7D-F75C-0A79-721B5833EE57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30048577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EB329-A682-80CC-D030-1EEFCA3C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A5DCA1-B332-B386-2B68-0B200E243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808F5B-06D1-A128-F1FD-4A82040D9D91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1793653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599754-B54E-1425-A024-5DE8D5A96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3B095B-7768-C440-5417-448CBA777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revival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restoration of faith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dead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come alive</a:t>
            </a:r>
          </a:p>
          <a:p>
            <a:endParaRPr lang="en-US" sz="480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name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B6C432-DC08-8F01-C62C-013EDD0BD221}"/>
              </a:ext>
            </a:extLst>
          </p:cNvPr>
          <p:cNvSpPr txBox="1"/>
          <p:nvPr/>
        </p:nvSpPr>
        <p:spPr>
          <a:xfrm>
            <a:off x="5124091" y="-931653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ENDING</a:t>
            </a:r>
          </a:p>
        </p:txBody>
      </p:sp>
    </p:spTree>
    <p:extLst>
      <p:ext uri="{BB962C8B-B14F-4D97-AF65-F5344CB8AC3E}">
        <p14:creationId xmlns:p14="http://schemas.microsoft.com/office/powerpoint/2010/main" val="5497007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Judson W. Van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DeVenter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and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composed by Winfield Scott Weeden (1896)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87129819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718A2-8E32-1A2C-4E24-D154C7133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C310A7F-66C1-552A-1BB0-E4427B6C9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freely give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6155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ever love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trust him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His presence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daily live</a:t>
            </a:r>
          </a:p>
        </p:txBody>
      </p:sp>
    </p:spTree>
    <p:extLst>
      <p:ext uri="{BB962C8B-B14F-4D97-AF65-F5344CB8AC3E}">
        <p14:creationId xmlns:p14="http://schemas.microsoft.com/office/powerpoint/2010/main" val="409357744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97448-733A-ACD9-9484-C3BD065E5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0E3DE9-70F1-C3EC-61E1-8A14412E0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blessed Savior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7024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1BB5E-62C6-D7D4-252A-0026AC4C5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959F70-9027-085D-237C-AE8927AC1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Humbly at His feet I bow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66392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603F6-7DAE-C828-B5A6-C4277D21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7E180D-9C31-CD96-9375-ABB10EE9B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Worldly pleasures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forsaken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me, Jesus,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me now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37095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8B897-9C4B-6B1D-E59C-984ED9F4B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AFBF75-4748-1557-F544-4301B6774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blessed Savior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1717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C0020-CDE6-BE90-B266-70E198B19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82E494-209B-24F3-1468-63DA0E35E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Make me, Savior, wholly Thine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11898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3FBE6C-9127-1976-1864-4A5F2CE7C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25AF71-A5A6-5115-32F6-5CC4EBD92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me feel Thy Holy Spirit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Truly know that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 art mine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92421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913BB-9C81-B03F-5443-B0EB4C21F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D5AABF-94AE-D027-36EA-EC4A2F571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blessed Savior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405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B0806-052D-7CF7-5311-FD92E4565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7E1D52-A70C-F824-FB2F-E70E9F2A2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I give myself to Thee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68036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449AC-B05D-4F4B-9E86-FDDF4A2F0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412CCC-8BB7-A0BA-5834-6A14B0EE5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 me with Thy love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power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Thy blessing fall on me</a:t>
            </a:r>
          </a:p>
        </p:txBody>
      </p:sp>
    </p:spTree>
    <p:extLst>
      <p:ext uri="{BB962C8B-B14F-4D97-AF65-F5344CB8AC3E}">
        <p14:creationId xmlns:p14="http://schemas.microsoft.com/office/powerpoint/2010/main" val="46880574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A55BC9-5A3B-2B7A-645B-349A513A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7C37143-2A80-1B11-ABAD-F9A94A4E5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blessed Savior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0450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CA6382-8C6F-22CE-7C48-E1B4E2117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69366D-0ACF-4E68-CDB3-F0E6281BD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Jesus I surrender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Now I feel the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sacred flame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6325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D2252-3561-44E1-0957-2F80CB200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AB734A-ACB3-C5A0-9BAA-94BE31A2C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 joy of full salvation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Glory, glory to His name</a:t>
            </a:r>
          </a:p>
        </p:txBody>
      </p:sp>
    </p:spTree>
    <p:extLst>
      <p:ext uri="{BB962C8B-B14F-4D97-AF65-F5344CB8AC3E}">
        <p14:creationId xmlns:p14="http://schemas.microsoft.com/office/powerpoint/2010/main" val="190068293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C096DA-DAB7-2F1C-393E-E630D045A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F5BD54-A8AC-6F51-0E17-821F063AC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thee,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blessed Savior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surrender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91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5268</TotalTime>
  <Words>1626</Words>
  <Application>Microsoft Macintosh PowerPoint</Application>
  <PresentationFormat>On-screen Show (4:3)</PresentationFormat>
  <Paragraphs>499</Paragraphs>
  <Slides>87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2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31</cp:revision>
  <dcterms:created xsi:type="dcterms:W3CDTF">2025-11-12T03:26:12Z</dcterms:created>
  <dcterms:modified xsi:type="dcterms:W3CDTF">2026-10-29T06:41:29Z</dcterms:modified>
</cp:coreProperties>
</file>