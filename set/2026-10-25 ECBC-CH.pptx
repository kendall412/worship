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9" r:id="rId7"/>
    <p:sldId id="287" r:id="rId8"/>
    <p:sldId id="290" r:id="rId9"/>
    <p:sldId id="288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06" r:id="rId28"/>
    <p:sldId id="274" r:id="rId29"/>
    <p:sldId id="277" r:id="rId30"/>
    <p:sldId id="307" r:id="rId31"/>
    <p:sldId id="278" r:id="rId32"/>
    <p:sldId id="279" r:id="rId33"/>
    <p:sldId id="280" r:id="rId34"/>
    <p:sldId id="281" r:id="rId35"/>
    <p:sldId id="282" r:id="rId36"/>
    <p:sldId id="283" r:id="rId37"/>
    <p:sldId id="308" r:id="rId38"/>
    <p:sldId id="309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75"/>
  </p:normalViewPr>
  <p:slideViewPr>
    <p:cSldViewPr snapToGrid="0">
      <p:cViewPr varScale="1">
        <p:scale>
          <a:sx n="96" d="100"/>
          <a:sy n="96" d="100"/>
        </p:scale>
        <p:origin x="19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Way Maker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D A Bm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moving in our midst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working in this place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590E31-CF75-001C-4F2C-A95AD13224F6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0F3758-7914-4088-E1A1-8442D99C10C4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&amp; to VERSE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2E7D6-7BFE-F4EC-BD92-24037CC3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26A616-C62F-3A4E-DD10-DC9090572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touching every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healing every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63856F-7D7F-2533-0E47-46DDF2108EFE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374467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3107B-9C10-A243-3B27-6A7C0D1AF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39098A-BBA4-5401-3533-2553180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turning lives around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here, mending every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worship You, I worship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AE42FC-D90B-CFB8-576B-A01936B9DDF9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1549233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02ABD-9B4F-0280-A048-14C796BD9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7A5408-EE44-497F-DC40-1EBB7D69E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B2DAB-4C99-FBBA-D513-E323B3253D66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TAG</a:t>
            </a:r>
          </a:p>
        </p:txBody>
      </p:sp>
    </p:spTree>
    <p:extLst>
      <p:ext uri="{BB962C8B-B14F-4D97-AF65-F5344CB8AC3E}">
        <p14:creationId xmlns:p14="http://schemas.microsoft.com/office/powerpoint/2010/main" val="2038161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7E1EC-35C4-2506-912A-358A9C89A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690726-76E4-4948-CEC0-EF83036C8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8503697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DD5770-15B1-AD4A-DEA5-9AFA7266FE4A}"/>
              </a:ext>
            </a:extLst>
          </p:cNvPr>
          <p:cNvSpPr txBox="1"/>
          <p:nvPr/>
        </p:nvSpPr>
        <p:spPr>
          <a:xfrm>
            <a:off x="7053943" y="6062210"/>
            <a:ext cx="4915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CHORUS</a:t>
            </a:r>
          </a:p>
        </p:txBody>
      </p:sp>
    </p:spTree>
    <p:extLst>
      <p:ext uri="{BB962C8B-B14F-4D97-AF65-F5344CB8AC3E}">
        <p14:creationId xmlns:p14="http://schemas.microsoft.com/office/powerpoint/2010/main" val="1683612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C9FAE9-4FE5-1CC8-5E62-976218FF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C8BDE6-1F12-98FC-A572-66FEF19A1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1D91BE-ADD1-9C00-39A2-1E8EF2BDBB12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BRIDGE</a:t>
            </a:r>
          </a:p>
        </p:txBody>
      </p:sp>
    </p:spTree>
    <p:extLst>
      <p:ext uri="{BB962C8B-B14F-4D97-AF65-F5344CB8AC3E}">
        <p14:creationId xmlns:p14="http://schemas.microsoft.com/office/powerpoint/2010/main" val="176135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CB402-66F9-46E1-6A5B-186BE3B0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30C96D-F2CC-B5A4-1CBE-73FD7F0BA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1027625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when I don't see it, You're working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when I don't feel it, You're working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never stop, You never stop working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never stop, You never stop working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98B386-F67F-7642-439E-35B46E41267B}"/>
              </a:ext>
            </a:extLst>
          </p:cNvPr>
          <p:cNvSpPr txBox="1"/>
          <p:nvPr/>
        </p:nvSpPr>
        <p:spPr>
          <a:xfrm>
            <a:off x="7112000" y="6062210"/>
            <a:ext cx="4857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CHORUS</a:t>
            </a:r>
          </a:p>
        </p:txBody>
      </p:sp>
    </p:spTree>
    <p:extLst>
      <p:ext uri="{BB962C8B-B14F-4D97-AF65-F5344CB8AC3E}">
        <p14:creationId xmlns:p14="http://schemas.microsoft.com/office/powerpoint/2010/main" val="320024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AC523-BF8F-33C7-BF6D-0F14C5E7A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869014-0E81-DDA9-DB2B-4AAB12A17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9472805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(You are) Way Maker, Miracle Worker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Promise Keeper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in the darkness,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0FD9ED-584C-F361-9A2F-FFADE6C6DB28}"/>
              </a:ext>
            </a:extLst>
          </p:cNvPr>
          <p:cNvSpPr txBox="1"/>
          <p:nvPr/>
        </p:nvSpPr>
        <p:spPr>
          <a:xfrm>
            <a:off x="7620000" y="6062210"/>
            <a:ext cx="4349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go to TAG</a:t>
            </a:r>
          </a:p>
        </p:txBody>
      </p:sp>
    </p:spTree>
    <p:extLst>
      <p:ext uri="{BB962C8B-B14F-4D97-AF65-F5344CB8AC3E}">
        <p14:creationId xmlns:p14="http://schemas.microsoft.com/office/powerpoint/2010/main" val="2516801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97790-F9F8-C922-DFA3-D7898FAE4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B6486F-6566-2F51-851F-A49919B2E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8503697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A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Bm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is who You are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9ED2FF-6043-8BB1-D01D-BE59403A25E4}"/>
              </a:ext>
            </a:extLst>
          </p:cNvPr>
          <p:cNvSpPr txBox="1"/>
          <p:nvPr/>
        </p:nvSpPr>
        <p:spPr>
          <a:xfrm>
            <a:off x="7053943" y="6062210"/>
            <a:ext cx="4915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solidFill>
                  <a:schemeClr val="bg1"/>
                </a:solidFill>
              </a:rPr>
              <a:t>Repeat + END</a:t>
            </a:r>
          </a:p>
        </p:txBody>
      </p:sp>
    </p:spTree>
    <p:extLst>
      <p:ext uri="{BB962C8B-B14F-4D97-AF65-F5344CB8AC3E}">
        <p14:creationId xmlns:p14="http://schemas.microsoft.com/office/powerpoint/2010/main" val="603663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323423" cy="2445459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Here I am to Worship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438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You stepped down into darkness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D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Opened my eyes, let me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D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Beauty that made this heart adore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D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of a life spent with You </a:t>
            </a:r>
          </a:p>
        </p:txBody>
      </p:sp>
    </p:spTree>
    <p:extLst>
      <p:ext uri="{BB962C8B-B14F-4D97-AF65-F5344CB8AC3E}">
        <p14:creationId xmlns:p14="http://schemas.microsoft.com/office/powerpoint/2010/main" val="376651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</p:spTree>
    <p:extLst>
      <p:ext uri="{BB962C8B-B14F-4D97-AF65-F5344CB8AC3E}">
        <p14:creationId xmlns:p14="http://schemas.microsoft.com/office/powerpoint/2010/main" val="376317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6FD02-8F08-9EFE-583B-F1502986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848196-6549-AA70-1832-272B32520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King of all days, oh so highly exalted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Glorious in heaven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You came to the earth You created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D         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 love's sake became poor</a:t>
            </a:r>
          </a:p>
        </p:txBody>
      </p:sp>
    </p:spTree>
    <p:extLst>
      <p:ext uri="{BB962C8B-B14F-4D97-AF65-F5344CB8AC3E}">
        <p14:creationId xmlns:p14="http://schemas.microsoft.com/office/powerpoint/2010/main" val="94670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9D002-FCA0-246E-16BA-0F489AE9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3BB9B5-6CA9-7169-DD30-3082D279E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1883E-42A4-5C3C-8C92-7247B4DFB3FD}"/>
              </a:ext>
            </a:extLst>
          </p:cNvPr>
          <p:cNvSpPr txBox="1"/>
          <p:nvPr/>
        </p:nvSpPr>
        <p:spPr>
          <a:xfrm>
            <a:off x="9532169" y="6211669"/>
            <a:ext cx="2611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Bridge</a:t>
            </a:r>
          </a:p>
        </p:txBody>
      </p:sp>
    </p:spTree>
    <p:extLst>
      <p:ext uri="{BB962C8B-B14F-4D97-AF65-F5344CB8AC3E}">
        <p14:creationId xmlns:p14="http://schemas.microsoft.com/office/powerpoint/2010/main" val="3064515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DDA93-1BDB-DE07-79C5-ACAD3F15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FD3354-E95B-5646-B089-C1B01426A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830744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never know how much it cost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see my sin upon that cross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DA54B-BE40-DC9C-0BD3-09EEF1D244C1}"/>
              </a:ext>
            </a:extLst>
          </p:cNvPr>
          <p:cNvSpPr txBox="1"/>
          <p:nvPr/>
        </p:nvSpPr>
        <p:spPr>
          <a:xfrm>
            <a:off x="8561294" y="6047546"/>
            <a:ext cx="3278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x3 to Chorus</a:t>
            </a:r>
          </a:p>
        </p:txBody>
      </p:sp>
    </p:spTree>
    <p:extLst>
      <p:ext uri="{BB962C8B-B14F-4D97-AF65-F5344CB8AC3E}">
        <p14:creationId xmlns:p14="http://schemas.microsoft.com/office/powerpoint/2010/main" val="2173782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B0709-CB67-06EF-FC21-14AED60C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493994-0B02-2A10-3B3A-17F179539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BCB16-F4E1-DD0C-F68F-C329E7FFFC3A}"/>
              </a:ext>
            </a:extLst>
          </p:cNvPr>
          <p:cNvSpPr txBox="1"/>
          <p:nvPr/>
        </p:nvSpPr>
        <p:spPr>
          <a:xfrm>
            <a:off x="9532169" y="6211669"/>
            <a:ext cx="2078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End</a:t>
            </a:r>
          </a:p>
        </p:txBody>
      </p:sp>
    </p:spTree>
    <p:extLst>
      <p:ext uri="{BB962C8B-B14F-4D97-AF65-F5344CB8AC3E}">
        <p14:creationId xmlns:p14="http://schemas.microsoft.com/office/powerpoint/2010/main" val="779846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219925" cy="2259929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The Solid Rock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(My Hope Is Built)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lean on Jesus' name</a:t>
            </a:r>
          </a:p>
        </p:txBody>
      </p:sp>
    </p:spTree>
    <p:extLst>
      <p:ext uri="{BB962C8B-B14F-4D97-AF65-F5344CB8AC3E}">
        <p14:creationId xmlns:p14="http://schemas.microsoft.com/office/powerpoint/2010/main" val="3010323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E98F4-A7A6-08C6-CF3A-9FA23F8D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A01E9F-5199-B666-CB42-94FE83412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veils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lovely face 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912196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F1423-0A80-1008-F63F-B09BA1E3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15473A-A217-7D93-A9DC-BB5F4AC12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G         C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2124541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45C12-5A2A-2832-2530-C738BF97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9EA354-A3F1-F182-8976-F5E1EB6AC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oath His </a:t>
            </a:r>
            <a:r>
              <a:rPr lang="en-US" sz="3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covenant and His 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Support me in the whelming flood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around my soul gives way</a:t>
            </a:r>
          </a:p>
          <a:p>
            <a:pPr algn="l"/>
            <a:r>
              <a:rPr lang="en-US" sz="3600" b="1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then is all my hope and stay</a:t>
            </a:r>
          </a:p>
        </p:txBody>
      </p:sp>
    </p:spTree>
    <p:extLst>
      <p:ext uri="{BB962C8B-B14F-4D97-AF65-F5344CB8AC3E}">
        <p14:creationId xmlns:p14="http://schemas.microsoft.com/office/powerpoint/2010/main" val="3709341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37FC5-F169-96D6-0CFF-03363B30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E5329C-3D66-8614-2D47-2ECCC5AA8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4283903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3AE27-FFB0-AC04-4A62-8E4AC03A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1F2854-B505-721F-B7B2-B2376D044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 to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4273333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6956538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74F20-83AE-4447-136F-5E6EDB779813}"/>
              </a:ext>
            </a:extLst>
          </p:cNvPr>
          <p:cNvSpPr txBox="1"/>
          <p:nvPr/>
        </p:nvSpPr>
        <p:spPr>
          <a:xfrm>
            <a:off x="7735330" y="6047546"/>
            <a:ext cx="4629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twice and END</a:t>
            </a:r>
          </a:p>
        </p:txBody>
      </p:sp>
    </p:spTree>
    <p:extLst>
      <p:ext uri="{BB962C8B-B14F-4D97-AF65-F5344CB8AC3E}">
        <p14:creationId xmlns:p14="http://schemas.microsoft.com/office/powerpoint/2010/main" val="138471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i="1" dirty="0">
                <a:latin typeface="Avenir Oblique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1961413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Am G     C/E    Am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    F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falling down in worship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Am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               F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before us and all who will believe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Am                         G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to the Lamb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   Am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6035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and if you've been redeemed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and if you bear His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Am  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forever and amen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BAA91-F4CA-AF11-8B21-880C24A0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E2076C-EC2B-9AA9-72FB-E39E7447C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7155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3F22B-B6D4-1B65-3695-3D78C994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9EFBE8-F6D1-FF88-9FF5-7769380D4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114FB-42D3-3970-4401-7F040E3DEDFE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1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448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5C67B-FE69-E38C-986A-A759EB98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CB84DF-7784-29BE-F5B2-98C4666CF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596AC-FFCC-4C68-4D38-D5D7874EE79D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2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8170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8CD93-5E2C-B84D-A10B-5E41D849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0D5276-DEFE-E10E-3378-8813A32DF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594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5DA3A-821F-B154-8D09-F7DC61C3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D0B4A5-785F-DD93-7066-973C87335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04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6467F-349E-71A5-A77C-B5B2E0A8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3659AC-BF4A-AB29-8F56-437766A13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A101A-3762-DDDA-D38F-78AA34AB84EF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7922293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In Christ Alone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659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G           Em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 my hope is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C           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light, my strength, my song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G   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cornerstone, this solid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C           D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through the fiercest drought and storm</a:t>
            </a:r>
          </a:p>
        </p:txBody>
      </p:sp>
    </p:spTree>
    <p:extLst>
      <p:ext uri="{BB962C8B-B14F-4D97-AF65-F5344CB8AC3E}">
        <p14:creationId xmlns:p14="http://schemas.microsoft.com/office/powerpoint/2010/main" val="14235379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80CA5-C309-82A9-C217-8E9BD179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73F0B-705F-39D7-4AEF-C723AD713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C                Em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heights of love, what depths of peace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C            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fears are stilled, when strivings cease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G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comforter, my all     in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D           G             G    C   Em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love of Christ I stand</a:t>
            </a:r>
          </a:p>
        </p:txBody>
      </p:sp>
    </p:spTree>
    <p:extLst>
      <p:ext uri="{BB962C8B-B14F-4D97-AF65-F5344CB8AC3E}">
        <p14:creationId xmlns:p14="http://schemas.microsoft.com/office/powerpoint/2010/main" val="122520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C3FCB-0A68-ECFF-334B-2702ABEB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89CB09-A4CA-D0CD-97A7-0BF14B065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G                Em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alone, who took on flesh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C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Fullness of God in helpless babe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G              Em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gift of love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Scorned by the ones He came to save</a:t>
            </a:r>
          </a:p>
        </p:txBody>
      </p:sp>
    </p:spTree>
    <p:extLst>
      <p:ext uri="{BB962C8B-B14F-4D97-AF65-F5344CB8AC3E}">
        <p14:creationId xmlns:p14="http://schemas.microsoft.com/office/powerpoint/2010/main" val="12531874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DED7F9-A243-7A28-6146-C54C90D8C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AC5E89-3E0C-EB75-98F1-AD3767B62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C           Em      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that cross as Jesus died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C   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wrath of God was satisfied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G         Em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every sin on Him was laid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D           G             G    C   Em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death of Christ I live</a:t>
            </a:r>
          </a:p>
        </p:txBody>
      </p:sp>
    </p:spTree>
    <p:extLst>
      <p:ext uri="{BB962C8B-B14F-4D97-AF65-F5344CB8AC3E}">
        <p14:creationId xmlns:p14="http://schemas.microsoft.com/office/powerpoint/2010/main" val="42474343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0B701-661F-0FBF-D9E9-EFFCCFE9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6E2721-CA81-F991-1998-4BC919D9D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G      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the ground His body    lay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by darkness slain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G             Em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bursting forth in glorious day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grave He rose again</a:t>
            </a:r>
          </a:p>
        </p:txBody>
      </p:sp>
    </p:spTree>
    <p:extLst>
      <p:ext uri="{BB962C8B-B14F-4D97-AF65-F5344CB8AC3E}">
        <p14:creationId xmlns:p14="http://schemas.microsoft.com/office/powerpoint/2010/main" val="1198865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F706BF-777E-15AA-EB5A-2F035B35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2DCC49-889B-78EF-8E1E-077516D93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C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as He stands in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vict-ory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C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Sin's curse has lost its grip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G           C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 am His and He is mine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         D             G        G    C   Em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Bought with the precious blood of Christ</a:t>
            </a:r>
          </a:p>
        </p:txBody>
      </p:sp>
    </p:spTree>
    <p:extLst>
      <p:ext uri="{BB962C8B-B14F-4D97-AF65-F5344CB8AC3E}">
        <p14:creationId xmlns:p14="http://schemas.microsoft.com/office/powerpoint/2010/main" val="29993605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C9DFFE-559D-8AE9-3335-614B94F2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CF4650-15D5-0517-9F1D-78573D12E4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G          Em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guilt of life, no fear in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the power of Christ in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G       Em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life's first cry to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C               D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commands my destiny</a:t>
            </a:r>
          </a:p>
        </p:txBody>
      </p:sp>
    </p:spTree>
    <p:extLst>
      <p:ext uri="{BB962C8B-B14F-4D97-AF65-F5344CB8AC3E}">
        <p14:creationId xmlns:p14="http://schemas.microsoft.com/office/powerpoint/2010/main" val="3986031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F1A30A-BD24-830C-9E3F-65D717438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1C45E3-9228-6028-D44D-24F54D543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969657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C           Em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power of hell, no scheme of man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C             Em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ever pluck me from His hand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G          Em        D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He returns or calls me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C         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G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power of Christ I'll stand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1F8B2-DE40-26D1-266F-26527030AC27}"/>
              </a:ext>
            </a:extLst>
          </p:cNvPr>
          <p:cNvSpPr txBox="1"/>
          <p:nvPr/>
        </p:nvSpPr>
        <p:spPr>
          <a:xfrm>
            <a:off x="9399731" y="6059270"/>
            <a:ext cx="2616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and END</a:t>
            </a:r>
          </a:p>
        </p:txBody>
      </p:sp>
    </p:spTree>
    <p:extLst>
      <p:ext uri="{BB962C8B-B14F-4D97-AF65-F5344CB8AC3E}">
        <p14:creationId xmlns:p14="http://schemas.microsoft.com/office/powerpoint/2010/main" val="1238817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1762</Words>
  <Application>Microsoft Macintosh PowerPoint</Application>
  <PresentationFormat>Widescreen</PresentationFormat>
  <Paragraphs>410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48</cp:revision>
  <dcterms:created xsi:type="dcterms:W3CDTF">2025-11-12T03:26:12Z</dcterms:created>
  <dcterms:modified xsi:type="dcterms:W3CDTF">2026-10-25T15:41:19Z</dcterms:modified>
</cp:coreProperties>
</file>