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75" r:id="rId3"/>
    <p:sldId id="277" r:id="rId4"/>
    <p:sldId id="276" r:id="rId5"/>
    <p:sldId id="279" r:id="rId6"/>
    <p:sldId id="280" r:id="rId7"/>
    <p:sldId id="281" r:id="rId8"/>
    <p:sldId id="278" r:id="rId9"/>
    <p:sldId id="283" r:id="rId10"/>
    <p:sldId id="282" r:id="rId11"/>
    <p:sldId id="284" r:id="rId12"/>
    <p:sldId id="285" r:id="rId13"/>
    <p:sldId id="256" r:id="rId14"/>
    <p:sldId id="274" r:id="rId15"/>
    <p:sldId id="286" r:id="rId16"/>
    <p:sldId id="258" r:id="rId17"/>
    <p:sldId id="259" r:id="rId18"/>
    <p:sldId id="260" r:id="rId19"/>
    <p:sldId id="261" r:id="rId20"/>
    <p:sldId id="262" r:id="rId21"/>
    <p:sldId id="263" r:id="rId22"/>
    <p:sldId id="265" r:id="rId23"/>
    <p:sldId id="264" r:id="rId24"/>
    <p:sldId id="266" r:id="rId25"/>
    <p:sldId id="267" r:id="rId26"/>
    <p:sldId id="270" r:id="rId27"/>
    <p:sldId id="271" r:id="rId28"/>
    <p:sldId id="272" r:id="rId29"/>
    <p:sldId id="273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68" r:id="rId42"/>
    <p:sldId id="298" r:id="rId43"/>
    <p:sldId id="269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725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03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36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89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8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54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6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41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3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37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12/27/25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5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Stories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Think you’re like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tender whisper of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dead of night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you’re pleased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Many searching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Far and wide</a:t>
            </a: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79D6A-D600-EB8F-1563-9CCD21C8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805491-C83A-BB6E-0561-2E6A9EC30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We’re all searching for answers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Only you provide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we need before we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Say a word</a:t>
            </a:r>
          </a:p>
        </p:txBody>
      </p:sp>
    </p:spTree>
    <p:extLst>
      <p:ext uri="{BB962C8B-B14F-4D97-AF65-F5344CB8AC3E}">
        <p14:creationId xmlns:p14="http://schemas.microsoft.com/office/powerpoint/2010/main" val="3885993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3DE1C-1798-B848-FD3A-DD0C30214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2BD15F2-695B-6197-C236-824F76F491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268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are perfect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all of your ways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us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undeniable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speak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2182F0-C605-B075-6415-EDD8A084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C46C3E-3623-DE85-94CC-29F4EB529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Unexplainable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I, I can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Hardly think</a:t>
            </a:r>
          </a:p>
        </p:txBody>
      </p:sp>
    </p:spTree>
    <p:extLst>
      <p:ext uri="{BB962C8B-B14F-4D97-AF65-F5344CB8AC3E}">
        <p14:creationId xmlns:p14="http://schemas.microsoft.com/office/powerpoint/2010/main" val="2920822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0BC644-AAF2-1083-18EB-BB078CF8F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04B65FD-73D0-F137-5430-B7235C6E4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Deeper still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Love Love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07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CAF8C5-F4FC-B5B4-923C-EF14680D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E2D2CC-ED0F-F941-B292-10D73C7A1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924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197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EF226F-5A93-E638-EAFD-96417E57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3EB68F-F1A3-231A-50FF-C457BDA66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3261840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56551-DEA6-474F-B655-791384307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B67AEAC-8126-3BF1-CB49-31135611B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and rose again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1234787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FE043-DEC0-14F3-65D7-04C48F82D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CA1C6E0-216C-E27F-BBFB-EE511AD6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047265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mountain range reflected in a lake&#10;&#10;AI-generated content may be incorrect.">
            <a:extLst>
              <a:ext uri="{FF2B5EF4-FFF2-40B4-BE49-F238E27FC236}">
                <a16:creationId xmlns:a16="http://schemas.microsoft.com/office/drawing/2014/main" id="{98BA084F-0CF8-8D13-165C-DA40FA274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19" r="17612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497781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20367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8471BC-71FA-5050-E195-E824F107A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F4B07D-1F4C-FAA9-270A-D4E9E8B3C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34146408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171DC-FEDD-4A1C-FD22-D2CB403D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63502A-CAAA-C6D0-037F-1A6AA07A9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979178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love could remember,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wrongs we have done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Omniscient all-knowing,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counts not their sum</a:t>
            </a: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Thrown into a sea,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without bottom or shore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728047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C21AE-62D7-8212-9813-7A15697E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279BC-EC6B-E7D7-BEC4-D6AC900897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22671219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461BD-C845-840A-EAC2-ABDFCD100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C29F60-22B1-3E8D-ED2C-9A01A471A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9263024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A817F-60B4-9AB9-EFC4-AAC3AA9B0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607DF9-90AB-0EC9-1C9C-C71ABF2EC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patience would wait as we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constantly roam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Father so tender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calling us home</a:t>
            </a:r>
          </a:p>
        </p:txBody>
      </p:sp>
    </p:spTree>
    <p:extLst>
      <p:ext uri="{BB962C8B-B14F-4D97-AF65-F5344CB8AC3E}">
        <p14:creationId xmlns:p14="http://schemas.microsoft.com/office/powerpoint/2010/main" val="35367143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B9699A-1C08-9EFB-9CF2-08D5FBAFF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357661B-3091-0E01-24FD-4DA1D8081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welcomes the weakest,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vilest, the poor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992958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6430C-F080-BAC0-6911-7773A1C75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29FF72-2542-4B42-F83E-6F9237349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23002503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57511-55CF-9AF6-63C4-CA8AF74AC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A40B855-4967-09E1-361A-6BD31C1FA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34931231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B28804-0296-2F6C-62C2-18A0239C9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13D3C6-E285-880B-ACB9-52B26040E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riches of kindness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lavished on us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blood was the payment,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life was the cost</a:t>
            </a:r>
          </a:p>
        </p:txBody>
      </p:sp>
    </p:spTree>
    <p:extLst>
      <p:ext uri="{BB962C8B-B14F-4D97-AF65-F5344CB8AC3E}">
        <p14:creationId xmlns:p14="http://schemas.microsoft.com/office/powerpoint/2010/main" val="1157592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6B65D-96F1-5B6D-9D9A-933A4AAB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7DBBAA-2033-906F-4C36-5619AE08F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stood 'neath a debt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could never afford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</p:txBody>
      </p:sp>
    </p:spTree>
    <p:extLst>
      <p:ext uri="{BB962C8B-B14F-4D97-AF65-F5344CB8AC3E}">
        <p14:creationId xmlns:p14="http://schemas.microsoft.com/office/powerpoint/2010/main" val="11690121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EA5D3B-5A31-5698-7DF9-54DDEFA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198300B-F415-10BF-A959-7056D317E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</a:t>
            </a:r>
            <a:b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Stronger than darkness,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new every morn</a:t>
            </a:r>
          </a:p>
        </p:txBody>
      </p:sp>
    </p:spTree>
    <p:extLst>
      <p:ext uri="{BB962C8B-B14F-4D97-AF65-F5344CB8AC3E}">
        <p14:creationId xmlns:p14="http://schemas.microsoft.com/office/powerpoint/2010/main" val="3938360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77808D-1E46-8C81-5D76-B14D1413F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6E42776-788D-F826-6994-B48B153D9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sins they are many,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mercy is more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162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703</Words>
  <Application>Microsoft Macintosh PowerPoint</Application>
  <PresentationFormat>Widescreen</PresentationFormat>
  <Paragraphs>263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Aptos Display</vt:lpstr>
      <vt:lpstr>Arial</vt:lpstr>
      <vt:lpstr>Avenir Medium</vt:lpstr>
      <vt:lpstr>Avenir Oblique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</cp:revision>
  <dcterms:created xsi:type="dcterms:W3CDTF">2025-12-28T01:23:21Z</dcterms:created>
  <dcterms:modified xsi:type="dcterms:W3CDTF">2025-12-28T01:24:59Z</dcterms:modified>
</cp:coreProperties>
</file>