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6" r:id="rId6"/>
    <p:sldId id="287" r:id="rId7"/>
    <p:sldId id="288" r:id="rId8"/>
    <p:sldId id="289" r:id="rId9"/>
    <p:sldId id="261" r:id="rId10"/>
    <p:sldId id="275" r:id="rId11"/>
    <p:sldId id="263" r:id="rId12"/>
    <p:sldId id="265" r:id="rId13"/>
    <p:sldId id="267" r:id="rId14"/>
    <p:sldId id="290" r:id="rId15"/>
    <p:sldId id="271" r:id="rId16"/>
    <p:sldId id="277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8"/>
  </p:normalViewPr>
  <p:slideViewPr>
    <p:cSldViewPr snapToGrid="0">
      <p:cViewPr varScale="1">
        <p:scale>
          <a:sx n="96" d="100"/>
          <a:sy n="96" d="100"/>
        </p:scale>
        <p:origin x="152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00537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/ C / F / C  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2</a:t>
            </a:r>
            <a:r>
              <a:rPr lang="en-US" sz="3600" baseline="30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nd</a:t>
            </a:r>
            <a:r>
              <a:rPr lang="en-US" sz="3600" dirty="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 for Marina</a:t>
            </a:r>
            <a:r>
              <a:rPr lang="en-US" sz="3600">
                <a:solidFill>
                  <a:schemeClr val="accent1">
                    <a:lumMod val="20000"/>
                    <a:lumOff val="8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, Skyler</a:t>
            </a:r>
            <a:endParaRPr lang="en-US" sz="3600" dirty="0">
              <a:solidFill>
                <a:schemeClr val="accent1">
                  <a:lumMod val="20000"/>
                  <a:lumOff val="8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commands all the hosts of heaven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make	every king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can whisper	and	darkness trembles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FFE59-388D-EE4A-20EB-B530C97A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88C20-E1F1-8F5E-B0AC-DDA8ED4840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beauty demands such praises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           F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</a:t>
            </a:r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splendour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outshines the sun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F   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majesty rules with justice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1803805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CE80D-BB37-21EF-5E19-44FECF9A6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7BE86D-3EC3-C4BD-2C09-4157D72414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C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glory consumes like fire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power can raise the dead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F  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name	 remains undefeated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087674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0A5BA1-EC57-2DD0-534C-0CA925B7E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98AA49-8148-72B2-3BFC-F52BB40FA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495A1-C153-A8BA-3F84-C5A2E0001537}"/>
              </a:ext>
            </a:extLst>
          </p:cNvPr>
          <p:cNvSpPr txBox="1"/>
          <p:nvPr/>
        </p:nvSpPr>
        <p:spPr>
          <a:xfrm>
            <a:off x="10930597" y="5877544"/>
            <a:ext cx="7649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482040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DAC4C-223B-3408-320B-752696C4D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B325B7-B24C-99A1-59D2-4ABAE23DC9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C                F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rescue me	 from my failing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C     F     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would offer His only Son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C                       F        C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invites me to call Him Father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G	      C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</p:spTree>
    <p:extLst>
      <p:ext uri="{BB962C8B-B14F-4D97-AF65-F5344CB8AC3E}">
        <p14:creationId xmlns:p14="http://schemas.microsoft.com/office/powerpoint/2010/main" val="3333759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A13A65-EB72-D1BC-2C16-E5794831C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7DBE5F2-BF3E-3EF6-B768-F5755D6E1F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G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	One	 and	 the	Only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	              F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	holy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G     Am	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	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F                 G</a:t>
            </a:r>
          </a:p>
          <a:p>
            <a:pPr algn="l"/>
            <a:r>
              <a:rPr lang="en-US" sz="3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the Holy God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0429ED-D90A-208A-D2CA-124911DE55EB}"/>
              </a:ext>
            </a:extLst>
          </p:cNvPr>
          <p:cNvSpPr txBox="1"/>
          <p:nvPr/>
        </p:nvSpPr>
        <p:spPr>
          <a:xfrm>
            <a:off x="10654478" y="5924436"/>
            <a:ext cx="131478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949989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All sufficient merit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CAPO @ 4th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G       F      C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   sufficient merit    Shining like the sun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G  F         C        F           G   F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  inherit      By no work I    have done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     F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 At my saviors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Am    F             G          C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 Did what I could not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A8B09-2F31-905B-BD0E-1A22C68C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957205-5518-134E-F4A7-AD9AB21DC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497702"/>
            <a:ext cx="11778916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  F        C   F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 Eternal now in time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F       C         F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 The maker made to die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        Am              F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 Our lawlessness had won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Am        F               G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 Lamb had finally come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75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6EB98-5F43-3DA3-94A9-EB6300F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DE054B-FBE9-55DC-2B7F-6146B7B7E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44379"/>
            <a:ext cx="11694695" cy="6497053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G             F   C         F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 Any empty boast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Am             G      F     C   F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 By the sinful host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my LORD Jesus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F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Am             F    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His righteousness is mine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43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0E144-A34A-1A7E-3D93-EC5505F8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3D9DA3-F165-DFCF-2028-0E597DF9E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76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EAD9D-411B-BBB0-2853-4AE179FD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A9DF7F-CB55-F585-2E89-9D375B087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68442"/>
            <a:ext cx="11706725" cy="650908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G     F      C 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    Firm in life and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Am    G         F  C            F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 Shall be my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Am          F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 Before the throne of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      Am 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 And thank Him for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3099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D0476-3A73-409D-C8D3-FE69BF61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C50E98-504C-878B-73B5-129D4080A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9375569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2670CC-27AB-26C0-285B-D385CE2DC875}"/>
              </a:ext>
            </a:extLst>
          </p:cNvPr>
          <p:cNvSpPr txBox="1"/>
          <p:nvPr/>
        </p:nvSpPr>
        <p:spPr>
          <a:xfrm>
            <a:off x="9933048" y="6273225"/>
            <a:ext cx="22589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X2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andEND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1328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Build My Life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711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</a:t>
            </a:r>
            <a:endParaRPr lang="en-US" sz="3600" dirty="0">
              <a:solidFill>
                <a:schemeClr val="accent1">
                  <a:lumMod val="40000"/>
                  <a:lumOff val="60000"/>
                </a:schemeClr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song we could ever sing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the praise we could ever bring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11230644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C5F68-2490-F980-1866-F66629E09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6BCCAC-B787-98A1-8EFC-165741C98B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5123538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8166346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62E725-FC7A-BD29-C0AD-DA0DD071F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EAAF69-99FD-8610-CCC0-44B8461B4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76" y="164123"/>
            <a:ext cx="11852031" cy="652975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name above every other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the only one that could ever save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every breath we could ever breathe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G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live for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We live for You</a:t>
            </a:r>
          </a:p>
        </p:txBody>
      </p:sp>
    </p:spTree>
    <p:extLst>
      <p:ext uri="{BB962C8B-B14F-4D97-AF65-F5344CB8AC3E}">
        <p14:creationId xmlns:p14="http://schemas.microsoft.com/office/powerpoint/2010/main" val="2870463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F75689-E941-5408-274B-1212DAF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006379-23F5-B41E-9471-D9A3225A0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</p:spTree>
    <p:extLst>
      <p:ext uri="{BB962C8B-B14F-4D97-AF65-F5344CB8AC3E}">
        <p14:creationId xmlns:p14="http://schemas.microsoft.com/office/powerpoint/2010/main" val="19907063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063C65-6C59-9A38-2A0E-9AAD458EE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6A5585-53BB-6F53-953E-D38B42F90E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5" y="152400"/>
            <a:ext cx="7181330" cy="6506308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D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build my life, upon Your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a firm foundation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D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put my trust, in You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will not be shaken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B0EA6-34CF-4E27-BE3F-F58FA187821D}"/>
              </a:ext>
            </a:extLst>
          </p:cNvPr>
          <p:cNvSpPr txBox="1"/>
          <p:nvPr/>
        </p:nvSpPr>
        <p:spPr>
          <a:xfrm>
            <a:off x="8155858" y="6073933"/>
            <a:ext cx="4036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play twice &amp; to chorus</a:t>
            </a:r>
          </a:p>
        </p:txBody>
      </p:sp>
    </p:spTree>
    <p:extLst>
      <p:ext uri="{BB962C8B-B14F-4D97-AF65-F5344CB8AC3E}">
        <p14:creationId xmlns:p14="http://schemas.microsoft.com/office/powerpoint/2010/main" val="20305354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3F554-34E3-3B1E-787D-C48115085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7F3F4D-C0D4-4A72-4951-1ABEC1BFE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354" y="152400"/>
            <a:ext cx="11664461" cy="6506308"/>
          </a:xfrm>
        </p:spPr>
        <p:txBody>
          <a:bodyPr>
            <a:noAutofit/>
          </a:bodyPr>
          <a:lstStyle/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Am                       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there is no one like You There is none beside You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Em                           C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 up my eyes in wonder and Show me who You are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fill me with Your heart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lead me in Your love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Em                       C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those around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FD1541-FF07-8598-DC17-EC928F2098CE}"/>
              </a:ext>
            </a:extLst>
          </p:cNvPr>
          <p:cNvSpPr txBox="1"/>
          <p:nvPr/>
        </p:nvSpPr>
        <p:spPr>
          <a:xfrm>
            <a:off x="10751574" y="6073933"/>
            <a:ext cx="14404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5472439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I Stand Amazed in the Presence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939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amazed in the presence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Jesus the Nazarene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wonder how He could love me,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D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sinner, condemned, unclean.</a:t>
            </a:r>
          </a:p>
        </p:txBody>
      </p:sp>
    </p:spTree>
    <p:extLst>
      <p:ext uri="{BB962C8B-B14F-4D97-AF65-F5344CB8AC3E}">
        <p14:creationId xmlns:p14="http://schemas.microsoft.com/office/powerpoint/2010/main" val="3598223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25085035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9B697-C955-8929-B13A-EF8BCDAD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5A0F67-AE7D-7B50-CD03-8D69CDB73D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took my sins and my sorrows;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made them His very 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bore the burden to Calvary,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       D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suffered and died alone</a:t>
            </a:r>
          </a:p>
        </p:txBody>
      </p:sp>
    </p:spTree>
    <p:extLst>
      <p:ext uri="{BB962C8B-B14F-4D97-AF65-F5344CB8AC3E}">
        <p14:creationId xmlns:p14="http://schemas.microsoft.com/office/powerpoint/2010/main" val="3171971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54C427-EB31-1FCA-0E2D-2E20B1CF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662E-1B4A-F57A-C7F5-EFEE6E1FCE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34874078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E64903-A72F-68AE-28CD-CA9A9F94A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30622F-8745-A195-2576-EBD60F643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with the ransomed in glory,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face I at last shall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           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’Twill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be my joy through the ages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D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of His love for me</a:t>
            </a:r>
          </a:p>
        </p:txBody>
      </p:sp>
    </p:spTree>
    <p:extLst>
      <p:ext uri="{BB962C8B-B14F-4D97-AF65-F5344CB8AC3E}">
        <p14:creationId xmlns:p14="http://schemas.microsoft.com/office/powerpoint/2010/main" val="40764614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AA134-1261-AB8F-6262-F1113AC1D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F6A1FAF-F546-8A9B-B7FA-8785E2DE23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F1F59-D2E7-3F36-19B3-040E10C6F7D5}"/>
              </a:ext>
            </a:extLst>
          </p:cNvPr>
          <p:cNvSpPr txBox="1"/>
          <p:nvPr/>
        </p:nvSpPr>
        <p:spPr>
          <a:xfrm>
            <a:off x="11153552" y="6273225"/>
            <a:ext cx="10384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69729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126140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Amazing Grace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8743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      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 how sweet the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saved a wretch like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   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once was lost but now am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 blind but now I see</a:t>
            </a:r>
          </a:p>
        </p:txBody>
      </p:sp>
    </p:spTree>
    <p:extLst>
      <p:ext uri="{BB962C8B-B14F-4D97-AF65-F5344CB8AC3E}">
        <p14:creationId xmlns:p14="http://schemas.microsoft.com/office/powerpoint/2010/main" val="29398122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8F86F2-D5DE-3372-1C56-AD2AC550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8F56EB-C7DD-F9E2-2BF4-0861C3C254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         C   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T'was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Grace that taught My heart to fear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Grace, my fears relieved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C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precious did that Grace appear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hour I first believed</a:t>
            </a:r>
          </a:p>
        </p:txBody>
      </p:sp>
    </p:spTree>
    <p:extLst>
      <p:ext uri="{BB962C8B-B14F-4D97-AF65-F5344CB8AC3E}">
        <p14:creationId xmlns:p14="http://schemas.microsoft.com/office/powerpoint/2010/main" val="12696751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3ACAE5-BD9B-E479-4055-F70327C3C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F9D9F2-97BD-A5A2-87D9-DEF06C49B9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C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many dangers Toils and snares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already come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’Tis grace hath brought me safe thus far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 will lead me home</a:t>
            </a:r>
          </a:p>
        </p:txBody>
      </p:sp>
    </p:spTree>
    <p:extLst>
      <p:ext uri="{BB962C8B-B14F-4D97-AF65-F5344CB8AC3E}">
        <p14:creationId xmlns:p14="http://schemas.microsoft.com/office/powerpoint/2010/main" val="22995204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A6789-8A72-563E-3BA2-8FBF399A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7FA99E-CD5C-2C7F-6A80-0415A0D04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       C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Lord has promised good to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Word my hope secures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     C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will my Shield and Portion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</a:t>
            </a:r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D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long as life endures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0829A0-8495-04B5-FFBE-F5DB306DBB44}"/>
              </a:ext>
            </a:extLst>
          </p:cNvPr>
          <p:cNvSpPr txBox="1"/>
          <p:nvPr/>
        </p:nvSpPr>
        <p:spPr>
          <a:xfrm>
            <a:off x="10793843" y="615011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10000"/>
                    <a:lumOff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349758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1450</Words>
  <Application>Microsoft Macintosh PowerPoint</Application>
  <PresentationFormat>Widescreen</PresentationFormat>
  <Paragraphs>311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51</cp:revision>
  <dcterms:created xsi:type="dcterms:W3CDTF">2025-11-12T03:26:12Z</dcterms:created>
  <dcterms:modified xsi:type="dcterms:W3CDTF">2026-08-16T16:19:39Z</dcterms:modified>
</cp:coreProperties>
</file>