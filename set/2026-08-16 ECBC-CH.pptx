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  <p:sldId id="261" r:id="rId10"/>
    <p:sldId id="275" r:id="rId11"/>
    <p:sldId id="263" r:id="rId12"/>
    <p:sldId id="265" r:id="rId13"/>
    <p:sldId id="267" r:id="rId14"/>
    <p:sldId id="290" r:id="rId15"/>
    <p:sldId id="271" r:id="rId16"/>
    <p:sldId id="277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6"/>
  </p:normalViewPr>
  <p:slideViewPr>
    <p:cSldViewPr snapToGrid="0">
      <p:cViewPr varScale="1">
        <p:scale>
          <a:sx n="91" d="100"/>
          <a:sy n="91" d="100"/>
        </p:scale>
        <p:origin x="208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C / F / C  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 for Marina</a:t>
            </a:r>
            <a:r>
              <a:rPr lang="en-US" sz="360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, Skyler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           F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F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           F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CAPO @ 4th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G       F      C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   sufficient merit    Shining like the sun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G  F         C        F           G   F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  inherit      By no work I   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F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 At my saviors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Am    F             G          C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Did what I could not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497702"/>
            <a:ext cx="11778916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  F        C   F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F       C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   Am              F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Am        F  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44379"/>
            <a:ext cx="11694695" cy="6497053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G             F   C         F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G      F     C   F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F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Am             F    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0E144-A34A-1A7E-3D93-EC5505F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D9DA3-F165-DFCF-2028-0E597DF9E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76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8442"/>
            <a:ext cx="11706725" cy="650908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G     F      C 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Firm in life and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G         F  C            F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Am          F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D0476-3A73-409D-C8D3-FE69BF61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C50E98-504C-878B-73B5-129D4080A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670CC-27AB-26C0-285B-D385CE2DC875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65132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71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we could ever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we could ever bring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1123064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C5F68-2490-F980-1866-F66629E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BCCAC-B787-98A1-8EFC-165741C9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512353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816634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2E725-FC7A-BD29-C0AD-DA0DD071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EAAF69-99FD-8610-CCC0-44B8461B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870463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75689-E941-5408-274B-1212DAF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06379-23F5-B41E-9471-D9A3225A0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990706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63C65-6C59-9A38-2A0E-9AAD458E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A5585-53BB-6F53-953E-D38B42F9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5" y="152400"/>
            <a:ext cx="7181330" cy="6506308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upon Your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D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in You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0EA6-34CF-4E27-BE3F-F58FA187821D}"/>
              </a:ext>
            </a:extLst>
          </p:cNvPr>
          <p:cNvSpPr txBox="1"/>
          <p:nvPr/>
        </p:nvSpPr>
        <p:spPr>
          <a:xfrm>
            <a:off x="8155858" y="6073933"/>
            <a:ext cx="403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&amp; to chorus</a:t>
            </a:r>
          </a:p>
        </p:txBody>
      </p:sp>
    </p:spTree>
    <p:extLst>
      <p:ext uri="{BB962C8B-B14F-4D97-AF65-F5344CB8AC3E}">
        <p14:creationId xmlns:p14="http://schemas.microsoft.com/office/powerpoint/2010/main" val="2030535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F554-34E3-3B1E-787D-C481150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7F3F4D-C0D4-4A72-4951-1ABEC1BF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541-FF07-8598-DC17-EC928F2098CE}"/>
              </a:ext>
            </a:extLst>
          </p:cNvPr>
          <p:cNvSpPr txBox="1"/>
          <p:nvPr/>
        </p:nvSpPr>
        <p:spPr>
          <a:xfrm>
            <a:off x="10751574" y="6073933"/>
            <a:ext cx="144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47243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39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D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unclean.</a:t>
            </a:r>
          </a:p>
        </p:txBody>
      </p:sp>
    </p:spTree>
    <p:extLst>
      <p:ext uri="{BB962C8B-B14F-4D97-AF65-F5344CB8AC3E}">
        <p14:creationId xmlns:p14="http://schemas.microsoft.com/office/powerpoint/2010/main" val="3598223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508503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9B697-C955-8929-B13A-EF8BCDAD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5A0F67-AE7D-7B50-CD03-8D69CDB73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D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</p:txBody>
      </p:sp>
    </p:spTree>
    <p:extLst>
      <p:ext uri="{BB962C8B-B14F-4D97-AF65-F5344CB8AC3E}">
        <p14:creationId xmlns:p14="http://schemas.microsoft.com/office/powerpoint/2010/main" val="3171971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4C427-EB31-1FCA-0E2D-2E20B1CF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662E-1B4A-F57A-C7F5-EFEE6E1FC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3487407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4903-A72F-68AE-28CD-CA9A9F94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30622F-8745-A195-2576-EBD60F643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D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</p:txBody>
      </p:sp>
    </p:spTree>
    <p:extLst>
      <p:ext uri="{BB962C8B-B14F-4D97-AF65-F5344CB8AC3E}">
        <p14:creationId xmlns:p14="http://schemas.microsoft.com/office/powerpoint/2010/main" val="4076461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AA134-1261-AB8F-6262-F1113AC1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6A1FAF-F546-8A9B-B7FA-8785E2DE2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F1F59-D2E7-3F36-19B3-040E10C6F7D5}"/>
              </a:ext>
            </a:extLst>
          </p:cNvPr>
          <p:cNvSpPr txBox="1"/>
          <p:nvPr/>
        </p:nvSpPr>
        <p:spPr>
          <a:xfrm>
            <a:off x="11153552" y="6273225"/>
            <a:ext cx="103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69729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126140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74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      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how sweet the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</p:txBody>
      </p:sp>
    </p:spTree>
    <p:extLst>
      <p:ext uri="{BB962C8B-B14F-4D97-AF65-F5344CB8AC3E}">
        <p14:creationId xmlns:p14="http://schemas.microsoft.com/office/powerpoint/2010/main" val="2939812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86F2-D5DE-3372-1C56-AD2AC550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8F56EB-C7DD-F9E2-2BF4-0861C3C2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C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My heart to fear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</p:txBody>
      </p:sp>
    </p:spTree>
    <p:extLst>
      <p:ext uri="{BB962C8B-B14F-4D97-AF65-F5344CB8AC3E}">
        <p14:creationId xmlns:p14="http://schemas.microsoft.com/office/powerpoint/2010/main" val="1269675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ACAE5-BD9B-E479-4055-F70327C3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9D9F2-97BD-A5A2-87D9-DEF06C49B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Toils and snares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safe thus far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</p:txBody>
      </p:sp>
    </p:spTree>
    <p:extLst>
      <p:ext uri="{BB962C8B-B14F-4D97-AF65-F5344CB8AC3E}">
        <p14:creationId xmlns:p14="http://schemas.microsoft.com/office/powerpoint/2010/main" val="2299520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6789-8A72-563E-3BA2-8FBF399A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7FA99E-CD5C-2C7F-6A80-0415A0D04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  C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good to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C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D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829A0-8495-04B5-FFBE-F5DB306DBB44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4975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1449</Words>
  <Application>Microsoft Macintosh PowerPoint</Application>
  <PresentationFormat>Widescreen</PresentationFormat>
  <Paragraphs>311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50</cp:revision>
  <dcterms:created xsi:type="dcterms:W3CDTF">2025-11-12T03:26:12Z</dcterms:created>
  <dcterms:modified xsi:type="dcterms:W3CDTF">2026-08-16T03:43:00Z</dcterms:modified>
</cp:coreProperties>
</file>