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750"/>
    <p:restoredTop sz="94789"/>
  </p:normalViewPr>
  <p:slideViewPr>
    <p:cSldViewPr snapToGrid="0">
      <p:cViewPr varScale="1">
        <p:scale>
          <a:sx n="95" d="100"/>
          <a:sy n="95" d="100"/>
        </p:scale>
        <p:origin x="192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F0956-46F3-94F4-C916-7DBB3D405DFA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Beth </a:t>
            </a:r>
            <a:r>
              <a:rPr lang="en-US" dirty="0" err="1">
                <a:solidFill>
                  <a:schemeClr val="bg1"/>
                </a:solidFill>
              </a:rPr>
              <a:t>RedmanMatt</a:t>
            </a:r>
            <a:r>
              <a:rPr lang="en-US" dirty="0">
                <a:solidFill>
                  <a:schemeClr val="bg1"/>
                </a:solidFill>
              </a:rPr>
              <a:t> Redman (2002)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2002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land that is plentiful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750D-6A6D-7385-5860-A58C894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1BEA6F-427C-16E7-F7B2-E093D7FAE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I'm found in the desert place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8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15737-D66B-B261-C89D-05358418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19AFF1-FCD9-02EA-5482-D5C795014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12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8B94C-AAE7-0D8F-90B8-0180EE5C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70585E-014F-EC0C-25BA-EE4190A79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3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E1F87-D215-A9D3-4A9C-9FED502F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CA21A-8DD2-FA73-DA41-84386C841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sun's shining down on me          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9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8B5A3-B86E-9758-FF86-D26ADCA3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C6A437-CFDE-C163-81BE-85B376CD8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4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87583-592A-86DD-991D-8488D76B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4ABF3C-5D04-484F-753D-3C85893D9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42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DBEEA-E3C8-3D79-4D2E-D7AEE65B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561C62-EBA1-6CA3-BF4C-0785C861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4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1C276-7542-E5DB-455D-87DC10D9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41A9F5-1072-3210-7467-2C16397E6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0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75085-5E5E-F515-D87D-C9F0F288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3BA06C-B854-4CD8-757F-075538650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24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06228-D316-4E35-E874-219681DCCB4E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Edward Mote (1834)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William B. Bradbury (1863)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220769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Jesus' name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06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F6261-EC4F-FD82-A4D9-6E143E99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1B9028-31B6-FF9E-053D-481B2ED94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3685077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808E7-69CC-0F25-A258-436D75E7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079540-CCA7-6C1D-B9B0-0101A50BC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617249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E18C8-CC0C-8A13-8F0F-E40BD0E9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00A66-05DB-42EE-A811-C8C2AE98D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His blood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soul gives way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hope and stay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387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1D68F-661E-544F-2622-BDC01EDD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ED69C8-254E-3D4D-5A6B-B7E75E367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2666999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2DC9B-A22E-044C-1EAC-0EDEFB80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BE51F2-EF32-9E8B-AA9E-5C4166980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6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DC91F-524C-2350-3ABC-EA1FDABF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28237E-0473-6EAE-F241-E938A3EF5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505301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74E94-22FB-E42A-0871-576BECB98A3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Dustin Smith, Jonny Robinson, Michael Farren, Rich Thompson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CityAlight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Farren Love And War Publishing; Integrity's Alleluia! Music; Integrity's Praise!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907684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848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E0791-67E3-8CB8-8380-7FDAF04C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A65B64-51FF-E035-444F-FAA85C9C5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22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47366-A699-A10E-050D-F704736F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DE44FB-9436-CA0D-2A96-F69538D45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55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092D0-5D70-DEF1-D650-FC84A7D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44855D-7FB6-B2AE-DC77-5654365D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17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29CD6-3D7B-FB92-65F3-B36487F4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5AA76-077A-4401-C9F5-32D244FF5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65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FF24D-CB20-ABB9-A190-FF91F438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732B3-5A1D-3EE6-C01D-01E37787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22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DBCCA-199D-ED67-42B4-6E3B0AB2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4BA1D1-E685-6F05-6042-2CECDDD6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22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E1EFE-F10A-E9ED-41E5-A7770B32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B5B93A-BD74-54C0-EA09-66A4BA7AB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51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8692D-7699-6A7C-D67D-7BFB2B15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7054B-298D-A845-448B-20737D382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98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BEAFB-2BA3-0BFC-6D1F-7B91E909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41ECB9-4F26-CBAE-4395-772C5B01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02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7429C-2B62-9182-A831-909102AC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54726C-16EB-D47C-BBB9-E334351E8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78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0BA1F-BE5B-44F2-0032-DC294FBE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CAEAA8-C17C-F219-AB92-F72B63024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89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5BC42-DFAD-8CEE-03C7-E5F95ED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679423-1849-2C21-281F-7D5E4857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69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8039-7270-64D2-2350-183B1FD4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A2E6CD-17BD-ECD7-4C67-89389C80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623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3BD53-E4D4-53C5-70F5-FE964F155C47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Brett Younker, Karl Martin, Kirby Kaple, Matt Redman, Pat Barrett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Kaple Music; Capitol CMG Genesis; Housefires Sounds; Said And Done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Thankyou Music Ltd; Vamos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Martin, Karl Andrew; Bethel 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336235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881B-6A98-3300-675D-079BD8D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B6CA4-EDB6-1218-7A78-FCB9F2B0E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sing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bring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55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357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1CB3E-990D-7DFF-20B6-E804D14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03547D-6D02-EAD0-34A1-FCFC78E2D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0851609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345A-68EB-12C1-9343-57638A88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FE605C-B93E-1EE9-4719-94EA6946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1321554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F7924-8E20-E9FD-661C-1CDCCF77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834CC-3125-80AD-FF36-4367C2A00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9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6CE6-C1FB-70B7-6B5A-CF1F3966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2752A6-C439-CFED-91AC-B9982CDFA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59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3417-D23C-C0DD-4C36-EB8A659E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6B7214-6FDA-DB3C-40C8-6B10EBDC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57212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3ECAE-D798-4B80-7125-21650214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9FAE97-556F-2EF3-3CAA-B74A4F8C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696135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810D-6BC3-0F63-D153-332B7E51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98F530-F40F-0DEF-A053-08666EEA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29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1FA9-EB70-C7AE-CCAD-0F83D843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A39DA4-8F5F-C79E-2EBB-1E2176F1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47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9531-CDDD-0EAF-CCC9-10BF02E4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6F3413-02E2-6B03-81F0-64323C17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endParaRPr lang="en-US" sz="40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put my trust,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39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82F0-A05E-958C-42CD-6B73BF0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40758-6221-529C-CE2C-F9A10BC0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6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3959-7005-B992-621B-D633D993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C2991-F9D2-9CFB-D793-4BA25F709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0783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Holy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0D38E4-ACB3-9C15-E011-AF83F1BB00A9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 Reginald Heber (1823)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Musci John Bacchus Dykes (1861)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Copyright: Public Domain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532327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God Almighty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Early in the morning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song shall rise to Thee;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9650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11B52-1234-11CA-A15A-27F5B2E0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C87880-E845-9B90-F2F9-D6C3BAF89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Merciful and mighty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in three Persons,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Trinity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7059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7C192-1155-BA30-EAA8-6139F91D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B15A49-C621-4A06-49F7-34A974886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saints adore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Casting down their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golden crowns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around the glassy sea</a:t>
            </a:r>
          </a:p>
        </p:txBody>
      </p:sp>
    </p:spTree>
    <p:extLst>
      <p:ext uri="{BB962C8B-B14F-4D97-AF65-F5344CB8AC3E}">
        <p14:creationId xmlns:p14="http://schemas.microsoft.com/office/powerpoint/2010/main" val="6358191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FC7F1-853D-0F86-57F8-4158725A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FD1B25-9862-D982-BE96-18AE14ABD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Cherubim and seraphim falling down before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was, and is,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evermore shall be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7946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4189E-25D8-9E38-8EBD-052855AC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6FDA59-DAC9-4F9A-65C1-3310128D5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 darkness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 eye of sinful man Thy glory may not see</a:t>
            </a:r>
          </a:p>
        </p:txBody>
      </p:sp>
    </p:spTree>
    <p:extLst>
      <p:ext uri="{BB962C8B-B14F-4D97-AF65-F5344CB8AC3E}">
        <p14:creationId xmlns:p14="http://schemas.microsoft.com/office/powerpoint/2010/main" val="14097249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18C44-81D3-3BCA-0F64-617CC458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1E368A-4161-F7D2-FB6A-D5EA59D34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Thou art holy;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Thee,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in power,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love, and purity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364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80599-2933-F8B8-6C3B-8B9E9E90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5F95C3-6668-A724-84DD-63EF48041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God Almighty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Thy works shall praise Thy name,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earth, and sky, and sea;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9690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E6F7B-BC5F-1EE7-537B-C1D05931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014E2F-9E1A-F7C8-8AA5-CCC5DE5A6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Merciful and mighty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in three Persons, blessed Trinity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67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</TotalTime>
  <Words>1129</Words>
  <Application>Microsoft Macintosh PowerPoint</Application>
  <PresentationFormat>On-screen Show (4:3)</PresentationFormat>
  <Paragraphs>272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2026-07-26T00:28:15Z</dcterms:modified>
</cp:coreProperties>
</file>