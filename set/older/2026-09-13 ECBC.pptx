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0" r:id="rId3"/>
    <p:sldId id="289" r:id="rId4"/>
    <p:sldId id="281" r:id="rId5"/>
    <p:sldId id="290" r:id="rId6"/>
    <p:sldId id="279" r:id="rId7"/>
    <p:sldId id="282" r:id="rId8"/>
    <p:sldId id="291" r:id="rId9"/>
    <p:sldId id="292" r:id="rId10"/>
    <p:sldId id="293" r:id="rId11"/>
    <p:sldId id="294" r:id="rId12"/>
    <p:sldId id="285" r:id="rId13"/>
    <p:sldId id="295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283" r:id="rId22"/>
    <p:sldId id="284" r:id="rId23"/>
    <p:sldId id="303" r:id="rId24"/>
    <p:sldId id="286" r:id="rId25"/>
    <p:sldId id="287" r:id="rId26"/>
    <p:sldId id="288" r:id="rId27"/>
    <p:sldId id="304" r:id="rId28"/>
    <p:sldId id="305" r:id="rId29"/>
    <p:sldId id="306" r:id="rId30"/>
    <p:sldId id="275" r:id="rId31"/>
    <p:sldId id="257" r:id="rId32"/>
    <p:sldId id="258" r:id="rId33"/>
    <p:sldId id="259" r:id="rId34"/>
    <p:sldId id="260" r:id="rId35"/>
    <p:sldId id="261" r:id="rId36"/>
    <p:sldId id="276" r:id="rId37"/>
    <p:sldId id="277" r:id="rId38"/>
    <p:sldId id="265" r:id="rId39"/>
    <p:sldId id="264" r:id="rId40"/>
    <p:sldId id="266" r:id="rId41"/>
    <p:sldId id="267" r:id="rId42"/>
    <p:sldId id="278" r:id="rId43"/>
    <p:sldId id="307" r:id="rId44"/>
    <p:sldId id="272" r:id="rId45"/>
    <p:sldId id="273" r:id="rId46"/>
    <p:sldId id="308" r:id="rId47"/>
    <p:sldId id="309" r:id="rId48"/>
    <p:sldId id="310" r:id="rId49"/>
    <p:sldId id="311" r:id="rId50"/>
    <p:sldId id="312" r:id="rId51"/>
    <p:sldId id="313" r:id="rId52"/>
    <p:sldId id="314" r:id="rId53"/>
    <p:sldId id="315" r:id="rId54"/>
    <p:sldId id="316" r:id="rId55"/>
    <p:sldId id="317" r:id="rId56"/>
    <p:sldId id="318" r:id="rId57"/>
    <p:sldId id="319" r:id="rId58"/>
    <p:sldId id="320" r:id="rId59"/>
    <p:sldId id="321" r:id="rId60"/>
    <p:sldId id="322" r:id="rId61"/>
    <p:sldId id="323" r:id="rId62"/>
    <p:sldId id="324" r:id="rId63"/>
    <p:sldId id="325" r:id="rId64"/>
    <p:sldId id="326" r:id="rId65"/>
    <p:sldId id="327" r:id="rId66"/>
    <p:sldId id="328" r:id="rId6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795"/>
  </p:normalViewPr>
  <p:slideViewPr>
    <p:cSldViewPr snapToGrid="0">
      <p:cViewPr varScale="1">
        <p:scale>
          <a:sx n="120" d="100"/>
          <a:sy n="120" d="100"/>
        </p:scale>
        <p:origin x="9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Hosanna </a:t>
            </a:r>
          </a:p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(Praise is Rising)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4CD98A-E3B6-81F1-62FD-FA5E7E43693F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and Music by Brenton Brown &amp; Paul Baloch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© 2005, 2006 Thankyou Music Ltd; Integrity's Hosanna! Music; </a:t>
            </a:r>
            <a:r>
              <a:rPr lang="en-US" dirty="0" err="1">
                <a:solidFill>
                  <a:schemeClr val="bg1"/>
                </a:solidFill>
              </a:rPr>
              <a:t>Leadworship</a:t>
            </a:r>
            <a:r>
              <a:rPr lang="en-US" dirty="0">
                <a:solidFill>
                  <a:schemeClr val="bg1"/>
                </a:solidFill>
              </a:rPr>
              <a:t> Songs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Used By Permission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is rising,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eyes are turning to You</a:t>
            </a:r>
          </a:p>
          <a:p>
            <a:b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turn to You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EC9001-F50E-F88A-6862-3CE499008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CE0E62-FB08-40D6-CBEF-FAD3641C5B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Hope is stirring,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hearts are yearning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You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long for You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9347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418CB7-1074-6960-5AFC-842751146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44CF641-399D-C1A2-07D2-42F714B7F3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'Cause</a:t>
            </a:r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when we see You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find strength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face the day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4810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6792E6-4C21-D2D6-B268-AF8CB127A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0DA119B-E019-1B0C-84F8-E8B6A0CF2D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in Your presence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our fears are washed away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washed  away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246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FBF6E-A800-A557-4607-B211D092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31C481-F61F-FA71-2898-FC5F29B5D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Hosanna, hosanna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the God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saves us,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all our praises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413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F9845A-5C38-8136-3BBB-8D69A65E6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445C5DE-984C-F80B-C9D3-5E0CCCD1C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Hear the sound of hearts returning to You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turn to You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284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42E848-3726-1937-FD67-6C46C53A3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FB7CA7A-27E0-9F28-0CE7-7AA5B2DAE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Your kingdom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broken lives are made new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make us new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3498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CE3B7E-6A4C-4B3D-3B04-373AC3904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070656A-99E5-DC2B-B1AA-76D635E1E9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'Cause</a:t>
            </a:r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when we see You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find strength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face the day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9639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B41B99-0DDC-4E64-A558-C52BDD5A3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E33B434-B4AF-BE5B-44BC-4E612B65A4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in Your presence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our fears are washed away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washed  away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486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075F7E-A24A-ACA0-2681-5D4B6A8D6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4082A1D-402E-79F3-2C7A-D16B925254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Hosanna, hosanna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the God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saves us,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all our praises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712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BA87F3-30A5-3C5A-BA70-70E1CE69C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BED1C2F-387A-D854-55D9-02E9DC03BA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Hosanna, hosanna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have Your way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among us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welcome You here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 Jesus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555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7A3DA7-1648-8817-47B0-4261A38D5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47737B6-A2A4-3873-61B1-06ABFB01F4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'Cause</a:t>
            </a:r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when we see You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find strength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face the day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7896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58F19B-66A9-5E2B-4A69-BF383AC7C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F5C878E-F51A-E4A0-7174-22BE6C002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in Your presence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our fears are washed away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washed  away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7446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5BD63A-823B-0D34-7FB9-2E3D11E7A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5A74D5E-AE57-77DB-D5EE-C9D27476E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Hosanna, hosanna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the God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saves us,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all our praises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5531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F4EE5E-113B-B298-1CB5-A95D1FA93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96C3612-2797-38DA-41A9-CD2DFA6970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Hosanna, hosanna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have Your way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among us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welcome You here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 Jesus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791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94038C-B358-C883-5794-16FF7CD54AD5}"/>
              </a:ext>
            </a:extLst>
          </p:cNvPr>
          <p:cNvSpPr txBox="1"/>
          <p:nvPr/>
        </p:nvSpPr>
        <p:spPr>
          <a:xfrm>
            <a:off x="168442" y="5444311"/>
            <a:ext cx="8807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Music by Bryan Fowler, Shane Barnard, and Bethany Barnard (2023)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Be Essential Songs and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bryanfowlersongs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9210358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Shining like the sun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fortune I inherit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By no work I have done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08190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015117-71EF-D3FB-5BBF-6E28B6DA6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F8B4636-7D97-1A1C-61A6-3E9857324B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righteousness I forfeit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my saviors cross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all sufficient merit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Did what I could not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3655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F0D0AE-FAA8-D210-9F05-FEEFB5984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AD9501A-D284-E628-E97B-CB052F16C6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love he condescended Eternal now in time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life without a blemish The maker made to die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0793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50564C-03EE-F4EB-B168-7718F96C6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1187370-62E8-223F-14D8-73543A728C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Law could never save us Our lawlessness had won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Until the pure and spotless Lamb had finally come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0278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CE6CE8-636C-027E-5191-7A6504E2D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BBEBA68-9E03-6707-6CB3-48BD98B15A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done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finished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debt I owe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Paid in full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now my own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46047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935F75-698C-6338-0A1B-80CECE41B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81BE608-BEB4-A50E-DC77-7DC0CE71AB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lay down my garments Any empty boast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 works now all corrupted By the sinful host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57975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3FB98B-E9DC-EB20-9A2E-06E59E5D7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02A74DF-21E5-C209-D82A-44C6AF32A0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Dressed in my LORD Jesus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crimson robe made white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fear of judgement His righteousness is mine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1475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EA4DE8-9BC4-910B-A226-9A750F095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F965397-DA90-7C31-1B54-D92DAC22B5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done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finished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debt I owe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Paid in full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now my own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4195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5AEA6F-2D47-A0F2-D77C-B536E4556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E4CC10D-B7CF-A3FC-BFDA-7B9E7D2B26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   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Firm in life and death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joy of my salvation Shall be my final breath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75845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B3CB32-AF1C-76B5-ABE3-D75A60897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66CF14D-5197-C974-6226-8EA066F254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I stand accepted Before the throne of God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I’ll gaze upon my Jesus And thank Him for the cross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Yes I’ll thank Him for the cross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1639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CFCDBA-66CF-D627-1D6E-C84B3A1FF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2D93F96-CA59-0936-3FA0-C888C1AB21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done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finished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debt I owe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Paid in full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now my own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468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" y="91440"/>
            <a:ext cx="8816340" cy="6675119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Hymn of Heaven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139DF0-2104-9429-16AC-817D40FB4CB7}"/>
              </a:ext>
            </a:extLst>
          </p:cNvPr>
          <p:cNvSpPr txBox="1"/>
          <p:nvPr/>
        </p:nvSpPr>
        <p:spPr>
          <a:xfrm>
            <a:off x="152400" y="5103674"/>
            <a:ext cx="880711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Musci Phil Wickham, Brian Johnson,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Chris Davenport, and Bill Johnson (2020/2021)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© Brian and Jenn Publishing;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CDavs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Music;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Songs For TIM; Phil Wickham Music;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Simply Global Songs; Bethel Music Publishing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5911943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61A9DA-8873-09B6-E0EE-8AF5B3AE4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B576AEE-30FA-3456-2CB1-2FFDB43E0B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040" y="91440"/>
            <a:ext cx="8707120" cy="661415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I long to breathe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air of Heaven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pain is gone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mercy fills the streets</a:t>
            </a:r>
          </a:p>
        </p:txBody>
      </p:sp>
    </p:spTree>
    <p:extLst>
      <p:ext uri="{BB962C8B-B14F-4D97-AF65-F5344CB8AC3E}">
        <p14:creationId xmlns:p14="http://schemas.microsoft.com/office/powerpoint/2010/main" val="23669435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C6DE33-751C-92B4-7B0B-7315139E6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D925259-27FF-FECE-3C92-C339F3344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720" y="101600"/>
            <a:ext cx="8808720" cy="663447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look upon the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one who bled to save 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walk with Him for all eternity</a:t>
            </a:r>
          </a:p>
        </p:txBody>
      </p:sp>
    </p:spTree>
    <p:extLst>
      <p:ext uri="{BB962C8B-B14F-4D97-AF65-F5344CB8AC3E}">
        <p14:creationId xmlns:p14="http://schemas.microsoft.com/office/powerpoint/2010/main" val="24093364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97AA4F-6DB9-E773-223F-A914B162B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718BD2-4DDC-7FA1-35A2-586A13A3D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720" y="142240"/>
            <a:ext cx="8768080" cy="656335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all will bow before Him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death will be no more</a:t>
            </a:r>
          </a:p>
        </p:txBody>
      </p:sp>
    </p:spTree>
    <p:extLst>
      <p:ext uri="{BB962C8B-B14F-4D97-AF65-F5344CB8AC3E}">
        <p14:creationId xmlns:p14="http://schemas.microsoft.com/office/powerpoint/2010/main" val="11992425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1D25B2-8BCB-DC3F-C1EC-DFADB7077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B7A9E97-41D2-88BA-DCF7-7F8873869E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" y="142240"/>
            <a:ext cx="8585200" cy="652271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Standing face to face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He who died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rose again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</p:txBody>
      </p:sp>
    </p:spTree>
    <p:extLst>
      <p:ext uri="{BB962C8B-B14F-4D97-AF65-F5344CB8AC3E}">
        <p14:creationId xmlns:p14="http://schemas.microsoft.com/office/powerpoint/2010/main" val="36090313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581AFB-6378-F9CB-86D9-0C945A6E0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9F9F15-E5D6-33EC-7B73-DAF032B1C9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" y="91440"/>
            <a:ext cx="8808720" cy="66039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Every prayer we prayed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desperation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songs of faith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sang through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doubt and fear</a:t>
            </a:r>
          </a:p>
        </p:txBody>
      </p:sp>
    </p:spTree>
    <p:extLst>
      <p:ext uri="{BB962C8B-B14F-4D97-AF65-F5344CB8AC3E}">
        <p14:creationId xmlns:p14="http://schemas.microsoft.com/office/powerpoint/2010/main" val="33592540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69EA81-2AA2-1CA2-B8ED-3B8B2E68D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76E71E5-C42A-E864-0AEF-23D453D04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4960" y="162560"/>
            <a:ext cx="8575040" cy="65023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end we’ll see that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was worth it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He returns to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wipe away our tears</a:t>
            </a:r>
          </a:p>
        </p:txBody>
      </p:sp>
    </p:spTree>
    <p:extLst>
      <p:ext uri="{BB962C8B-B14F-4D97-AF65-F5344CB8AC3E}">
        <p14:creationId xmlns:p14="http://schemas.microsoft.com/office/powerpoint/2010/main" val="28373720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C8D47-A1D1-52BD-808B-D00F4516F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7D8FE72-5042-6553-AD70-C9729CEB27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720" y="142240"/>
            <a:ext cx="8768080" cy="656335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all will bow before Him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death will be no more</a:t>
            </a:r>
          </a:p>
        </p:txBody>
      </p:sp>
    </p:spTree>
    <p:extLst>
      <p:ext uri="{BB962C8B-B14F-4D97-AF65-F5344CB8AC3E}">
        <p14:creationId xmlns:p14="http://schemas.microsoft.com/office/powerpoint/2010/main" val="26908119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3A1896-C5E7-6742-EC43-38FDC5C87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29F5F69-E378-5FFF-745F-515FF56A1F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" y="142240"/>
            <a:ext cx="8585200" cy="652271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Standing face to face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He who died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rose again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</p:txBody>
      </p:sp>
    </p:spTree>
    <p:extLst>
      <p:ext uri="{BB962C8B-B14F-4D97-AF65-F5344CB8AC3E}">
        <p14:creationId xmlns:p14="http://schemas.microsoft.com/office/powerpoint/2010/main" val="37575726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9F9209-9E9A-6DE6-D13F-ADB369977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F1D2590-69D4-C086-7DB2-EBE408F429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4480" y="193040"/>
            <a:ext cx="8544560" cy="639063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that day we join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resurrection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stand beside the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heroes of the faith</a:t>
            </a:r>
          </a:p>
        </p:txBody>
      </p:sp>
    </p:spTree>
    <p:extLst>
      <p:ext uri="{BB962C8B-B14F-4D97-AF65-F5344CB8AC3E}">
        <p14:creationId xmlns:p14="http://schemas.microsoft.com/office/powerpoint/2010/main" val="10988623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C55F6C-7489-DD7C-DAC0-94C1D6696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522A776-1AEF-4750-9B12-699071804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3840" y="162560"/>
            <a:ext cx="8615680" cy="656335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one voice a thousand generations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worthy is the Lamb who was slain</a:t>
            </a:r>
          </a:p>
        </p:txBody>
      </p:sp>
    </p:spTree>
    <p:extLst>
      <p:ext uri="{BB962C8B-B14F-4D97-AF65-F5344CB8AC3E}">
        <p14:creationId xmlns:p14="http://schemas.microsoft.com/office/powerpoint/2010/main" val="24427708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DACB30-90B5-723C-CE80-67CE32EC9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9FE35C5-4060-E161-BCB8-0B0CC7B1D1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4480" y="243840"/>
            <a:ext cx="8747760" cy="641095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that day we join the resurrection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stand beside the heroes of the faith</a:t>
            </a:r>
          </a:p>
        </p:txBody>
      </p:sp>
    </p:spTree>
    <p:extLst>
      <p:ext uri="{BB962C8B-B14F-4D97-AF65-F5344CB8AC3E}">
        <p14:creationId xmlns:p14="http://schemas.microsoft.com/office/powerpoint/2010/main" val="32181787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676ACA-11CD-5C6E-AF56-1A61F2AD3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71BDA62-ABC8-3F14-DCC7-6E5DD621AC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240" y="203200"/>
            <a:ext cx="8829040" cy="646175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one voice a thousand generations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worthy is the Lamb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was slain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He shall reign</a:t>
            </a:r>
          </a:p>
        </p:txBody>
      </p:sp>
    </p:spTree>
    <p:extLst>
      <p:ext uri="{BB962C8B-B14F-4D97-AF65-F5344CB8AC3E}">
        <p14:creationId xmlns:p14="http://schemas.microsoft.com/office/powerpoint/2010/main" val="3684222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FF69CC-0C93-3052-CE6A-CAFB3F467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7C2747E-9CDD-2FD1-BDCE-B086B78C5C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720" y="142240"/>
            <a:ext cx="8768080" cy="656335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all will bow before Him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death will be no more</a:t>
            </a:r>
          </a:p>
        </p:txBody>
      </p:sp>
    </p:spTree>
    <p:extLst>
      <p:ext uri="{BB962C8B-B14F-4D97-AF65-F5344CB8AC3E}">
        <p14:creationId xmlns:p14="http://schemas.microsoft.com/office/powerpoint/2010/main" val="28246838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D6E194-AD94-46C1-E861-E5E9EEF93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473A48B-872A-226B-A812-9544446C16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" y="142240"/>
            <a:ext cx="8585200" cy="652271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Standing face to face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He who died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rose again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</p:txBody>
      </p:sp>
    </p:spTree>
    <p:extLst>
      <p:ext uri="{BB962C8B-B14F-4D97-AF65-F5344CB8AC3E}">
        <p14:creationId xmlns:p14="http://schemas.microsoft.com/office/powerpoint/2010/main" val="29059955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C4CE22-1D55-5914-B153-FBE34A618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4132303-996E-CDFA-AC78-7B16BECBC7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160" y="203200"/>
            <a:ext cx="8656320" cy="646175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let it be today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shout the hymn of Heaven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angels and the Saints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raise a mighty roar</a:t>
            </a:r>
          </a:p>
        </p:txBody>
      </p:sp>
    </p:spTree>
    <p:extLst>
      <p:ext uri="{BB962C8B-B14F-4D97-AF65-F5344CB8AC3E}">
        <p14:creationId xmlns:p14="http://schemas.microsoft.com/office/powerpoint/2010/main" val="13453782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421712-2DEE-EA84-89E0-236ABC9FF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A902031-989E-A8B6-B152-53E7273D3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" y="172720"/>
            <a:ext cx="8646160" cy="649223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Glory to our God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gave us life beyond the grave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9882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94038C-B358-C883-5794-16FF7CD54AD5}"/>
              </a:ext>
            </a:extLst>
          </p:cNvPr>
          <p:cNvSpPr txBox="1"/>
          <p:nvPr/>
        </p:nvSpPr>
        <p:spPr>
          <a:xfrm>
            <a:off x="168442" y="5444311"/>
            <a:ext cx="8807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Music by Matt Maher (2003)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2003 Thankyou Music Ltd; SPIRITANDSONG.COM PUBLISHING)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5951322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Your faithfulness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God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wrestle with the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sinner's heart</a:t>
            </a:r>
          </a:p>
        </p:txBody>
      </p:sp>
    </p:spTree>
    <p:extLst>
      <p:ext uri="{BB962C8B-B14F-4D97-AF65-F5344CB8AC3E}">
        <p14:creationId xmlns:p14="http://schemas.microsoft.com/office/powerpoint/2010/main" val="17704069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4B173-67A5-7741-1B21-6E7D77314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F968CA9-8E01-420E-AEA2-2F1599CBE7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lead us by still waters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to mercy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nothing can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keep us apart</a:t>
            </a:r>
          </a:p>
        </p:txBody>
      </p:sp>
    </p:spTree>
    <p:extLst>
      <p:ext uri="{BB962C8B-B14F-4D97-AF65-F5344CB8AC3E}">
        <p14:creationId xmlns:p14="http://schemas.microsoft.com/office/powerpoint/2010/main" val="6385466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7345FB-8EEB-D3D2-5BC3-F014C9182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4191FD1-E912-309A-4FF2-3B27631785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remember Your people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Remember Your children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Remember Your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promise Oh God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2941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EC9E52-A5B3-5EA9-9002-21EBB0489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B537918-C0B4-14F0-DAFA-49A4A54237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 for me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079662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02B370-AEC6-DEC3-BF92-FC9256634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79EB70E-BB0C-F80F-8593-2886260127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Your love and justice God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use the weak to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lead the strong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9019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989571-B83F-5045-DC54-BAD5AB4A1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4845214-5B83-748A-CF7D-FE83DBBCB8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lead us in the song of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salvation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Your people sing along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96789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922696-AE14-A2E3-70F3-BB4C52A37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AD94FE1-ADE0-554E-E709-A47B883E3E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remember Your people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Remember Your children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Remember Your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promise Oh God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32402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92694D-0899-ED86-E0CA-D8B443F93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493E1F5-E57B-3198-70A2-50EA9E3A3E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 for me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839594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6E3784-E4E0-36D3-6D07-9A18E3F8E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55F256-D7B0-AFCC-9407-7C889F8800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remember Your people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Remember Your children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Remember Your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promise Oh God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4257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F977AB-6F75-4978-2489-9E7781BB2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6298114-ED32-24CB-7014-3638BD19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 for me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268229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803B46-5376-ACAF-4960-AD2E687BA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D3C12F-6E82-0268-3932-FBE4E58054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Heaven reaching down to us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 for me 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I see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10076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67784D-98CE-91D8-C0AA-8F416D5CC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B24DAE8-1C84-401B-5F39-D76D39E4E8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 I am covered in Your love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 for me…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me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449666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CE04E9-DDBD-16E8-E6AB-19F2FA3F3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44632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Turn Your Eyes Upon Jesus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94038C-B358-C883-5794-16FF7CD54AD5}"/>
              </a:ext>
            </a:extLst>
          </p:cNvPr>
          <p:cNvSpPr txBox="1"/>
          <p:nvPr/>
        </p:nvSpPr>
        <p:spPr>
          <a:xfrm>
            <a:off x="168442" y="5444311"/>
            <a:ext cx="8807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Music by Helen H. Lemmel (1922)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Public domain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44587501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soul are you weary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troubled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light in the darkness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see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482654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E988FE-CA32-6088-69EB-69FCAF63F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4A48785-0804-65CA-81D2-A4EF577AE8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light for a look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the Savior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life more abundant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free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94017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CBC21E-37AD-C0A2-7F24-9817CA25F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D8F520A-5309-D6A6-4101-8D911E37D4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Turn your eyes upon Jesus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Look full in His wonderful face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things of earth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Will grow strangely dim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light of His glory and grace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09952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3ED0EF-FA05-43BE-99A4-A4DBC3FA1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4B387B5-DF11-83B3-EAAF-6530924F9B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death into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life everlasting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passed and we follow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Him there</a:t>
            </a:r>
          </a:p>
        </p:txBody>
      </p:sp>
    </p:spTree>
    <p:extLst>
      <p:ext uri="{BB962C8B-B14F-4D97-AF65-F5344CB8AC3E}">
        <p14:creationId xmlns:p14="http://schemas.microsoft.com/office/powerpoint/2010/main" val="10377406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A62109-DDF8-1DF1-46A9-27A026B45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51558EF-6295-2418-A596-CE121D68BB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O’er us sin no more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hath dominion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more than conquerors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are</a:t>
            </a:r>
          </a:p>
        </p:txBody>
      </p:sp>
    </p:spTree>
    <p:extLst>
      <p:ext uri="{BB962C8B-B14F-4D97-AF65-F5344CB8AC3E}">
        <p14:creationId xmlns:p14="http://schemas.microsoft.com/office/powerpoint/2010/main" val="329579060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0FA780-9FB8-B514-B655-51AEAA543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AE4856-854D-6BFC-384C-42C9482201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Turn your eyes upon Jesus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Look full in His wonderful face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things of earth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Will grow strangely dim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light of His glory and grace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695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5283</TotalTime>
  <Words>1154</Words>
  <Application>Microsoft Macintosh PowerPoint</Application>
  <PresentationFormat>On-screen Show (4:3)</PresentationFormat>
  <Paragraphs>338</Paragraphs>
  <Slides>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1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29</cp:revision>
  <dcterms:created xsi:type="dcterms:W3CDTF">2025-11-12T03:26:12Z</dcterms:created>
  <dcterms:modified xsi:type="dcterms:W3CDTF">2026-09-12T07:59:37Z</dcterms:modified>
</cp:coreProperties>
</file>