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76" r:id="rId3"/>
    <p:sldId id="277" r:id="rId4"/>
    <p:sldId id="278" r:id="rId5"/>
    <p:sldId id="279" r:id="rId6"/>
    <p:sldId id="323" r:id="rId7"/>
    <p:sldId id="339" r:id="rId8"/>
    <p:sldId id="324" r:id="rId9"/>
    <p:sldId id="333" r:id="rId10"/>
    <p:sldId id="334" r:id="rId11"/>
    <p:sldId id="335" r:id="rId12"/>
    <p:sldId id="338" r:id="rId13"/>
    <p:sldId id="337" r:id="rId14"/>
    <p:sldId id="275" r:id="rId15"/>
    <p:sldId id="286" r:id="rId16"/>
    <p:sldId id="340" r:id="rId17"/>
    <p:sldId id="341" r:id="rId18"/>
    <p:sldId id="342" r:id="rId19"/>
    <p:sldId id="280" r:id="rId20"/>
    <p:sldId id="287" r:id="rId21"/>
    <p:sldId id="343" r:id="rId22"/>
    <p:sldId id="283" r:id="rId23"/>
    <p:sldId id="282" r:id="rId24"/>
    <p:sldId id="284" r:id="rId25"/>
    <p:sldId id="288" r:id="rId26"/>
    <p:sldId id="344" r:id="rId27"/>
    <p:sldId id="295" r:id="rId28"/>
    <p:sldId id="345" r:id="rId29"/>
    <p:sldId id="346" r:id="rId30"/>
    <p:sldId id="347" r:id="rId31"/>
    <p:sldId id="348" r:id="rId32"/>
    <p:sldId id="349" r:id="rId33"/>
    <p:sldId id="350" r:id="rId34"/>
    <p:sldId id="289" r:id="rId35"/>
    <p:sldId id="351" r:id="rId36"/>
    <p:sldId id="290" r:id="rId37"/>
    <p:sldId id="291" r:id="rId38"/>
    <p:sldId id="296" r:id="rId39"/>
    <p:sldId id="297" r:id="rId40"/>
    <p:sldId id="292" r:id="rId41"/>
    <p:sldId id="293" r:id="rId42"/>
    <p:sldId id="294" r:id="rId43"/>
    <p:sldId id="352" r:id="rId44"/>
    <p:sldId id="353" r:id="rId45"/>
    <p:sldId id="354" r:id="rId46"/>
    <p:sldId id="355" r:id="rId47"/>
    <p:sldId id="356" r:id="rId48"/>
    <p:sldId id="357" r:id="rId49"/>
    <p:sldId id="358" r:id="rId50"/>
    <p:sldId id="359" r:id="rId51"/>
    <p:sldId id="360" r:id="rId52"/>
    <p:sldId id="361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07"/>
    <p:restoredTop sz="94797"/>
  </p:normalViewPr>
  <p:slideViewPr>
    <p:cSldViewPr snapToGrid="0">
      <p:cViewPr varScale="1">
        <p:scale>
          <a:sx n="126" d="100"/>
          <a:sy n="126" d="100"/>
        </p:scale>
        <p:origin x="200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Consecrated, Lord, to Thee.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moments and my days,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praise.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hands, and let them move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impulse of Thy love;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feet and let them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2FE4F-97C9-4BFD-2ED3-0780F444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80CC98-5B94-C776-5F67-1A8761B7E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voice, and let me sing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Always, only, for my King;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lips, and let them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Thee.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71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2386E-0F2A-A4DA-00BE-00BA5C284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5C3D88-BBBA-1C88-1408-D9D8F59C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will, and make it Thine;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no longer mine.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heart; it is Thine own;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throne.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081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love; my Lord, I pour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Thy feet its treasure store.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myself, and I will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Thee.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E5347E-CB9A-43DD-8F01-CD210F411994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CORNERSTONE</a:t>
            </a:r>
          </a:p>
        </p:txBody>
      </p:sp>
    </p:spTree>
    <p:extLst>
      <p:ext uri="{BB962C8B-B14F-4D97-AF65-F5344CB8AC3E}">
        <p14:creationId xmlns:p14="http://schemas.microsoft.com/office/powerpoint/2010/main" val="842495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4B0D8-208E-C1D0-E0D5-0E36B0591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BEE748-87D8-E544-25A2-7AC129098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67" y="208344"/>
            <a:ext cx="8576841" cy="6447099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2906226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217" y="219918"/>
            <a:ext cx="8495817" cy="6412375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1591258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515" y="219918"/>
            <a:ext cx="8368497" cy="631977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hide His face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1409003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7ACCA-2C7D-A6A2-5F79-4F8480626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282169-A07D-05EF-D29B-9D9C0DE4B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390" y="185195"/>
            <a:ext cx="8437944" cy="640080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612380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414" y="254643"/>
            <a:ext cx="8275898" cy="6261904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57289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90891-C0F6-EBFC-F091-C3EF4AA7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A66269-EDDC-CC60-B7A3-4BED9A703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390" y="185195"/>
            <a:ext cx="8437944" cy="640080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79038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666" y="162046"/>
            <a:ext cx="8495818" cy="6435524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trumpet sound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BB69D0-C044-DBA1-1B77-4815EF411D2C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2750791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673" y="180109"/>
            <a:ext cx="8686800" cy="6442364"/>
          </a:xfrm>
        </p:spPr>
        <p:txBody>
          <a:bodyPr>
            <a:noAutofit/>
          </a:bodyPr>
          <a:lstStyle/>
          <a:p>
            <a:pPr algn="l"/>
            <a:r>
              <a:rPr lang="en-US" sz="8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Good Father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D9A4C-2176-3F5D-F7D9-8F6FDC828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16ACDE-47DE-6CBD-8468-A74C1814F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508" y="221673"/>
            <a:ext cx="8617527" cy="6317672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I’ve heard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Stories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what they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Think you’re like</a:t>
            </a:r>
          </a:p>
        </p:txBody>
      </p:sp>
    </p:spTree>
    <p:extLst>
      <p:ext uri="{BB962C8B-B14F-4D97-AF65-F5344CB8AC3E}">
        <p14:creationId xmlns:p14="http://schemas.microsoft.com/office/powerpoint/2010/main" val="3500077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382" y="332509"/>
            <a:ext cx="8506691" cy="617912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I’ve heard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tender whisper of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dead of night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you tell 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you’re pleased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that I’m never alone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945" y="235527"/>
            <a:ext cx="8575964" cy="635923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67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830C4-C7BF-C725-0399-DF228D2A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0F9720-0C7A-AA64-085F-652726358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508" y="277091"/>
            <a:ext cx="8506691" cy="6317673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and I’ve seen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Many searching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answers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Far and wide</a:t>
            </a:r>
          </a:p>
        </p:txBody>
      </p:sp>
    </p:spTree>
    <p:extLst>
      <p:ext uri="{BB962C8B-B14F-4D97-AF65-F5344CB8AC3E}">
        <p14:creationId xmlns:p14="http://schemas.microsoft.com/office/powerpoint/2010/main" val="768528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79D6A-D600-EB8F-1563-9CCD21C8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805491-C83A-BB6E-0561-2E6A9EC30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655" y="221672"/>
            <a:ext cx="8492836" cy="6386945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 know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We’re all searching for answers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you provide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know just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we need before we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Say a word</a:t>
            </a:r>
          </a:p>
        </p:txBody>
      </p:sp>
    </p:spTree>
    <p:extLst>
      <p:ext uri="{BB962C8B-B14F-4D97-AF65-F5344CB8AC3E}">
        <p14:creationId xmlns:p14="http://schemas.microsoft.com/office/powerpoint/2010/main" val="3885993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017B06-5C2E-571B-159C-9658D12A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876DA7-31DE-D6BC-66FE-01A30CAAA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945" y="235527"/>
            <a:ext cx="8575964" cy="635923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347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9AF7F-84B8-C777-E2D2-C20A7556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013F22-23DD-139A-B507-171419C8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673" y="249383"/>
            <a:ext cx="8686800" cy="6331526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are perfect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all of your ways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all of your ways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us</a:t>
            </a:r>
          </a:p>
        </p:txBody>
      </p:sp>
    </p:spTree>
    <p:extLst>
      <p:ext uri="{BB962C8B-B14F-4D97-AF65-F5344CB8AC3E}">
        <p14:creationId xmlns:p14="http://schemas.microsoft.com/office/powerpoint/2010/main" val="3465435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622C8-EF11-6AFC-34F7-F8396489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B4482-77A0-EF82-5468-35B3FE77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382" y="290945"/>
            <a:ext cx="8589818" cy="635923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it’s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undeniable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I, I can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Hardly speak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11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182F0-C605-B075-6415-EDD8A084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C46C3E-3623-DE85-94CC-29F4EB529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091" y="235527"/>
            <a:ext cx="8645236" cy="6317673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Peace so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Unexplainable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I, I can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Hardly think</a:t>
            </a:r>
          </a:p>
        </p:txBody>
      </p:sp>
    </p:spTree>
    <p:extLst>
      <p:ext uri="{BB962C8B-B14F-4D97-AF65-F5344CB8AC3E}">
        <p14:creationId xmlns:p14="http://schemas.microsoft.com/office/powerpoint/2010/main" val="2920822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BC644-AAF2-1083-18EB-BB078CF8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4B65FD-73D0-F137-5430-B7235C6E4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382" y="235527"/>
            <a:ext cx="8617527" cy="6373091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Deeper still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Into Love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Love Love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075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062B1-E283-3D9B-76DC-613A54F4B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091AEA2-BF87-F4C8-051D-7A15FFA8B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945" y="235527"/>
            <a:ext cx="8575964" cy="635923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6213ED-94A8-BC54-1DEE-F74ECC714D7D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3596332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3077336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384FE-5B61-896B-8EC0-010050A2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F408B4-DABE-FDF3-0507-47C81F6EC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generations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falling down in worship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the song of ages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Lamb</a:t>
            </a:r>
          </a:p>
        </p:txBody>
      </p:sp>
    </p:spTree>
    <p:extLst>
      <p:ext uri="{BB962C8B-B14F-4D97-AF65-F5344CB8AC3E}">
        <p14:creationId xmlns:p14="http://schemas.microsoft.com/office/powerpoint/2010/main" val="1882323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ADDD7-57D2-B1D4-1258-836FE4D3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79A8AE-78F0-D6F8-6202-3F6FAC65C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59488"/>
            <a:ext cx="8964086" cy="6485861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who've gone before us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 will believe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sing the song of ages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Lamb</a:t>
            </a:r>
          </a:p>
        </p:txBody>
      </p:sp>
    </p:spTree>
    <p:extLst>
      <p:ext uri="{BB962C8B-B14F-4D97-AF65-F5344CB8AC3E}">
        <p14:creationId xmlns:p14="http://schemas.microsoft.com/office/powerpoint/2010/main" val="1123141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8B144-2502-C8D6-B70F-58B7B090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4984C5-02C7-13A0-BE52-02F7D3A15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2213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C0E4B-EF7E-96A0-25C8-1E8A65D6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A686E00-20B6-BF05-EE16-16E46A809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969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3457109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8937F-1B0B-D60E-8A2F-8779586E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EA6FD0-A174-4866-B88D-F0BE1017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07818"/>
            <a:ext cx="8891337" cy="63730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you've been forgiven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if you've been redeemed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</p:txBody>
      </p:sp>
    </p:spTree>
    <p:extLst>
      <p:ext uri="{BB962C8B-B14F-4D97-AF65-F5344CB8AC3E}">
        <p14:creationId xmlns:p14="http://schemas.microsoft.com/office/powerpoint/2010/main" val="1413920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62A7D-98CC-40A0-1098-723B4393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0F5C40-B05A-418B-371B-12542CFEA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07818"/>
            <a:ext cx="8891337" cy="63730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 walk in freedom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if you bear His name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We'll sing the song forever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amen</a:t>
            </a:r>
          </a:p>
        </p:txBody>
      </p:sp>
    </p:spTree>
    <p:extLst>
      <p:ext uri="{BB962C8B-B14F-4D97-AF65-F5344CB8AC3E}">
        <p14:creationId xmlns:p14="http://schemas.microsoft.com/office/powerpoint/2010/main" val="39176432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1CC6A-1E8A-66BC-42DF-F1D3B7E3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9D23CB-A920-4E3B-455F-0A28CC677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95335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80269-F0C2-8131-4EE0-D78851E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FD390-F883-D262-DD50-1D3C4A74F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3267967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DF180-4776-F955-8F77-3594FD50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9F6856-D620-D2BA-AE81-819D3A03C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700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F44CB-E8B9-E6B1-4410-3F978CBE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FA5D4-3D24-7026-BBCF-DA4F3F231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09587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24625-3A83-28F8-F6D4-8773C84C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4BC0E3-10D5-8037-54C0-EDD5EC08C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21026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129775-2A77-7E69-6721-06D7269D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6E4D23-5E95-5F34-1AA5-C25237028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116958"/>
            <a:ext cx="8891337" cy="6602819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22947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3F87C-0BAC-57C4-85B2-0EB811CC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9BB2D9-3879-1FA2-6B62-0AC127D85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07818"/>
            <a:ext cx="8903369" cy="6386945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39149436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941C4-E37D-A15E-24B1-EE43A754F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904550-4DEF-3AC9-7F25-88D355DAC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 "Holy"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7327399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02E6B-F34D-D984-3E50-D0F78CD4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C723EF-F302-BF13-BFE7-8A6535FCB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127591"/>
            <a:ext cx="8903369" cy="652839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C1A8E-22E7-A125-34F9-DF56526AB4F0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1665531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120" y="127591"/>
            <a:ext cx="8739101" cy="6549656"/>
          </a:xfrm>
        </p:spPr>
        <p:txBody>
          <a:bodyPr>
            <a:noAutofit/>
          </a:bodyPr>
          <a:lstStyle/>
          <a:p>
            <a:pPr algn="l"/>
            <a:endParaRPr lang="en-US" sz="7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7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Old Rugged Cross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8CD03-7DF8-6D01-AD0A-B66F7B21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2716E9-BD45-484C-2C0B-CCA12388B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72995"/>
            <a:ext cx="8119754" cy="6376086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shame,</a:t>
            </a:r>
          </a:p>
        </p:txBody>
      </p:sp>
    </p:spTree>
    <p:extLst>
      <p:ext uri="{BB962C8B-B14F-4D97-AF65-F5344CB8AC3E}">
        <p14:creationId xmlns:p14="http://schemas.microsoft.com/office/powerpoint/2010/main" val="26497329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134" y="197708"/>
            <a:ext cx="8563233" cy="6425513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36669175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492" y="197709"/>
            <a:ext cx="8563232" cy="6314302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crown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4736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422" y="210065"/>
            <a:ext cx="8748583" cy="6413157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422" y="197709"/>
            <a:ext cx="8723870" cy="6413156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98186-5FCE-5DCF-4562-4C35C3B8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F18DB0-CF82-ED90-98B7-C78DFDA97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492" y="197709"/>
            <a:ext cx="8563232" cy="6314302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crown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545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6562" y="222422"/>
            <a:ext cx="8587946" cy="6437869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848" y="247135"/>
            <a:ext cx="8513805" cy="640080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2B186-6AAF-F54B-D60E-E0AF5726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19F4E9-64FA-F6A3-B49C-DB67473E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492" y="197709"/>
            <a:ext cx="8563232" cy="6314302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 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crown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985A6C-F037-99B0-7792-98CF169CF99C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175485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1032</Words>
  <Application>Microsoft Macintosh PowerPoint</Application>
  <PresentationFormat>On-screen Show (4:3)</PresentationFormat>
  <Paragraphs>306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18</cp:revision>
  <dcterms:created xsi:type="dcterms:W3CDTF">2025-11-12T03:26:12Z</dcterms:created>
  <dcterms:modified xsi:type="dcterms:W3CDTF">2026-06-14T03:46:05Z</dcterms:modified>
</cp:coreProperties>
</file>