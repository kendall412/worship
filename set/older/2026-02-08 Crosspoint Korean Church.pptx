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5" r:id="rId13"/>
    <p:sldId id="284" r:id="rId14"/>
    <p:sldId id="286" r:id="rId15"/>
    <p:sldId id="287" r:id="rId16"/>
    <p:sldId id="288" r:id="rId17"/>
    <p:sldId id="289" r:id="rId18"/>
    <p:sldId id="290" r:id="rId19"/>
    <p:sldId id="2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7"/>
    <p:restoredTop sz="94694"/>
  </p:normalViewPr>
  <p:slideViewPr>
    <p:cSldViewPr snapToGrid="0">
      <p:cViewPr varScale="1">
        <p:scale>
          <a:sx n="87" d="100"/>
          <a:sy n="87" d="100"/>
        </p:scale>
        <p:origin x="22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99" y="261629"/>
            <a:ext cx="6221661" cy="2847331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72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53326-05FB-7ED8-19F4-3B10BC59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755C50-4B7F-90FC-65E8-277347357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 Lord of all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80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238AD-9179-D7F2-9FA4-D2CC130C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3616D4-915C-65EE-D65E-D78ABD054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482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50478-E6DA-5447-FCA2-7547D791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D5A8FF-E9E0-2879-564C-A5E03BD22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 Lord of all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4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148B2-2382-C219-5E24-FAD61DDE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FA42F4-1299-7028-07B1-5DDEC2DC0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3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B097F-BD54-489D-3A13-83F2B2CC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466FA8-2A8D-19FA-FDB2-A3DB49C48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 Lord of all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7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2DBA7-FFBE-76C1-F6FB-42B3C16D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763750F-EA10-E60B-B689-A417F7DA5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8CDFEE-7F17-4BB0-42A4-AA1438546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4A259-2970-FBFD-5FD6-1898E5551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99" y="261629"/>
            <a:ext cx="6221661" cy="2847331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72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637988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E019E-EB31-1BFB-ACA8-00AD7A26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B1F728-B137-59BA-DB42-C76331F16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I've heard a thousand stories of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they think You're like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I've heard the tender whisper of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Love in the dead of night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66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3046D-4F77-0AF3-186F-82C32FD2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136CB9-3015-4293-8FD7-16B638611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tell me that Your pleased and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I'm never alone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25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4D4ED-92D7-827F-6C85-5B4EADD8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2A43D0-CB3D-F3B7-9D48-2F165432F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 good, good Father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who You are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I'm loved by you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who I am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81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C6DE9-CDF7-CE6A-B79B-7AAC84C3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1BFD15-0DBF-524A-AAA5-EC7A24EC0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I've seen many   searching 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 far and wide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we're all searching 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 only you    provide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021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A145B-3552-98F6-58BB-FB3FCB36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93F879-3B8E-9587-E4B6-C0C17D3C9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 what we need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we say a word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07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36905-AB2A-4CF6-8F8E-0C84D374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E43079-4868-EA93-D405-9EEF8BF9A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 good, good Father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who You are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I'm loved by you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who I am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871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825CB-A5D3-FD83-1639-078E196AB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7862B1-DB9B-D03F-0740-5419623E1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 to us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643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A314B-BFB5-820F-0FBB-2012E1F24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10C4AB-3F2F-1636-E6A0-8492D6B64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Love so undeniable 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 hardly speak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unexplainable 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 hardly think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976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EA2DD-C6BE-C54F-2BE0-73067DFC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45555C-7F40-4E52-0BDD-E1D33967F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love, love, love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67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C2DD8-865F-ED7E-FA93-B5EEEBA1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D7A431-B608-CF7C-6976-8EB617E05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 good, good Father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who You are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I'm loved by you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It's who I am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858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79E50-9997-6AF9-BEE9-FAFCDC8E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ED8543-DE93-D568-6F66-4285C076F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 to us</a:t>
            </a:r>
          </a:p>
          <a:p>
            <a:pPr>
              <a:spcBef>
                <a:spcPts val="0"/>
              </a:spcBef>
            </a:pP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01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350</Words>
  <Application>Microsoft Macintosh PowerPoint</Application>
  <PresentationFormat>Widescreen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13</cp:revision>
  <dcterms:created xsi:type="dcterms:W3CDTF">2025-11-12T03:26:12Z</dcterms:created>
  <dcterms:modified xsi:type="dcterms:W3CDTF">2026-02-08T00:12:52Z</dcterms:modified>
</cp:coreProperties>
</file>