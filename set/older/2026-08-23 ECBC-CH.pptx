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77" r:id="rId9"/>
    <p:sldId id="276" r:id="rId10"/>
    <p:sldId id="279" r:id="rId11"/>
    <p:sldId id="290" r:id="rId12"/>
    <p:sldId id="280" r:id="rId13"/>
    <p:sldId id="291" r:id="rId14"/>
    <p:sldId id="281" r:id="rId15"/>
    <p:sldId id="292" r:id="rId16"/>
    <p:sldId id="275" r:id="rId17"/>
    <p:sldId id="293" r:id="rId18"/>
    <p:sldId id="294" r:id="rId19"/>
    <p:sldId id="295" r:id="rId20"/>
    <p:sldId id="278" r:id="rId21"/>
    <p:sldId id="283" r:id="rId22"/>
    <p:sldId id="296" r:id="rId23"/>
    <p:sldId id="297" r:id="rId24"/>
    <p:sldId id="274" r:id="rId25"/>
    <p:sldId id="298" r:id="rId26"/>
    <p:sldId id="299" r:id="rId27"/>
    <p:sldId id="300" r:id="rId28"/>
    <p:sldId id="301" r:id="rId29"/>
    <p:sldId id="302" r:id="rId30"/>
    <p:sldId id="303" r:id="rId31"/>
    <p:sldId id="282" r:id="rId32"/>
    <p:sldId id="304" r:id="rId33"/>
    <p:sldId id="305" r:id="rId34"/>
    <p:sldId id="306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>
      <p:cViewPr varScale="1">
        <p:scale>
          <a:sx n="96" d="100"/>
          <a:sy n="96" d="100"/>
        </p:scale>
        <p:origin x="192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601053"/>
          </a:xfrm>
        </p:spPr>
        <p:txBody>
          <a:bodyPr>
            <a:normAutofit fontScale="92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Take My Life</a:t>
            </a: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And Let It Be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5th</a:t>
            </a:r>
          </a:p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G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Consecrated, Lord, to Thee.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F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moments and my days,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F7539-5041-CC60-B36B-BA6D73BF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3566C6-358A-6069-EAB2-507A19F7A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hands, and let them move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G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impulse of Thy love;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F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feet and let them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Thee.</a:t>
            </a:r>
          </a:p>
        </p:txBody>
      </p:sp>
    </p:spTree>
    <p:extLst>
      <p:ext uri="{BB962C8B-B14F-4D97-AF65-F5344CB8AC3E}">
        <p14:creationId xmlns:p14="http://schemas.microsoft.com/office/powerpoint/2010/main" val="1455891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D68DA-8811-ACEE-C0A6-D2B43FE5C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27EA03-C21C-9B9E-FEAB-CDE1C9134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voice, and let me sing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G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Always, only, for my King;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lips, and let them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G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Thee.</a:t>
            </a:r>
          </a:p>
        </p:txBody>
      </p:sp>
    </p:spTree>
    <p:extLst>
      <p:ext uri="{BB962C8B-B14F-4D97-AF65-F5344CB8AC3E}">
        <p14:creationId xmlns:p14="http://schemas.microsoft.com/office/powerpoint/2010/main" val="280191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3E327-90EF-B46A-0527-BDC157E0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2F5C00-4F1E-DD4B-994B-F9A7E9184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will, and make it Thine;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G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no longer mine.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heart; it is Thine own;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G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throne.</a:t>
            </a:r>
          </a:p>
        </p:txBody>
      </p:sp>
    </p:spTree>
    <p:extLst>
      <p:ext uri="{BB962C8B-B14F-4D97-AF65-F5344CB8AC3E}">
        <p14:creationId xmlns:p14="http://schemas.microsoft.com/office/powerpoint/2010/main" val="64228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0391F-56B6-5FC2-9630-ACE0C0B6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F72B12-550D-9235-ED8F-4DE7A817B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love; my Lord, I pour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G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Thy feet its treasure store.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myself, and I will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G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215AC0-3802-F368-B886-7C4B2CC7B48D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8775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stone plaque on a building&#10;&#10;AI-generated content may be incorrect.">
            <a:extLst>
              <a:ext uri="{FF2B5EF4-FFF2-40B4-BE49-F238E27FC236}">
                <a16:creationId xmlns:a16="http://schemas.microsoft.com/office/drawing/2014/main" id="{85B2D037-BFE7-0030-BD98-5D52DD2CDF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03" r="13818" b="398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8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Cornerstone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2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/ Am / F </a:t>
            </a:r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/ G         CAPO at 5th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G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to hide His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G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83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450C2-F585-2818-DB88-6DAAF58A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523004-3737-2609-3A53-DAC560E7E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605307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F	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939149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BC9E6-3282-0735-A5E8-51F73375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48E6D9-BA70-962F-0F7C-09DDB937E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677149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G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/ Am / G/  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EFB94-CF12-1969-F40D-9F6FC53F4084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74325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Good Good Father</a:t>
            </a:r>
          </a:p>
        </p:txBody>
      </p:sp>
    </p:spTree>
    <p:extLst>
      <p:ext uri="{BB962C8B-B14F-4D97-AF65-F5344CB8AC3E}">
        <p14:creationId xmlns:p14="http://schemas.microsoft.com/office/powerpoint/2010/main" val="458294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I’ve heard A thousand Stories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what they Think you’re like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I’ve heard The tender whisper of love in the dead of night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G                    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You tell me That you’re pleased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Am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that I’m never alone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160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830C4-C7BF-C725-0399-DF228D2A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0F9720-0C7A-AA64-085F-652726358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and I’ve seen many searching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answers Far and wide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 know we’re all searching for answers only you provide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know just what we need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we say a word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528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E1224-660B-DD80-6128-FE299E7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A1D367-2DA8-8404-3072-072741ED6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896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9AF7F-84B8-C777-E2D2-C20A7556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013F22-23DD-139A-B507-171419C8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C                               Em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Causer You are perfect In all of your ways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Am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C                                Em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 to 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896DE-042F-CA1F-45FA-659560B5A8CC}"/>
              </a:ext>
            </a:extLst>
          </p:cNvPr>
          <p:cNvSpPr txBox="1"/>
          <p:nvPr/>
        </p:nvSpPr>
        <p:spPr>
          <a:xfrm>
            <a:off x="9843247" y="6360298"/>
            <a:ext cx="2474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 </a:t>
            </a:r>
          </a:p>
        </p:txBody>
      </p:sp>
    </p:spTree>
    <p:extLst>
      <p:ext uri="{BB962C8B-B14F-4D97-AF65-F5344CB8AC3E}">
        <p14:creationId xmlns:p14="http://schemas.microsoft.com/office/powerpoint/2010/main" val="3465435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622C8-EF11-6AFC-34F7-F8396489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B4482-77A0-EF82-5468-35B3FE77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it’s love so undeniable I, I can hardly speak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Peace so unexplainable I, I can hardly think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Am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Into Love Love Love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911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88091-70AA-462F-5115-55E1623D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B8570-F5E9-088A-969B-210C183A0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CB3A08-E673-23DB-661A-61AAD46C8A25}"/>
              </a:ext>
            </a:extLst>
          </p:cNvPr>
          <p:cNvSpPr txBox="1"/>
          <p:nvPr/>
        </p:nvSpPr>
        <p:spPr>
          <a:xfrm>
            <a:off x="8014447" y="6273225"/>
            <a:ext cx="41775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 2x and END</a:t>
            </a:r>
          </a:p>
        </p:txBody>
      </p:sp>
    </p:spTree>
    <p:extLst>
      <p:ext uri="{BB962C8B-B14F-4D97-AF65-F5344CB8AC3E}">
        <p14:creationId xmlns:p14="http://schemas.microsoft.com/office/powerpoint/2010/main" val="2831823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i="1" dirty="0">
                <a:latin typeface="Avenir Oblique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3962034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Am G     C/E    Am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                    F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generations falling down in worship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Am  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the song of ages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                     F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who've gone before us and all who will believe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Am                         G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sing the song of ages to the Lamb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8B144-2502-C8D6-B70F-58B7B0905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4984C5-02C7-13A0-BE52-02F7D3A15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3221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   Am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642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8937F-1B0B-D60E-8A2F-8779586E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EA6FD0-A174-4866-B88D-F0BE1017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F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you've been forgiven and if you've been redeemed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F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 walk in freedom and if you bear His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Am    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We'll sing the song forever and amen</a:t>
            </a:r>
          </a:p>
        </p:txBody>
      </p:sp>
    </p:spTree>
    <p:extLst>
      <p:ext uri="{BB962C8B-B14F-4D97-AF65-F5344CB8AC3E}">
        <p14:creationId xmlns:p14="http://schemas.microsoft.com/office/powerpoint/2010/main" val="1413920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BAA91-F4CA-AF11-8B21-880C24A0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E2076C-EC2B-9AA9-72FB-E39E7447C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715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80269-F0C2-8131-4EE0-D78851E0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FD390-F883-D262-DD50-1D3C4A74F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F   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796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3F22B-B6D4-1B65-3695-3D78C994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9EFBE8-F6D1-FF88-9FF5-7769380D4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E114FB-42D3-3970-4401-7F040E3DEDFE}"/>
              </a:ext>
            </a:extLst>
          </p:cNvPr>
          <p:cNvSpPr txBox="1"/>
          <p:nvPr/>
        </p:nvSpPr>
        <p:spPr>
          <a:xfrm>
            <a:off x="8502316" y="673767"/>
            <a:ext cx="295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Medium" panose="02000503020000020003" pitchFamily="2" charset="0"/>
                <a:ea typeface="Bodoni Ornaments" pitchFamily="2" charset="0"/>
                <a:cs typeface="+mn-cs"/>
              </a:rPr>
              <a:t>1 of 2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448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5C67B-FE69-E38C-986A-A759EB98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CB84DF-7784-29BE-F5B2-98C4666CF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596AC-FFCC-4C68-4D38-D5D7874EE79D}"/>
              </a:ext>
            </a:extLst>
          </p:cNvPr>
          <p:cNvSpPr txBox="1"/>
          <p:nvPr/>
        </p:nvSpPr>
        <p:spPr>
          <a:xfrm>
            <a:off x="8502316" y="673767"/>
            <a:ext cx="295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Medium" panose="02000503020000020003" pitchFamily="2" charset="0"/>
                <a:ea typeface="Bodoni Ornaments" pitchFamily="2" charset="0"/>
                <a:cs typeface="+mn-cs"/>
              </a:rPr>
              <a:t>2 of 2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817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8CD93-5E2C-B84D-A10B-5E41D849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0D5276-DEFE-E10E-3378-8813A32DF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059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5DA3A-821F-B154-8D09-F7DC61C3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D0B4A5-785F-DD93-7066-973C87335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F   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04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6467F-349E-71A5-A77C-B5B2E0A8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3659AC-BF4A-AB29-8F56-437766A13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A101A-3762-DDDA-D38F-78AA34AB84EF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792229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88C09-3A26-A7C0-972E-A00D092E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D1AD-9BA5-5279-DCE6-9751FE20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Old Rugged Cross</a:t>
            </a:r>
          </a:p>
        </p:txBody>
      </p:sp>
    </p:spTree>
    <p:extLst>
      <p:ext uri="{BB962C8B-B14F-4D97-AF65-F5344CB8AC3E}">
        <p14:creationId xmlns:p14="http://schemas.microsoft.com/office/powerpoint/2010/main" val="3146943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shame,</a:t>
            </a:r>
          </a:p>
        </p:txBody>
      </p:sp>
    </p:spTree>
    <p:extLst>
      <p:ext uri="{BB962C8B-B14F-4D97-AF65-F5344CB8AC3E}">
        <p14:creationId xmlns:p14="http://schemas.microsoft.com/office/powerpoint/2010/main" val="464584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               C       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0951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3681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07D70-9136-2D21-FAB5-2F1D9797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488AF1-1A9F-5E29-7619-4887A868F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6843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CE6E1-3FFD-7C26-239E-DA4BE44A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8FD1C5-E0F7-8987-8AF0-8FE910D5F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707BE-8340-8280-7CCC-55B0444C76AD}"/>
              </a:ext>
            </a:extLst>
          </p:cNvPr>
          <p:cNvSpPr txBox="1"/>
          <p:nvPr/>
        </p:nvSpPr>
        <p:spPr>
          <a:xfrm>
            <a:off x="10565027" y="6273225"/>
            <a:ext cx="142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80700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1610</Words>
  <Application>Microsoft Macintosh PowerPoint</Application>
  <PresentationFormat>Widescreen</PresentationFormat>
  <Paragraphs>374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Aptos</vt:lpstr>
      <vt:lpstr>Aptos Display</vt:lpstr>
      <vt:lpstr>Arial</vt:lpstr>
      <vt:lpstr>Avenir Book</vt:lpstr>
      <vt:lpstr>Avenir Book Oblique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Rugged Cross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51</cp:revision>
  <dcterms:created xsi:type="dcterms:W3CDTF">2025-11-12T03:26:12Z</dcterms:created>
  <dcterms:modified xsi:type="dcterms:W3CDTF">2026-08-23T16:45:59Z</dcterms:modified>
</cp:coreProperties>
</file>