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61" r:id="rId16"/>
    <p:sldId id="275" r:id="rId17"/>
    <p:sldId id="265" r:id="rId18"/>
    <p:sldId id="296" r:id="rId19"/>
    <p:sldId id="281" r:id="rId20"/>
    <p:sldId id="278" r:id="rId21"/>
    <p:sldId id="282" r:id="rId22"/>
    <p:sldId id="283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25"/>
    <p:restoredTop sz="94630"/>
  </p:normalViewPr>
  <p:slideViewPr>
    <p:cSldViewPr snapToGrid="0">
      <p:cViewPr varScale="1">
        <p:scale>
          <a:sx n="125" d="100"/>
          <a:sy n="125" d="100"/>
        </p:scale>
        <p:origin x="16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614971" cy="1665567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Jesus Name (God of Possible)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Jesus over you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hurting, in your sorrow, I will ask my God to move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it's all that I can do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 and pray this for you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AD866-0A22-037E-2C81-6F5EDCD20055}"/>
              </a:ext>
            </a:extLst>
          </p:cNvPr>
          <p:cNvSpPr txBox="1"/>
          <p:nvPr/>
        </p:nvSpPr>
        <p:spPr>
          <a:xfrm>
            <a:off x="9400716" y="152399"/>
            <a:ext cx="26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CAPO @ 3</a:t>
            </a:r>
            <a:r>
              <a:rPr lang="en-US" sz="2800" b="1" baseline="30000" dirty="0">
                <a:solidFill>
                  <a:schemeClr val="bg1"/>
                </a:solidFill>
              </a:rPr>
              <a:t>rd</a:t>
            </a:r>
            <a:r>
              <a:rPr lang="en-US" sz="2800" b="1" dirty="0">
                <a:solidFill>
                  <a:schemeClr val="bg1"/>
                </a:solidFill>
              </a:rPr>
              <a:t> (F)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D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F1E54-C8DC-EF3F-EFAD-52DF2D27C040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41E1E-AECC-7AC7-EBF1-5957768A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A96778-7D9A-D41F-632F-29DA5AAE8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all authority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blessings,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ev'ry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promise He is faithful to keep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no grave could ever hold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greater, He is stronger, He's the God of possible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E6223-C41D-AC60-7198-6D5DAFD84D70}"/>
              </a:ext>
            </a:extLst>
          </p:cNvPr>
          <p:cNvSpPr txBox="1"/>
          <p:nvPr/>
        </p:nvSpPr>
        <p:spPr>
          <a:xfrm>
            <a:off x="9468678" y="6109101"/>
            <a:ext cx="2217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2454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1A33E-D7F5-8A9A-F600-367F59BC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2DB68-8A85-5960-38A9-6995E02B6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E3247-536B-7374-BC80-D719237AE7C4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Bridge</a:t>
            </a:r>
          </a:p>
        </p:txBody>
      </p:sp>
    </p:spTree>
    <p:extLst>
      <p:ext uri="{BB962C8B-B14F-4D97-AF65-F5344CB8AC3E}">
        <p14:creationId xmlns:p14="http://schemas.microsoft.com/office/powerpoint/2010/main" val="237543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04C3C-6330-CC8E-348A-634D5ABF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9CEF59-ED74-3112-0A1B-D08203752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                                 Asus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power of His Spirit is now forever yours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                           Asus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Jesus, all things are possible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9C2EC-19CB-F0A7-73C4-23B678A1EAAB}"/>
              </a:ext>
            </a:extLst>
          </p:cNvPr>
          <p:cNvSpPr txBox="1"/>
          <p:nvPr/>
        </p:nvSpPr>
        <p:spPr>
          <a:xfrm>
            <a:off x="9707218" y="6273225"/>
            <a:ext cx="217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079952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FEA6C-4247-476A-6D1D-C6CB110A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712A39-9787-06D9-FFB1-D18ED21DA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</p:txBody>
      </p:sp>
    </p:spTree>
    <p:extLst>
      <p:ext uri="{BB962C8B-B14F-4D97-AF65-F5344CB8AC3E}">
        <p14:creationId xmlns:p14="http://schemas.microsoft.com/office/powerpoint/2010/main" val="82153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62903-C242-E63F-BEA7-3CEACB7B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57EC48-7D40-AE87-8408-DDB557158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Bm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revival, for restoration of faith 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will come alive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Asus              A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           name,      in Jesus name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/ G / D /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DB74D-379C-6402-7BFC-8FD23B273152}"/>
              </a:ext>
            </a:extLst>
          </p:cNvPr>
          <p:cNvSpPr txBox="1"/>
          <p:nvPr/>
        </p:nvSpPr>
        <p:spPr>
          <a:xfrm>
            <a:off x="10502348" y="6062868"/>
            <a:ext cx="1345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4158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230658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How Great Thou Art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17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 my God, When I in awesome wonder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 D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Consider all the Worlds Thy hand hath made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see the stars, I hear the rolling thunder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G                D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throughout the universe displayed</a:t>
            </a:r>
          </a:p>
        </p:txBody>
      </p:sp>
    </p:spTree>
    <p:extLst>
      <p:ext uri="{BB962C8B-B14F-4D97-AF65-F5344CB8AC3E}">
        <p14:creationId xmlns:p14="http://schemas.microsoft.com/office/powerpoint/2010/main" val="96268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C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C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Am         C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503253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D412B-8216-94CB-BC47-6DBFB973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C3CA3A-70FA-F501-B043-83875E898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 I think that God, His Son not sparing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G                    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Sent Him to die, I scarce can take it 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on the cross, my burden gladly bearing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bled and died to take away my sin</a:t>
            </a:r>
          </a:p>
        </p:txBody>
      </p:sp>
    </p:spTree>
    <p:extLst>
      <p:ext uri="{BB962C8B-B14F-4D97-AF65-F5344CB8AC3E}">
        <p14:creationId xmlns:p14="http://schemas.microsoft.com/office/powerpoint/2010/main" val="2782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8C2E0-4D6B-9E7A-3C8A-2B04854C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E391D5-EA3F-5980-B7FC-67E74940D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C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C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Am         C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4294018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E0F94-7269-05D4-0EAE-1F3B632C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644A8D-6514-5959-14FE-4B759C5E5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972800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G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Christ shall come, with shouts of acclamation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take me home, what joy shall fill my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I shall bow in humble adoration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there proclaim, My God, how great You are!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DF3D5-8BE2-BCFD-BFCB-6ABD3FC66498}"/>
              </a:ext>
            </a:extLst>
          </p:cNvPr>
          <p:cNvSpPr txBox="1"/>
          <p:nvPr/>
        </p:nvSpPr>
        <p:spPr>
          <a:xfrm>
            <a:off x="10750062" y="6211669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18919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74684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C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For Your mercy never fails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       C                  D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Em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D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D                Gsus4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022C6-1F07-1863-1A77-06E3A0BF943D}"/>
              </a:ext>
            </a:extLst>
          </p:cNvPr>
          <p:cNvSpPr txBox="1"/>
          <p:nvPr/>
        </p:nvSpPr>
        <p:spPr>
          <a:xfrm>
            <a:off x="9508435" y="160130"/>
            <a:ext cx="268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CAPO @ 1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17854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C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Em                    C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Em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F   D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D20E5-CC75-5F30-86CA-387EF7A4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5F1FEC-16B9-9674-A0F1-5EAFAA9B4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455357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C                            D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C                            D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C                            D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5E8C2-4137-B3F9-D63C-CC3899AB5BDA}"/>
              </a:ext>
            </a:extLst>
          </p:cNvPr>
          <p:cNvSpPr txBox="1"/>
          <p:nvPr/>
        </p:nvSpPr>
        <p:spPr>
          <a:xfrm>
            <a:off x="11146419" y="6211669"/>
            <a:ext cx="89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6EF4D-F8EB-44F2-90AC-7CBAE665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9957F9-78DB-3D97-D4AA-36F09CCCD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352419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ADD0E-AABA-AB86-DD50-F82477A9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EEBA83-A119-B92C-9347-D9D0CAEB9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1509169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G    D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D               Gsus4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CD1256-6088-C7E9-F4CE-2ADE132E1AD0}"/>
              </a:ext>
            </a:extLst>
          </p:cNvPr>
          <p:cNvSpPr txBox="1"/>
          <p:nvPr/>
        </p:nvSpPr>
        <p:spPr>
          <a:xfrm>
            <a:off x="10683358" y="6211669"/>
            <a:ext cx="1508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8299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6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3rd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A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   A                     G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             A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224695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A                        G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G                                F#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Bm    A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Em   D                     G    A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      Above all</a:t>
            </a:r>
          </a:p>
        </p:txBody>
      </p:sp>
    </p:spTree>
    <p:extLst>
      <p:ext uri="{BB962C8B-B14F-4D97-AF65-F5344CB8AC3E}">
        <p14:creationId xmlns:p14="http://schemas.microsoft.com/office/powerpoint/2010/main" val="776018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2AD17-BFA3-E450-9FE2-0EA249A6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EF4358-2963-DB79-5364-4125CB7FE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A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   A                     G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             A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0016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AA729-51F6-A2C1-DC45-EED100AE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3C984B-D2B1-F5C9-AAB9-A4B83CC78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A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Bm              A                        G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G                                F#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602330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1ABF1-8C44-2C21-EADB-B94EA328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591224-DAF4-558F-3595-54A2C96F8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Em  A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Bm    A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Em   D                     G    A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     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42BAD-29E8-DD27-39A6-403827A72D10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2602077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Bm    A                         G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Em   D                     G    A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     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1372</Words>
  <Application>Microsoft Macintosh PowerPoint</Application>
  <PresentationFormat>Widescreen</PresentationFormat>
  <Paragraphs>260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2026-09-18T03:04:44Z</dcterms:modified>
</cp:coreProperties>
</file>