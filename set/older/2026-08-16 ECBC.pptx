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4" r:id="rId2"/>
    <p:sldId id="280" r:id="rId3"/>
    <p:sldId id="288" r:id="rId4"/>
    <p:sldId id="281" r:id="rId5"/>
    <p:sldId id="289" r:id="rId6"/>
    <p:sldId id="282" r:id="rId7"/>
    <p:sldId id="290" r:id="rId8"/>
    <p:sldId id="283" r:id="rId9"/>
    <p:sldId id="291" r:id="rId10"/>
    <p:sldId id="286" r:id="rId11"/>
    <p:sldId id="292" r:id="rId12"/>
    <p:sldId id="284" r:id="rId13"/>
    <p:sldId id="293" r:id="rId14"/>
    <p:sldId id="294" r:id="rId15"/>
    <p:sldId id="295" r:id="rId16"/>
    <p:sldId id="296" r:id="rId17"/>
    <p:sldId id="297" r:id="rId18"/>
    <p:sldId id="298" r:id="rId19"/>
    <p:sldId id="299" r:id="rId20"/>
    <p:sldId id="300" r:id="rId21"/>
    <p:sldId id="301" r:id="rId22"/>
    <p:sldId id="285" r:id="rId23"/>
    <p:sldId id="302" r:id="rId24"/>
    <p:sldId id="287" r:id="rId25"/>
    <p:sldId id="303" r:id="rId26"/>
    <p:sldId id="304" r:id="rId27"/>
    <p:sldId id="305" r:id="rId28"/>
    <p:sldId id="306" r:id="rId29"/>
    <p:sldId id="307" r:id="rId30"/>
    <p:sldId id="308" r:id="rId31"/>
    <p:sldId id="309" r:id="rId32"/>
    <p:sldId id="310" r:id="rId33"/>
    <p:sldId id="311" r:id="rId34"/>
    <p:sldId id="312" r:id="rId35"/>
    <p:sldId id="313" r:id="rId36"/>
    <p:sldId id="314" r:id="rId37"/>
    <p:sldId id="315" r:id="rId38"/>
    <p:sldId id="316" r:id="rId39"/>
    <p:sldId id="317" r:id="rId40"/>
    <p:sldId id="318" r:id="rId41"/>
    <p:sldId id="319" r:id="rId42"/>
    <p:sldId id="320" r:id="rId43"/>
    <p:sldId id="321" r:id="rId44"/>
    <p:sldId id="322" r:id="rId45"/>
    <p:sldId id="323" r:id="rId46"/>
    <p:sldId id="324" r:id="rId47"/>
    <p:sldId id="325" r:id="rId48"/>
    <p:sldId id="279" r:id="rId49"/>
    <p:sldId id="326" r:id="rId50"/>
    <p:sldId id="327" r:id="rId51"/>
    <p:sldId id="328" r:id="rId52"/>
    <p:sldId id="329" r:id="rId53"/>
    <p:sldId id="330" r:id="rId54"/>
    <p:sldId id="331" r:id="rId55"/>
    <p:sldId id="332" r:id="rId56"/>
    <p:sldId id="333" r:id="rId57"/>
    <p:sldId id="334" r:id="rId5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94802"/>
  </p:normalViewPr>
  <p:slideViewPr>
    <p:cSldViewPr snapToGrid="0">
      <p:cViewPr varScale="1">
        <p:scale>
          <a:sx n="128" d="100"/>
          <a:sy n="128" d="100"/>
        </p:scale>
        <p:origin x="184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80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991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733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275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719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10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326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498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460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245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224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67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Only A Holy God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274E94-22FB-E42A-0871-576BECB98A35}"/>
              </a:ext>
            </a:extLst>
          </p:cNvPr>
          <p:cNvSpPr txBox="1"/>
          <p:nvPr/>
        </p:nvSpPr>
        <p:spPr>
          <a:xfrm>
            <a:off x="168442" y="5444311"/>
            <a:ext cx="88071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Words &amp; Musci by Dustin Smith, Jonny Robinson, Michael Farren, Rich Thompson (2016)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© 2016 </a:t>
            </a:r>
            <a:r>
              <a:rPr lang="en-US" dirty="0" err="1">
                <a:solidFill>
                  <a:schemeClr val="bg1"/>
                </a:solidFill>
              </a:rPr>
              <a:t>CityAlight</a:t>
            </a:r>
            <a:r>
              <a:rPr lang="en-US" dirty="0">
                <a:solidFill>
                  <a:schemeClr val="bg1"/>
                </a:solidFill>
              </a:rPr>
              <a:t> Music; Farren Love And War Publishing; Integrity's Alleluia! Music; Integrity's Praise! Music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3164163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commands all the hosts of heaven?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could make every king bow down?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4526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4E0791-67E3-8CB8-8380-7FDAF04CA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5A65B64-51FF-E035-444F-FAA85C9C5D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can whisper and darkness trembles?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Only a Holy God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55221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E47366-A699-A10E-050D-F704736F2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1DE44FB-9436-CA0D-2A96-F69538D455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beauty demands such praises?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splendor outshines the sun?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79552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2092D0-5D70-DEF1-D650-FC84A7D34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444855D-7FB6-B2AE-DC77-5654365D14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majesty rules with justice?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Only a Holy God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74179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329CD6-3D7B-FB92-65F3-B36487F41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195AA76-077A-4401-C9F5-32D244FF5F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behold Him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One and the Only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Cry out, sing holy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77650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9FF24D-CB20-ABB9-A190-FF91F4387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BE732B3-5A1D-3EE6-C01D-01E37787B4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Forever a Holy God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worship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Holy God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72222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1DBCCA-199D-ED67-42B4-6E3B0AB21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E4BA1D1-E685-6F05-6042-2CECDDD648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glory consumes like fire?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power can raise the dead?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2022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1E1EFE-F10A-E9ED-41E5-A7770B322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8B5B93A-BD74-54C0-EA09-66A4BA7AB9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name remains undefeated?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Only a Holy God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92514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28692D-7699-6A7C-D67D-7BFB2B157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0F7054B-298D-A845-448B-20737D3820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behold Him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One and the Only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Cry out, sing holy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61985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FBEAFB-2BA3-0BFC-6D1F-7B91E909C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941ECB9-4F26-CBAE-4395-772C5B01B3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Forever a Holy God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worship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Holy God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53021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07429C-2B62-9182-A831-909102ACD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F54726C-16EB-D47C-BBB9-E334351E84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could rescue me from my failing?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would offer His only Son?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64783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90BA1F-BE5B-44F2-0032-DC294FBEE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8CAEAA8-C17C-F219-AB92-F72B63024C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invites me to call Him Father?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Only a Holy God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Only my Holy God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27894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05BC42-DFAD-8CEE-03C7-E5F95ED4F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C679423-1849-2C21-281F-7D5E485756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behold Him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One and the Only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Cry out, sing holy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22697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708039-7270-64D2-2350-183B1FD4F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9A2E6CD-17BD-ECD7-4C67-89389C804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Forever a Holy God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worship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Holy God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86238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Sufficient Merit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94038C-B358-C883-5794-16FF7CD54AD5}"/>
              </a:ext>
            </a:extLst>
          </p:cNvPr>
          <p:cNvSpPr txBox="1"/>
          <p:nvPr/>
        </p:nvSpPr>
        <p:spPr>
          <a:xfrm>
            <a:off x="168442" y="5444311"/>
            <a:ext cx="88071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Words &amp; Music by Bryan Fowler, Shane Barnard, and Bethany Barnard (2023)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© Be Essential Songs and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bryanfowlersongs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20592830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sufficient merit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Shining like the sun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fortune I inherit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By no work I have done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43216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015117-71EF-D3FB-5BBF-6E28B6DA6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F8B4636-7D97-1A1C-61A6-3E9857324B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righteousness I forfeit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At my saviors cross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Where all sufficient merit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Did what I could not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13655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F0D0AE-FAA8-D210-9F05-FEEFB5984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AD9501A-D284-E628-E97B-CB052F16C6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love he condescended Eternal now in time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life without a blemish The maker made to die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50793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50564C-03EE-F4EB-B168-7718F96C6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1187370-62E8-223F-14D8-73543A728C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Law could never save us Our lawlessness had won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Until the pure and spotless Lamb had finally come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20278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CE6CE8-636C-027E-5191-7A6504E2D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BBEBA68-9E03-6707-6CB3-48BD98B15A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done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finished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more debt I owe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Paid in full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sufficient merit now my own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46047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935F75-698C-6338-0A1B-80CECE41B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81BE608-BEB4-A50E-DC77-7DC0CE71AB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lay down my garments Any empty boast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Good works now all corrupted By the sinful host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57975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3FB98B-E9DC-EB20-9A2E-06E59E5D7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02A74DF-21E5-C209-D82A-44C6AF32A0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Dressed in my LORD Jesus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crimson robe made white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more fear of judgement His righteousness is mine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81475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EA4DE8-9BC4-910B-A226-9A750F095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F965397-DA90-7C31-1B54-D92DAC22B5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done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finished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more debt I owe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Paid in full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sufficient merit now my own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4195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5AEA6F-2D47-A0F2-D77C-B536E4556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E4CC10D-B7CF-A3FC-BFDA-7B9E7D2B26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sufficient merit    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Firm in life and death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joy of my salvation Shall be my final breath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75845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B3CB32-AF1C-76B5-ABE3-D75A60897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66CF14D-5197-C974-6226-8EA066F254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I stand accepted Before the throne of God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I’ll gaze upon my Jesus And thank Him for the cross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Yes I’ll thank Him for the cross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91639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CFCDBA-66CF-D627-1D6E-C84B3A1FF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2D93F96-CA59-0936-3FA0-C888C1AB21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done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finished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more debt I owe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Paid in full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sufficient merit now my own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4468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Build My Life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23BD53-E4D4-53C5-70F5-FE964F155C47}"/>
              </a:ext>
            </a:extLst>
          </p:cNvPr>
          <p:cNvSpPr txBox="1"/>
          <p:nvPr/>
        </p:nvSpPr>
        <p:spPr>
          <a:xfrm>
            <a:off x="168442" y="5444311"/>
            <a:ext cx="880711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Words &amp; Musci Brett Younker, Karl Martin, Kirby Kaple, Matt Redman, Pat Barrett (2016)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© 2016 Kaple Music; Capitol CMG Genesis; Housefires Sounds; Said And Done Music;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sixsteps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Music; Thankyou Music Ltd; Vamos Publishing;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worshiptogether.com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songs; Martin, Karl Andrew; Bethel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Music Publishing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CCLI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1767293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19881B-6A98-3300-675D-079BD8D7C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81B6CA4-EDB6-1218-7A78-FCB9F2B0E9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Worthy of every song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could ever sing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Worthy of all the praise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could ever bring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79556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Worthy of every breath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could ever breathe 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live for You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live for You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71548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91CB3E-990D-7DFF-20B6-E804D149F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C03547D-6D02-EAD0-34A1-FCFC78E2D9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the name above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every other name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the only one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could ever save</a:t>
            </a:r>
          </a:p>
        </p:txBody>
      </p:sp>
    </p:spTree>
    <p:extLst>
      <p:ext uri="{BB962C8B-B14F-4D97-AF65-F5344CB8AC3E}">
        <p14:creationId xmlns:p14="http://schemas.microsoft.com/office/powerpoint/2010/main" val="30851609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AC345A-68EB-12C1-9343-57638A88C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EFE605C-B93E-1EE9-4719-94EA694676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Worthy of every breath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could ever breathe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live for You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live for You</a:t>
            </a:r>
          </a:p>
        </p:txBody>
      </p:sp>
    </p:spTree>
    <p:extLst>
      <p:ext uri="{BB962C8B-B14F-4D97-AF65-F5344CB8AC3E}">
        <p14:creationId xmlns:p14="http://schemas.microsoft.com/office/powerpoint/2010/main" val="13215549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1F7924-8E20-E9FD-661C-1CDCCF77B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CA834CC-3125-80AD-FF36-4367C2A00E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there is no one like You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is none beside You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Open up my eyes in wonder 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11392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CB6CE6-C1FB-70B7-6B5A-CF1F39667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E2752A6-C439-CFED-91AC-B9982CDFA6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Show me who You are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fill me with Your heart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lead me in Your love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those around me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56598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693417-D23C-C0DD-4C36-EB8A659E8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D6B7214-6FDA-DB3C-40C8-6B10EBDC1B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the name above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every other name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the only one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could ever save</a:t>
            </a:r>
          </a:p>
        </p:txBody>
      </p:sp>
    </p:spTree>
    <p:extLst>
      <p:ext uri="{BB962C8B-B14F-4D97-AF65-F5344CB8AC3E}">
        <p14:creationId xmlns:p14="http://schemas.microsoft.com/office/powerpoint/2010/main" val="3572127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53ECAE-D798-4B80-7125-21650214C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F9FAE97-556F-2EF3-3CAA-B74A4F8C49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Worthy of every breath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could ever breathe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live for You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live for You</a:t>
            </a:r>
          </a:p>
        </p:txBody>
      </p:sp>
    </p:spTree>
    <p:extLst>
      <p:ext uri="{BB962C8B-B14F-4D97-AF65-F5344CB8AC3E}">
        <p14:creationId xmlns:p14="http://schemas.microsoft.com/office/powerpoint/2010/main" val="26961354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B9810D-6BC3-0F63-D153-332B7E51D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F98F530-F40F-0DEF-A053-08666EEA3A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there is no one like You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is none beside You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Open up my eyes in wonder 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76291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D21FA9-EB70-C7AE-CCAD-0F83D8437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2A39DA4-8F5F-C79E-2EBB-1E2176F112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Show me who You are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fill me with Your heart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lead me in Your love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those around me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424724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F59531-CDDD-0EAF-CCC9-10BF02E4E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C6F3413-02E2-6B03-81F0-64323C17CF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build my life,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upon Your love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a firm foundation</a:t>
            </a:r>
          </a:p>
          <a:p>
            <a:endParaRPr lang="en-US" sz="400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</a:t>
            </a:r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will put my trust,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You alone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 will not be shaken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073998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8582F0-A05E-958C-42CD-6B73BF069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2340758-6221-529C-CE2C-F9A10BC09E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there is no one like You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is none beside You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Open up my eyes in wonder 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86674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B13959-7005-B992-621B-D633D9930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8DC2991-F9D2-9CFB-D793-4BA25F7090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Show me who You are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fill me with Your heart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lead me in Your love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those around me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321CC9-4D81-5D07-75D6-20E941773423}"/>
              </a:ext>
            </a:extLst>
          </p:cNvPr>
          <p:cNvSpPr txBox="1"/>
          <p:nvPr/>
        </p:nvSpPr>
        <p:spPr>
          <a:xfrm>
            <a:off x="7390614" y="6488668"/>
            <a:ext cx="1753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CCLI#7102397</a:t>
            </a:r>
          </a:p>
        </p:txBody>
      </p:sp>
    </p:spTree>
    <p:extLst>
      <p:ext uri="{BB962C8B-B14F-4D97-AF65-F5344CB8AC3E}">
        <p14:creationId xmlns:p14="http://schemas.microsoft.com/office/powerpoint/2010/main" val="103207838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Stand Amazed In the Presence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B1B68A-E341-6F04-1871-1FA936540EF7}"/>
              </a:ext>
            </a:extLst>
          </p:cNvPr>
          <p:cNvSpPr txBox="1"/>
          <p:nvPr/>
        </p:nvSpPr>
        <p:spPr>
          <a:xfrm>
            <a:off x="168442" y="5444311"/>
            <a:ext cx="88071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Words &amp; Music by Charles H. Gabriel (1905)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Public Domain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252601114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stand amazed in the presence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Of Jesus the Nazarene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wonder how He could love me,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sinner, condemned, unclean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107575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68BE97-72FF-92DB-44C0-046052F20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1D61913-1778-2AE5-D06E-2978EC7565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marvelous, How wonderful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my song shall ever be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marvelous, How wonderful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Is my Savior's love for me</a:t>
            </a:r>
          </a:p>
        </p:txBody>
      </p:sp>
    </p:spTree>
    <p:extLst>
      <p:ext uri="{BB962C8B-B14F-4D97-AF65-F5344CB8AC3E}">
        <p14:creationId xmlns:p14="http://schemas.microsoft.com/office/powerpoint/2010/main" val="225774544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487918-3A4B-5063-4EB9-FBDCB0A48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0232BAD-6DCD-B49A-2E48-78B9A6A3CE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took my sins and my sorrows;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made them His very own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bore the burden to Calvary,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suffered and died alone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362621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9E8FD0-FA70-D3A5-B31E-3FD510E67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7C113B0-6DF5-0520-C3DE-865172B71C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marvelous, How wonderful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my song shall ever be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marvelous, How wonderful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Is my Savior's love for me</a:t>
            </a:r>
          </a:p>
        </p:txBody>
      </p:sp>
    </p:spTree>
    <p:extLst>
      <p:ext uri="{BB962C8B-B14F-4D97-AF65-F5344CB8AC3E}">
        <p14:creationId xmlns:p14="http://schemas.microsoft.com/office/powerpoint/2010/main" val="247764471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C2A806-7C62-57F2-67EF-2DBB8D052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C6048AA-D5F0-9368-329B-5D782CF879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with the ransomed in glory,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face I at last shall see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’Twill</a:t>
            </a:r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be my joy through the ages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sing of His love for me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045747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BFBF6E-A800-A557-4607-B211D092B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C31C481-F61F-FA71-2898-FC5F29B5D3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marvelous, How wonderful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my song shall ever be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marvelous, How wonderful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Is my Savior's love for me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841305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Amazing Grace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7F204E-B9EC-E9EF-650E-A9AEC6C2BEAE}"/>
              </a:ext>
            </a:extLst>
          </p:cNvPr>
          <p:cNvSpPr txBox="1"/>
          <p:nvPr/>
        </p:nvSpPr>
        <p:spPr>
          <a:xfrm>
            <a:off x="168442" y="5444311"/>
            <a:ext cx="88071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Words &amp; Music by John Newton (1772)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Public Domain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337721226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Amazing Grace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sweet the sound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saved a wretch like me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38060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C39DE4-B05E-117C-AB0E-3A3481DEA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E4B78B5-F6A5-2FE9-6ED1-4BB0964E14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once was lost but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now am found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Was blind but now I see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464445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BFBF6E-A800-A557-4607-B211D092B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C31C481-F61F-FA71-2898-FC5F29B5D3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T'was</a:t>
            </a:r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Grace that taught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heart to fear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Grace, my fears relieved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819316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BF5FCE-76E6-F3F6-BA4A-9C5F4E40E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5B44DBA-A2B3-57A3-8056-4406225EE8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precious did that Grace appear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hour I first believed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795724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1CC555-0715-21AA-DD5B-01CF814AC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1985C7B-7B0F-5B0C-F52D-718265A587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Through many dangers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Toils and snares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have already come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841772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3E790B-860F-1213-4F63-6AE54B992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66F284-8536-A8DD-C0BE-B7A53225AD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’Tis grace hath brought me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safe thus far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grace will lead me home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199752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818A2F-CC8E-717D-20F7-4B5294D04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27FF292-1FE0-47B3-77DD-58139A6573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Lord has promised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good to me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Word my hope secures 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234776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E7C36E-3042-CDB5-A9E4-0AF50FE2F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AC1EEC1-BA02-066A-9DB4-C5D95DE533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will my Shield and Portion be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As long as life endures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40030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62</TotalTime>
  <Words>1067</Words>
  <Application>Microsoft Macintosh PowerPoint</Application>
  <PresentationFormat>On-screen Show (4:3)</PresentationFormat>
  <Paragraphs>266</Paragraphs>
  <Slides>57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2" baseType="lpstr">
      <vt:lpstr>Aptos</vt:lpstr>
      <vt:lpstr>Aptos Display</vt:lpstr>
      <vt:lpstr>Arial</vt:lpstr>
      <vt:lpstr>Avenir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26</cp:revision>
  <dcterms:created xsi:type="dcterms:W3CDTF">2025-11-12T03:26:12Z</dcterms:created>
  <dcterms:modified xsi:type="dcterms:W3CDTF">2026-08-16T03:45:57Z</dcterms:modified>
</cp:coreProperties>
</file>