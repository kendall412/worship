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4" r:id="rId2"/>
    <p:sldId id="296" r:id="rId3"/>
    <p:sldId id="285" r:id="rId4"/>
    <p:sldId id="286" r:id="rId5"/>
    <p:sldId id="287" r:id="rId6"/>
    <p:sldId id="276" r:id="rId7"/>
    <p:sldId id="289" r:id="rId8"/>
    <p:sldId id="290" r:id="rId9"/>
    <p:sldId id="291" r:id="rId10"/>
    <p:sldId id="292" r:id="rId11"/>
    <p:sldId id="293" r:id="rId12"/>
    <p:sldId id="295" r:id="rId13"/>
    <p:sldId id="274" r:id="rId14"/>
    <p:sldId id="280" r:id="rId15"/>
    <p:sldId id="283" r:id="rId16"/>
    <p:sldId id="281" r:id="rId17"/>
    <p:sldId id="297" r:id="rId18"/>
    <p:sldId id="282" r:id="rId19"/>
    <p:sldId id="298" r:id="rId20"/>
    <p:sldId id="299" r:id="rId21"/>
    <p:sldId id="300" r:id="rId22"/>
    <p:sldId id="279" r:id="rId23"/>
    <p:sldId id="301" r:id="rId24"/>
    <p:sldId id="302" r:id="rId25"/>
    <p:sldId id="303" r:id="rId26"/>
    <p:sldId id="304" r:id="rId27"/>
    <p:sldId id="305" r:id="rId28"/>
    <p:sldId id="288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308"/>
    <p:restoredTop sz="94709"/>
  </p:normalViewPr>
  <p:slideViewPr>
    <p:cSldViewPr snapToGrid="0">
      <p:cViewPr varScale="1">
        <p:scale>
          <a:sx n="101" d="100"/>
          <a:sy n="101" d="100"/>
        </p:scale>
        <p:origin x="208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8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4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8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5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9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9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8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2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5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96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75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3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340243"/>
            <a:ext cx="8119754" cy="6124352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Living Hope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931C3-B9CC-8120-2643-7E11A50B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2A6CEC-18F9-26BF-D6BF-40C124686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2" y="382773"/>
            <a:ext cx="8314377" cy="6081822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3234550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90500"/>
            <a:ext cx="8572500" cy="63753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" y="241300"/>
            <a:ext cx="8521700" cy="62483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such boundless grace?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stepped down from glory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0" y="228600"/>
            <a:ext cx="8432800" cy="64007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" y="254000"/>
            <a:ext cx="8496300" cy="62737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254000"/>
            <a:ext cx="8119754" cy="63372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A7E8E-A250-DFD6-C0B1-A1D632DA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6D1DC0-A400-8203-3944-4066F16E6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00" y="266700"/>
            <a:ext cx="8572500" cy="63372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</p:txBody>
      </p:sp>
    </p:spTree>
    <p:extLst>
      <p:ext uri="{BB962C8B-B14F-4D97-AF65-F5344CB8AC3E}">
        <p14:creationId xmlns:p14="http://schemas.microsoft.com/office/powerpoint/2010/main" val="842656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6500C-6117-479E-52F8-FE4E4E7B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5B0D5D-78C6-1574-4009-1E68CC34F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100" y="279400"/>
            <a:ext cx="8585200" cy="63499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8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AC288-0C96-727C-1C25-C731C100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560BE-DFD9-2F84-282E-C87B22BC2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292100"/>
            <a:ext cx="8458200" cy="62737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</p:txBody>
      </p:sp>
    </p:spTree>
    <p:extLst>
      <p:ext uri="{BB962C8B-B14F-4D97-AF65-F5344CB8AC3E}">
        <p14:creationId xmlns:p14="http://schemas.microsoft.com/office/powerpoint/2010/main" val="140164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2DA16-AD5D-275D-B36E-EEDFB3EB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50F34E-29FB-F982-B18F-849781E43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241300"/>
            <a:ext cx="8585200" cy="63372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548000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400" y="177800"/>
            <a:ext cx="8610600" cy="64261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1B17B2-05C0-CDED-4DD7-3095F177FDBF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 The Beautiful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spacious skies,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amber waves of grain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purple mountain majesties,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the fruited plain!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64566-1F66-DAC3-F526-A8ECD671C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7B878B-F8AE-DE92-1E69-2EC14D4C4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27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CCC26-73F0-47DB-BEE1-54E99D34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381D14-DDA7-4F5F-6088-450CFCCA4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pilgrim feet,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whose stern impassioned stress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thoroughfare of freedom beat,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across the wilderness!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939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084B1-5397-B22D-ED26-095EAD01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C85907-F3A4-E432-87E2-9362DDDE3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mend thine every flaw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Confirm thy soul in self-control,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liberty in law!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233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94665-E3E4-AAC1-F24D-60B75AF7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49F29E-405A-5F01-C1E4-701E5F57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patriot dream,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sees beyond the years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Thine alabaster cities gleam,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undimmed by human tears!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51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F4A83-0601-2777-662E-24ACD038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6E85D4-D112-2EA8-A399-93ED9FD46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9EC47-E0E7-C5CE-BCF5-81D8B8FA3EBC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3760262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</a:t>
            </a:r>
          </a:p>
        </p:txBody>
      </p:sp>
    </p:spTree>
    <p:extLst>
      <p:ext uri="{BB962C8B-B14F-4D97-AF65-F5344CB8AC3E}">
        <p14:creationId xmlns:p14="http://schemas.microsoft.com/office/powerpoint/2010/main" val="268931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Lord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0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Thou, O Lord, art high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the earth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art exalted far above all gods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51FA7-6366-9750-1A0C-A792D6EE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FDE78E-E064-69B0-FA88-960669ADC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Lord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1E0276-3276-6EF1-13DC-29653636F806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3309316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Build My Life</a:t>
            </a:r>
          </a:p>
        </p:txBody>
      </p:sp>
    </p:spTree>
    <p:extLst>
      <p:ext uri="{BB962C8B-B14F-4D97-AF65-F5344CB8AC3E}">
        <p14:creationId xmlns:p14="http://schemas.microsoft.com/office/powerpoint/2010/main" val="359427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881B-6A98-3300-675D-079BD8D7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B6CA4-EDB6-1218-7A78-FCB9F2B0E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sing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bring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55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900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1CB3E-990D-7DFF-20B6-E804D149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03547D-6D02-EAD0-34A1-FCFC78E2D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085160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C345A-68EB-12C1-9343-57638A88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FE605C-B93E-1EE9-4719-94EA69467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1321554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F7924-8E20-E9FD-661C-1CDCCF77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834CC-3125-80AD-FF36-4367C2A00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9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B6CE6-C1FB-70B7-6B5A-CF1F3966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2752A6-C439-CFED-91AC-B9982CDFA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59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3417-D23C-C0DD-4C36-EB8A659E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6B7214-6FDA-DB3C-40C8-6B10EBDC1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57212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3ECAE-D798-4B80-7125-21650214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9FAE97-556F-2EF3-3CAA-B74A4F8C4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696135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810D-6BC3-0F63-D153-332B7E51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98F530-F40F-0DEF-A053-08666EEA3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291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21FA9-EB70-C7AE-CCAD-0F83D843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A39DA4-8F5F-C79E-2EBB-1E2176F1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247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59531-CDDD-0EAF-CCC9-10BF02E4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6F3413-02E2-6B03-81F0-64323C17C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endParaRPr lang="en-US" sz="40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put my trust,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 alone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7399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582F0-A05E-958C-42CD-6B73BF0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340758-6221-529C-CE2C-F9A10BC0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6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13959-7005-B992-621B-D633D993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C2991-F9D2-9CFB-D793-4BA25F709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21CC9-4D81-5D07-75D6-20E941773423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1032078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</p:txBody>
      </p:sp>
    </p:spTree>
    <p:extLst>
      <p:ext uri="{BB962C8B-B14F-4D97-AF65-F5344CB8AC3E}">
        <p14:creationId xmlns:p14="http://schemas.microsoft.com/office/powerpoint/2010/main" val="32157461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Jesus the Nazarene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wonder how He could love me,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sinner, condemned, unclean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754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8BE97-72FF-92DB-44C0-046052F2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D61913-1778-2AE5-D06E-2978EC756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2257745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87918-3A4B-5063-4EB9-FBDCB0A4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232BAD-6DCD-B49A-2E48-78B9A6A3C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took my sins and my sorrows;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made them His very 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bore the burden to Calvary,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suffered and died alone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26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E8FD0-FA70-D3A5-B31E-3FD510E6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C113B0-6DF5-0520-C3DE-865172B71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24776447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2A806-7C62-57F2-67EF-2DBB8D05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6048AA-D5F0-9368-329B-5D782CF87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with the ransomed in glory,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face I at last shall see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’Twill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be my joy through the ages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of His love for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4574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E5347E-CB9A-43DD-8F01-CD210F411994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76821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860</Words>
  <Application>Microsoft Macintosh PowerPoint</Application>
  <PresentationFormat>On-screen Show (4:3)</PresentationFormat>
  <Paragraphs>236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38</cp:revision>
  <dcterms:created xsi:type="dcterms:W3CDTF">2025-11-12T03:26:12Z</dcterms:created>
  <dcterms:modified xsi:type="dcterms:W3CDTF">2026-06-27T23:48:06Z</dcterms:modified>
</cp:coreProperties>
</file>