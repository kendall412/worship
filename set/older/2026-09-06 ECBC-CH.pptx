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294" r:id="rId13"/>
    <p:sldId id="295" r:id="rId14"/>
    <p:sldId id="296" r:id="rId15"/>
    <p:sldId id="286" r:id="rId16"/>
    <p:sldId id="297" r:id="rId17"/>
    <p:sldId id="298" r:id="rId18"/>
    <p:sldId id="299" r:id="rId19"/>
    <p:sldId id="257" r:id="rId20"/>
    <p:sldId id="272" r:id="rId21"/>
    <p:sldId id="261" r:id="rId22"/>
    <p:sldId id="259" r:id="rId23"/>
    <p:sldId id="273" r:id="rId24"/>
    <p:sldId id="265" r:id="rId25"/>
    <p:sldId id="274" r:id="rId26"/>
    <p:sldId id="268" r:id="rId27"/>
    <p:sldId id="275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279" r:id="rId40"/>
    <p:sldId id="277" r:id="rId41"/>
    <p:sldId id="280" r:id="rId42"/>
    <p:sldId id="278" r:id="rId43"/>
    <p:sldId id="281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675"/>
    <p:restoredTop sz="94660"/>
  </p:normalViewPr>
  <p:slideViewPr>
    <p:cSldViewPr snapToGrid="0">
      <p:cViewPr varScale="1">
        <p:scale>
          <a:sx n="112" d="100"/>
          <a:sy n="112" d="100"/>
        </p:scale>
        <p:origin x="224" y="1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6148371" cy="1519265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Your Grace is Enough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Your faithfulness oh God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D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wrestle with the sinner's heart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lead us by still waters and to mercy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D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nothing can keep us apart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8857761" cy="6482862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Am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G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promise Oh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B075FA-13FA-EF59-5E63-C3D9BFEB4DF4}"/>
              </a:ext>
            </a:extLst>
          </p:cNvPr>
          <p:cNvSpPr txBox="1"/>
          <p:nvPr/>
        </p:nvSpPr>
        <p:spPr>
          <a:xfrm>
            <a:off x="9296400" y="5985991"/>
            <a:ext cx="23862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DEF89-9ADE-6DB5-EBFC-AD27351D7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D65D5CB-CAEE-C34A-2282-5812B3910F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0978662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D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57058-E6DB-8F63-895D-63DA4DF4E841}"/>
              </a:ext>
            </a:extLst>
          </p:cNvPr>
          <p:cNvSpPr txBox="1"/>
          <p:nvPr/>
        </p:nvSpPr>
        <p:spPr>
          <a:xfrm>
            <a:off x="8953500" y="5939099"/>
            <a:ext cx="24083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to verse 2</a:t>
            </a:r>
          </a:p>
        </p:txBody>
      </p:sp>
    </p:spTree>
    <p:extLst>
      <p:ext uri="{BB962C8B-B14F-4D97-AF65-F5344CB8AC3E}">
        <p14:creationId xmlns:p14="http://schemas.microsoft.com/office/powerpoint/2010/main" val="1345386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062099-8B00-89DE-1A7B-5259BA529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8B4E0E-2F4B-604A-CFEA-7DF218428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Great is Your love and justice God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D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use the weak to lead the strong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lead us in the song of Your salvation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D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Your people sing along</a:t>
            </a:r>
          </a:p>
        </p:txBody>
      </p:sp>
    </p:spTree>
    <p:extLst>
      <p:ext uri="{BB962C8B-B14F-4D97-AF65-F5344CB8AC3E}">
        <p14:creationId xmlns:p14="http://schemas.microsoft.com/office/powerpoint/2010/main" val="2510042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8A375-069B-0223-C447-619D27B3D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A4DE471-2386-6ACB-44D0-EB42B95B0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0115061" cy="6482862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Am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G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promise Oh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7F56F4-4292-34A7-F32A-5CE0AC63A3EF}"/>
              </a:ext>
            </a:extLst>
          </p:cNvPr>
          <p:cNvSpPr txBox="1"/>
          <p:nvPr/>
        </p:nvSpPr>
        <p:spPr>
          <a:xfrm>
            <a:off x="8953500" y="5939099"/>
            <a:ext cx="23805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to </a:t>
            </a:r>
            <a:r>
              <a:rPr lang="en-US" sz="4000" b="1" dirty="0" err="1">
                <a:solidFill>
                  <a:schemeClr val="bg1"/>
                </a:solidFill>
              </a:rPr>
              <a:t>chrous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688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3C500D-CE9A-D3C5-8CA1-8982B3EEA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B091E7-A747-94D2-56F2-E293EEA9C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111761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D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7CD738-7CE3-5B61-6753-3E18E40D30D5}"/>
              </a:ext>
            </a:extLst>
          </p:cNvPr>
          <p:cNvSpPr txBox="1"/>
          <p:nvPr/>
        </p:nvSpPr>
        <p:spPr>
          <a:xfrm>
            <a:off x="7924800" y="5985991"/>
            <a:ext cx="399635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x2 to pre  chorus</a:t>
            </a:r>
          </a:p>
        </p:txBody>
      </p:sp>
    </p:spTree>
    <p:extLst>
      <p:ext uri="{BB962C8B-B14F-4D97-AF65-F5344CB8AC3E}">
        <p14:creationId xmlns:p14="http://schemas.microsoft.com/office/powerpoint/2010/main" val="2418074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AFADD5-129C-CF95-2A6F-EAFC62341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E0B105-E005-3313-60D2-F7D4B3C37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0978662" cy="6482862"/>
          </a:xfrm>
        </p:spPr>
        <p:txBody>
          <a:bodyPr>
            <a:noAutofit/>
          </a:bodyPr>
          <a:lstStyle/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Am                     G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remember Your people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children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G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Remember Your promise Oh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05A2F3-141B-0B35-AA2A-ED5E0F44B76C}"/>
              </a:ext>
            </a:extLst>
          </p:cNvPr>
          <p:cNvSpPr txBox="1"/>
          <p:nvPr/>
        </p:nvSpPr>
        <p:spPr>
          <a:xfrm>
            <a:off x="8953500" y="5939099"/>
            <a:ext cx="238629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to chorus</a:t>
            </a:r>
          </a:p>
        </p:txBody>
      </p:sp>
    </p:spTree>
    <p:extLst>
      <p:ext uri="{BB962C8B-B14F-4D97-AF65-F5344CB8AC3E}">
        <p14:creationId xmlns:p14="http://schemas.microsoft.com/office/powerpoint/2010/main" val="717396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C077F-7EE4-EF97-5251-ED267169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91F686-FCF6-7A49-F492-923BF8D8CE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9111761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Em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D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</a:t>
            </a:r>
          </a:p>
        </p:txBody>
      </p:sp>
    </p:spTree>
    <p:extLst>
      <p:ext uri="{BB962C8B-B14F-4D97-AF65-F5344CB8AC3E}">
        <p14:creationId xmlns:p14="http://schemas.microsoft.com/office/powerpoint/2010/main" val="4044644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CC52B-F441-DABE-866B-83AAEA8FA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EA8B0C-F287-16F1-6B5D-F79B1370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842261" cy="6482862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D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Em   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Heaven reaching down to us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D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  God I see 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D                     Em      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I am covered in Your love</a:t>
            </a:r>
          </a:p>
          <a:p>
            <a:pPr algn="l"/>
            <a:r>
              <a:rPr lang="en-US" sz="40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D              C</a:t>
            </a:r>
          </a:p>
          <a:p>
            <a:pPr algn="l"/>
            <a:r>
              <a:rPr lang="en-US" sz="40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grace is enough for me…For me</a:t>
            </a:r>
          </a:p>
          <a:p>
            <a:pPr algn="l"/>
            <a:endParaRPr lang="en-US" sz="4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A13E56-7056-FA29-E5DE-0E0D1011337E}"/>
              </a:ext>
            </a:extLst>
          </p:cNvPr>
          <p:cNvSpPr txBox="1"/>
          <p:nvPr/>
        </p:nvSpPr>
        <p:spPr>
          <a:xfrm>
            <a:off x="10414000" y="598599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415576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005371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7762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/ G / C / G 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G                C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commands all the hosts of heaven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G                C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make	every king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G                C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can whisper	and	darkness trembles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D	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2613251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FFE59-388D-EE4A-20EB-B530C97A7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88C20-E1F1-8F5E-B0AC-DDA8ED4840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G             C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beauty demands such praises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G                C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splendour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outshines the sun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G    C   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majesty rules with justice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D	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1803805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	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  D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	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D     Em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</p:spTree>
    <p:extLst>
      <p:ext uri="{BB962C8B-B14F-4D97-AF65-F5344CB8AC3E}">
        <p14:creationId xmlns:p14="http://schemas.microsoft.com/office/powerpoint/2010/main" val="3883193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CE80D-BB37-21EF-5E19-44FECF9A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7BE86D-3EC3-C4BD-2C09-4157D7241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G             C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glory consumes like fire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G        C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power can raise the dead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G            C  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other name	 remains undefeated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D	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087674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A5BA1-EC57-2DD0-534C-0CA925B7E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98AA49-8148-72B2-3BFC-F52BB40FA4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	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  D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	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D     Em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9495A1-C153-A8BA-3F84-C5A2E0001537}"/>
              </a:ext>
            </a:extLst>
          </p:cNvPr>
          <p:cNvSpPr txBox="1"/>
          <p:nvPr/>
        </p:nvSpPr>
        <p:spPr>
          <a:xfrm>
            <a:off x="10930597" y="5877544"/>
            <a:ext cx="7649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4820408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DAC4C-223B-3408-320B-752696C4D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B325B7-B24C-99A1-59D2-4ABAE23DC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G                C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could rescue me	 from my failing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G     C     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would offer His only Son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G                       C        G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else invites me to call Him Father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D	      G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a Holy God</a:t>
            </a:r>
          </a:p>
        </p:txBody>
      </p:sp>
    </p:spTree>
    <p:extLst>
      <p:ext uri="{BB962C8B-B14F-4D97-AF65-F5344CB8AC3E}">
        <p14:creationId xmlns:p14="http://schemas.microsoft.com/office/powerpoint/2010/main" val="3333759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13A65-EB72-D1BC-2C16-E5794831C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DBE5F2-BF3E-3EF6-B768-F5755D6E1F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	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behold Him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  D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	One	 and	 the	Only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	              C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Cry out, sing	holy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D     Em	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a Holy God	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   D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and worship the Holy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0429ED-D90A-208A-D2CA-124911DE55EB}"/>
              </a:ext>
            </a:extLst>
          </p:cNvPr>
          <p:cNvSpPr txBox="1"/>
          <p:nvPr/>
        </p:nvSpPr>
        <p:spPr>
          <a:xfrm>
            <a:off x="10654478" y="5924436"/>
            <a:ext cx="13147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49989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DE33-751C-92B4-7B0B-7315139E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A mountain range reflected in a lake&#10;&#10;AI-generated content may be incorrect.">
            <a:extLst>
              <a:ext uri="{FF2B5EF4-FFF2-40B4-BE49-F238E27FC236}">
                <a16:creationId xmlns:a16="http://schemas.microsoft.com/office/drawing/2014/main" id="{98BA084F-0CF8-8D13-165C-DA40FA2749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19" r="17612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25259-27FF-FECE-3C92-C339F3344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497781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9336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8471BC-71FA-5050-E195-E824F107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F4B07D-1F4C-FAA9-270A-D4E9E8B3C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12035"/>
            <a:ext cx="10826338" cy="6374295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G Em         D           C G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      His mercy is more</a:t>
            </a:r>
            <a:b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D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new every morn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46408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51791"/>
            <a:ext cx="10826338" cy="634779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love could remember,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wrongs we have done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Omniscient all-knowing,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counts not their sum</a:t>
            </a: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D25B2-8BCB-DC3F-C1EC-DFADB707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7A9E97-41D2-88BA-DCF7-7F8873869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38539"/>
            <a:ext cx="10826338" cy="6387548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Thrown into a sea,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without bottom or shore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3609031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180F83-840A-7D60-3E61-EB069DA8F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E36D67-5F5B-1302-0FF4-08B06953C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12035"/>
            <a:ext cx="10826338" cy="6374295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G Em         D           C G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      His mercy is more</a:t>
            </a:r>
            <a:b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D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new every morn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381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A817F-60B4-9AB9-EFC4-AAC3AA9B0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607DF9-90AB-0EC9-1C9C-C71ABF2EC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51791"/>
            <a:ext cx="10826338" cy="6268279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                       C                G  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patience would wait as we constantly roam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D             Em            C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Father so tender is calling us home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      Am                G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welcomes the weakest, the vilest, the poor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7143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9D6EC4-127F-BFAD-171D-73A78D973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895BFC-B06A-5412-BD85-37FF4AC91E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12035"/>
            <a:ext cx="10826338" cy="6374295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G Em         D           C G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      His mercy is more</a:t>
            </a:r>
            <a:b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D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new every morn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8669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B28804-0296-2F6C-62C2-18A0239C9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13D3C6-E285-880B-ACB9-52B26040E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38539"/>
            <a:ext cx="10826338" cy="6281531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                      C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riches of kindness He lavished on us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Em                 C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blood was the payment, His life was the cost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G                     Am                    G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stood 'neath a debt we could never afford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G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5926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E8561D-D38F-AAED-281E-4CAA898A3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420DD9-55EA-305F-9529-24AA5F3A27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212035"/>
            <a:ext cx="9282804" cy="6374295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C G Em         D           C G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      His mercy is more</a:t>
            </a:r>
            <a:b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D                D             Em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new every morn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His mercy is more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349009-25DD-C3B8-FE0C-5438A813F1BC}"/>
              </a:ext>
            </a:extLst>
          </p:cNvPr>
          <p:cNvSpPr txBox="1"/>
          <p:nvPr/>
        </p:nvSpPr>
        <p:spPr>
          <a:xfrm>
            <a:off x="8980736" y="6211669"/>
            <a:ext cx="32112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REPEAT &amp; END</a:t>
            </a:r>
          </a:p>
        </p:txBody>
      </p:sp>
    </p:spTree>
    <p:extLst>
      <p:ext uri="{BB962C8B-B14F-4D97-AF65-F5344CB8AC3E}">
        <p14:creationId xmlns:p14="http://schemas.microsoft.com/office/powerpoint/2010/main" val="41273636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323423" cy="2445459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Here I am to Worship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178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D          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of the world You stepped down into darkness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D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Opened my eyes, let me see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    D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Beauty that made this heart adore You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         D                     C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Hope of a life spent with You </a:t>
            </a:r>
          </a:p>
        </p:txBody>
      </p:sp>
    </p:spTree>
    <p:extLst>
      <p:ext uri="{BB962C8B-B14F-4D97-AF65-F5344CB8AC3E}">
        <p14:creationId xmlns:p14="http://schemas.microsoft.com/office/powerpoint/2010/main" val="3918824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     D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Here I am to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You're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</p:txBody>
      </p:sp>
    </p:spTree>
    <p:extLst>
      <p:ext uri="{BB962C8B-B14F-4D97-AF65-F5344CB8AC3E}">
        <p14:creationId xmlns:p14="http://schemas.microsoft.com/office/powerpoint/2010/main" val="1788558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36FD02-8F08-9EFE-583B-F15029869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E848196-6549-AA70-1832-272B32520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D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King of all days, oh so highly exalted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D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Glorious in heaven above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          D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Humbly You came to the earth You created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G       D                              C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for love's sake became poor</a:t>
            </a:r>
          </a:p>
        </p:txBody>
      </p:sp>
    </p:spTree>
    <p:extLst>
      <p:ext uri="{BB962C8B-B14F-4D97-AF65-F5344CB8AC3E}">
        <p14:creationId xmlns:p14="http://schemas.microsoft.com/office/powerpoint/2010/main" val="94670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19D002-FCA0-246E-16BA-0F489AE9E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3BB9B5-6CA9-7169-DD30-3082D279EC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     D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Here I am to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You're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31883E-42A4-5C3C-8C92-7247B4DFB3FD}"/>
              </a:ext>
            </a:extLst>
          </p:cNvPr>
          <p:cNvSpPr txBox="1"/>
          <p:nvPr/>
        </p:nvSpPr>
        <p:spPr>
          <a:xfrm>
            <a:off x="9532169" y="6211669"/>
            <a:ext cx="2611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 to Bridge</a:t>
            </a:r>
          </a:p>
        </p:txBody>
      </p:sp>
    </p:spTree>
    <p:extLst>
      <p:ext uri="{BB962C8B-B14F-4D97-AF65-F5344CB8AC3E}">
        <p14:creationId xmlns:p14="http://schemas.microsoft.com/office/powerpoint/2010/main" val="30645156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EDDA93-1BDB-DE07-79C5-ACAD3F15B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FD3354-E95B-5646-B089-C1B01426A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10830744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     G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I'll never know how much it cost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       </a:t>
            </a:r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C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see my sin upon that cross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9DA54B-BE40-DC9C-0BD3-09EEF1D244C1}"/>
              </a:ext>
            </a:extLst>
          </p:cNvPr>
          <p:cNvSpPr txBox="1"/>
          <p:nvPr/>
        </p:nvSpPr>
        <p:spPr>
          <a:xfrm>
            <a:off x="8561294" y="6047546"/>
            <a:ext cx="3278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x3 to Chorus</a:t>
            </a:r>
          </a:p>
        </p:txBody>
      </p:sp>
    </p:spTree>
    <p:extLst>
      <p:ext uri="{BB962C8B-B14F-4D97-AF65-F5344CB8AC3E}">
        <p14:creationId xmlns:p14="http://schemas.microsoft.com/office/powerpoint/2010/main" val="21737820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B0709-CB67-06EF-FC21-14AED60C2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A493994-0B02-2A10-3B3A-17F179539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     D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worship Here I am to bow down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to say that You're my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G            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You're altogether lovely Altogether worthy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Altogether wonderful to 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BCB16-F4E1-DD0C-F68F-C329E7FFFC3A}"/>
              </a:ext>
            </a:extLst>
          </p:cNvPr>
          <p:cNvSpPr txBox="1"/>
          <p:nvPr/>
        </p:nvSpPr>
        <p:spPr>
          <a:xfrm>
            <a:off x="9532169" y="6211669"/>
            <a:ext cx="2078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x2 to End</a:t>
            </a:r>
          </a:p>
        </p:txBody>
      </p:sp>
    </p:spTree>
    <p:extLst>
      <p:ext uri="{BB962C8B-B14F-4D97-AF65-F5344CB8AC3E}">
        <p14:creationId xmlns:p14="http://schemas.microsoft.com/office/powerpoint/2010/main" val="7798461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It Is Well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94029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           C   D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peace like a river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attendeth</a:t>
            </a:r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my way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Em                A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sorrows like sea billows roll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C                     A           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Whatever my lot, Thou hast taught me to say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C       D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4F416-7156-D40D-6F1E-5F0CE0EFF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6B456A-09A8-DA29-A2DD-F56E12DCC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              C  D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Satan should buffet, though trials should come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Em       A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this blest assurance control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                  C                 A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Christ has regarded my helpless estate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G                    C         D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has shed His own blood for my soul</a:t>
            </a:r>
          </a:p>
        </p:txBody>
      </p:sp>
    </p:spTree>
    <p:extLst>
      <p:ext uri="{BB962C8B-B14F-4D97-AF65-F5344CB8AC3E}">
        <p14:creationId xmlns:p14="http://schemas.microsoft.com/office/powerpoint/2010/main" val="35409343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46C626-1C7C-832E-FD9A-E6AC449A4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5FD494-5511-309A-033D-8F60B90D6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34479877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33EFA-F7D0-9842-96CE-E6E8E483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081542-C896-4EDB-AEF8-63986A716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G                                     C  D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O, the bliss of this glorious thought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Em             A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not in part but the whole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   C              A     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nailed to the cross and I bear it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C     D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praise the Lord, O my soul</a:t>
            </a:r>
          </a:p>
        </p:txBody>
      </p:sp>
    </p:spTree>
    <p:extLst>
      <p:ext uri="{BB962C8B-B14F-4D97-AF65-F5344CB8AC3E}">
        <p14:creationId xmlns:p14="http://schemas.microsoft.com/office/powerpoint/2010/main" val="35553216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C527E-21C1-1FC1-2A61-4A3F41A1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E538ED-147B-D896-9936-0DE138A1B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5445360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D4447A-720C-CA96-7725-4077679A1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35616B-7ADC-8E71-444D-852045398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                                    C     D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And, Lord haste the day when the faith shall be sight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Em                      A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clouds be rolled back as a scroll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C                          A     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trump shall resound and the Lord shall descend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C     D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so -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24805587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8ACDD-D29E-68E1-E15F-B84622C09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3C419CF-AA2C-8A4A-8F23-6F0BDC5C4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1434669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1631</Words>
  <Application>Microsoft Macintosh PowerPoint</Application>
  <PresentationFormat>Widescreen</PresentationFormat>
  <Paragraphs>347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49</cp:revision>
  <dcterms:created xsi:type="dcterms:W3CDTF">2025-11-12T03:26:12Z</dcterms:created>
  <dcterms:modified xsi:type="dcterms:W3CDTF">2026-09-05T05:45:29Z</dcterms:modified>
</cp:coreProperties>
</file>