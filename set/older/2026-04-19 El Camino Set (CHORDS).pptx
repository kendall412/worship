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257" r:id="rId3"/>
    <p:sldId id="262" r:id="rId4"/>
    <p:sldId id="264" r:id="rId5"/>
    <p:sldId id="265" r:id="rId6"/>
    <p:sldId id="266" r:id="rId7"/>
    <p:sldId id="267" r:id="rId8"/>
    <p:sldId id="280" r:id="rId9"/>
    <p:sldId id="326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271" r:id="rId19"/>
    <p:sldId id="272" r:id="rId20"/>
    <p:sldId id="25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37"/>
    <p:restoredTop sz="94719"/>
  </p:normalViewPr>
  <p:slideViewPr>
    <p:cSldViewPr snapToGrid="0">
      <p:cViewPr varScale="1">
        <p:scale>
          <a:sx n="84" d="100"/>
          <a:sy n="84" d="100"/>
        </p:scale>
        <p:origin x="192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579BA-D6DC-7742-8752-BA24262879FB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8D268-31B1-2344-9C3C-9213F10BF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670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0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31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6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19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79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1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19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4FF-2D30-D793-E09C-2265A9522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5C6C5-258B-0BA4-5C37-D9434922B2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08B19-C60E-C70B-4330-21A9D628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6D8A8-340D-19BE-9A86-022B5C6CD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536A7-C12A-5979-A40F-48F68C70C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4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4F5BF-9591-5670-81BB-C2A3F4A71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59989-A1E9-072F-F804-0C6E440B4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EDEB7-B7F9-E8AB-A99F-2C7B15B6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CF828-F074-9423-46B9-CCAC79F84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41E63-4B60-1319-C338-D788C1C8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6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BD61E-0ACB-BCD1-6015-F6FA8BFD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AB054-F01D-A11A-5D12-879CFA929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75A5-DD9C-DD4A-F0D8-F572A0BF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3723F-3FFD-9885-E219-7BF945F3E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0FF47-E046-5F16-3F93-79FFBBC2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19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1D6A-2AD9-A721-985B-B70E3CDE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24E-BA5C-F143-AE77-F89D9DFD4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683B8-C143-1249-2242-A2003717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7FB2-BD38-AA7E-701D-C1172828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EE11C-3539-6326-32A4-48CC8CAB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D822B-A17C-AB3F-8554-15B506F36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1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A4A06-CDDA-A2BC-600D-0D271BA3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EB72B-787B-833B-DBCF-92C3E0A3C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E3E5D-CCF9-DD15-3B54-328BE858A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6F320-E342-10CF-B93B-30060FBB7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3965D1-9DCF-7280-D777-03BA5D2E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AE7E94-54BA-E2B4-5FFE-425CF3873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2C67E-CA9A-A5CB-D958-65C667F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5078D-61B6-CCD0-B1C3-FBA6456B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7352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A0A3-92F9-749F-1595-5860D631F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9C3F3-6BD4-94DA-B565-D4A30EC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8EFA5-B90F-ED4E-1EA2-35D972DA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1A3C8B-FFC1-FC60-5DAF-C7C392874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8831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FD5F-8633-C761-AD7C-2C93C7149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AC18E-962B-9F73-6218-E3D965E20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C4591-7FF1-61D6-352D-9B2C67D9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612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72A3-1F0C-19A4-128F-E700E258D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F5838-206E-D25F-F53D-32A27B0B3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582E-6356-D546-BB6A-E79FF96BB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4AC9D-55E6-E1AA-3AB9-64B009C4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035764-A858-247F-E3EC-57787421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1DA17-1B66-82B0-50FB-0B75C164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723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95B6-9408-66B9-1134-09CADD7F0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515E46-6025-5EE7-35FA-7167C05E0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14F33-BB03-24B4-F63B-0C9C4787E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411A0-1B13-EB68-12D3-7D2C43B1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06CEE-6E96-F1A5-28A7-7FF11F98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F335-1172-1B2A-DF50-CBB2BDD97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1968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3B1E5-3575-06D0-D0B1-A22BBEC8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D10F6-2F5E-2E30-191D-4347B6C50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560-C72D-1F97-65AD-8A584D2C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FC95-8DB4-1FE5-F7CC-C7EDE657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30645-454B-7F53-12E0-3D6EF576B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55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786CF-F453-7CEF-A761-8880AFA7A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3BC0ED-81D1-BEB1-D98F-C32CC081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3D16-B667-06AC-0063-A4EAD814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D13B-9629-413F-D41A-F7A54DD9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5EDCD-5A6E-8217-325D-19368012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3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873CA-F6EE-254F-C0EF-FA39F937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851A9-7C2E-1066-96D6-89713F3C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FC485-D8FF-76B8-27C0-36709589D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8A3D2-9408-4143-A73F-7F223505335E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A4123-190B-3C6E-DF05-134BA65EF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80F96-53B1-4B4D-4BA7-B341580DB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E20BD-F9EA-6144-942C-825938EA0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49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I Speak Jesus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92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60047-0A02-CD44-E26B-B3195127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E05D-83B7-C983-3BC3-3FC396C3C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4110BF-24D9-0180-42CD-0694D4B99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1        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I just </a:t>
            </a:r>
            <a:r>
              <a:rPr lang="en-US" sz="3200" dirty="0" err="1">
                <a:solidFill>
                  <a:schemeClr val="bg1"/>
                </a:solidFill>
                <a:latin typeface="Avenir Book" panose="02000503020000020003" pitchFamily="2" charset="0"/>
              </a:rPr>
              <a:t>wanna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speak the name of Jesus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6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Over every heart and every mind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4</a:t>
            </a:r>
          </a:p>
          <a:p>
            <a:pPr algn="l"/>
            <a:r>
              <a:rPr lang="en-US" sz="32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I know there is peace within Your presence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1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I speak Jesus</a:t>
            </a:r>
          </a:p>
        </p:txBody>
      </p:sp>
    </p:spTree>
    <p:extLst>
      <p:ext uri="{BB962C8B-B14F-4D97-AF65-F5344CB8AC3E}">
        <p14:creationId xmlns:p14="http://schemas.microsoft.com/office/powerpoint/2010/main" val="410967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A8362-A490-9B9C-CA04-DCA2CE49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F0E80-557A-402B-817E-7A895687E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9A886-FC25-6793-68A0-306545704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   5</a:t>
            </a:r>
          </a:p>
          <a:p>
            <a:pPr algn="l"/>
            <a:r>
              <a:rPr lang="en-US" sz="3200" dirty="0" err="1">
                <a:solidFill>
                  <a:schemeClr val="bg1"/>
                </a:solidFill>
                <a:latin typeface="Avenir Book" panose="02000503020000020003" pitchFamily="2" charset="0"/>
              </a:rPr>
              <a:t>'Cause</a:t>
            </a:r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 Your name is power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1           4                                  1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Your name is healing, Your name is life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5                          1                  4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Break every stronghold, shine through the shadows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1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Burn like a fire</a:t>
            </a:r>
          </a:p>
        </p:txBody>
      </p:sp>
    </p:spTree>
    <p:extLst>
      <p:ext uri="{BB962C8B-B14F-4D97-AF65-F5344CB8AC3E}">
        <p14:creationId xmlns:p14="http://schemas.microsoft.com/office/powerpoint/2010/main" val="1432370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AA34E-BB4C-E466-6BF7-40221E3A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DF13F-30FF-A983-FD48-4B90407C6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Like a Fire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DC15C-1F29-E35D-E322-54F48EE22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625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Verse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578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6                              5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Like a fire shut up in my bones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4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I want the world to know You are God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6                               5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With a passion burning deep within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                4                5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I want the world to know That You live</a:t>
            </a:r>
          </a:p>
        </p:txBody>
      </p:sp>
    </p:spTree>
    <p:extLst>
      <p:ext uri="{BB962C8B-B14F-4D97-AF65-F5344CB8AC3E}">
        <p14:creationId xmlns:p14="http://schemas.microsoft.com/office/powerpoint/2010/main" val="246172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B6E6-E461-153D-F783-F0EA5479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D34F4-F80D-FF1C-3268-4E2E6C2A8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F352C-7806-2DA1-BEDF-32FA335C9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5              4               6    5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Jesus I'm desperate for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4          6    5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Jesus I'm hungry for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4          6    5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Jesus I'm longing for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2    6    5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Lord You are, all I want</a:t>
            </a:r>
          </a:p>
        </p:txBody>
      </p:sp>
    </p:spTree>
    <p:extLst>
      <p:ext uri="{BB962C8B-B14F-4D97-AF65-F5344CB8AC3E}">
        <p14:creationId xmlns:p14="http://schemas.microsoft.com/office/powerpoint/2010/main" val="308573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568F42-F3C1-623D-266A-1034DD0E1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3DBE-F183-30B3-A2DC-4E76C0F82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  <a:latin typeface="Avenir Book" panose="02000503020000020003" pitchFamily="2" charset="0"/>
              </a:rPr>
              <a:t>BRIDGE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4D8B2-D9BD-5FC3-DD7E-D4B919A809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4                                  1                   6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Come like a flood and saturate me now,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5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You're all I want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4                                    1                                    6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Come like the wind and sweep throughout this place,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5</a:t>
            </a:r>
            <a:endParaRPr lang="en-US" sz="3200" dirty="0">
              <a:solidFill>
                <a:schemeClr val="bg1"/>
              </a:solidFill>
              <a:latin typeface="Avenir Book" panose="02000503020000020003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You're all we want</a:t>
            </a:r>
          </a:p>
        </p:txBody>
      </p:sp>
    </p:spTree>
    <p:extLst>
      <p:ext uri="{BB962C8B-B14F-4D97-AF65-F5344CB8AC3E}">
        <p14:creationId xmlns:p14="http://schemas.microsoft.com/office/powerpoint/2010/main" val="1035840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D046AB-D41D-AC90-22AA-EAC8241D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C76A-484C-F8FD-797A-B5794A7630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Living Hope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55CE0-A0E5-99C0-04A9-3745F7C28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845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C / G C </a:t>
            </a:r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4th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the chasm that lay between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                 Em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high the mountain I could not climb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desperation, I turned to heaven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spoke Your name into the night</a:t>
            </a:r>
          </a:p>
        </p:txBody>
      </p:sp>
    </p:spTree>
    <p:extLst>
      <p:ext uri="{BB962C8B-B14F-4D97-AF65-F5344CB8AC3E}">
        <p14:creationId xmlns:p14="http://schemas.microsoft.com/office/powerpoint/2010/main" val="153277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37EF9-CF9F-D39D-36A5-3019E24E7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6F3AC8-E07E-264E-4D50-B3A09CBC0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through the darkness,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loving kindness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Em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Tore through the shadows of my soul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work is ﬁnished, the end is written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D         G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3373833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1DAC1-733C-4F5B-DF92-6058C435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5ACE9C-EC07-A1D2-A30C-40E399AF0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could imagine so great a mercy?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C          Em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heart could fathom such boundless grace?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God of ages stepped down from glory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C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wear my sin and bear my shame</a:t>
            </a:r>
          </a:p>
        </p:txBody>
      </p:sp>
    </p:spTree>
    <p:extLst>
      <p:ext uri="{BB962C8B-B14F-4D97-AF65-F5344CB8AC3E}">
        <p14:creationId xmlns:p14="http://schemas.microsoft.com/office/powerpoint/2010/main" val="90826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9E5CE-ECF5-2C85-6F0D-D030C683A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0568BD-F994-B513-CD99-03F09EBF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cross has spoken, I am forgiven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kings calls me His 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Beautiful Savior, I'm Yours forever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D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2674254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66690B-73CA-35F3-1B0E-C1A24C2E0A40}"/>
              </a:ext>
            </a:extLst>
          </p:cNvPr>
          <p:cNvSpPr txBox="1"/>
          <p:nvPr/>
        </p:nvSpPr>
        <p:spPr>
          <a:xfrm>
            <a:off x="10981630" y="6360298"/>
            <a:ext cx="105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1537759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D5DAF-1228-688F-AC5D-84D789610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DCF2B-D83E-E796-6421-AEAC1CE315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came the morning that sealed the promise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Em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buried body began to breathe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Out of the silence, the Roaring Lion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C                     D           G   (Em)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Declared the grave has no claim on 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Jesus, Yours is the victory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855288-599F-5666-D3A8-B14A2E27D51A}"/>
              </a:ext>
            </a:extLst>
          </p:cNvPr>
          <p:cNvSpPr txBox="1"/>
          <p:nvPr/>
        </p:nvSpPr>
        <p:spPr>
          <a:xfrm>
            <a:off x="10981630" y="6360298"/>
            <a:ext cx="105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067131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F1E6F-2771-ED35-A97D-BAD08296F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E2F239-F4DC-5E9E-58FF-4D1AF8E3FE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3F03DC-4D44-0F22-0D64-0E9D6C826187}"/>
              </a:ext>
            </a:extLst>
          </p:cNvPr>
          <p:cNvSpPr txBox="1"/>
          <p:nvPr/>
        </p:nvSpPr>
        <p:spPr>
          <a:xfrm>
            <a:off x="10981630" y="6360298"/>
            <a:ext cx="1055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</a:t>
            </a:r>
          </a:p>
        </p:txBody>
      </p:sp>
    </p:spTree>
    <p:extLst>
      <p:ext uri="{BB962C8B-B14F-4D97-AF65-F5344CB8AC3E}">
        <p14:creationId xmlns:p14="http://schemas.microsoft.com/office/powerpoint/2010/main" val="3051142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F4357-2370-385D-0B57-33EF9E113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0EDD212-770A-54CB-55F6-5B869B15E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 D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         D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God, You are my living hope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EC02F8-6EB7-4702-31D0-C16F1763BF99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033732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169959-6447-A793-18D2-FFD57C66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A809-DAB6-4E6D-4C5B-66D08E326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Book" panose="02000503020000020003" pitchFamily="2" charset="0"/>
              </a:rPr>
              <a:t>O Come to the Altar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7DBDC9-081D-51EA-D200-A5DD6A98EE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Book" panose="02000503020000020003" pitchFamily="2" charset="0"/>
              </a:rPr>
              <a:t> </a:t>
            </a:r>
            <a:endParaRPr lang="en-US" sz="4000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398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451EB-F6B1-1FEC-E996-787F7326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0125-5CE0-EB7A-F19E-9B5FA7400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endParaRPr lang="en-US" dirty="0">
              <a:solidFill>
                <a:schemeClr val="bg1"/>
              </a:solidFill>
              <a:latin typeface="Avenir Book" panose="02000503020000020003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A0964-D419-5F76-ABC2-81AE67A7E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</a:rPr>
              <a:t>1                  4                                      1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</a:rPr>
              <a:t>Are you hurting and broken within 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</a:rPr>
              <a:t>        4                                                              6            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</a:rPr>
              <a:t>Overwhelmed by the weight of your sin 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</a:rPr>
              <a:t>                      4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</a:rPr>
              <a:t>Jesus is calling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</a:rPr>
              <a:t>    1                  4                                      1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</a:rPr>
              <a:t>Have you come to the end of yourself 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</a:rPr>
              <a:t>                4                                                  6            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</a:rPr>
              <a:t>Do you thirst for a drink from the well 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</a:rPr>
              <a:t>                     4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</a:rPr>
              <a:t>Jesus is calling</a:t>
            </a:r>
          </a:p>
        </p:txBody>
      </p:sp>
    </p:spTree>
    <p:extLst>
      <p:ext uri="{BB962C8B-B14F-4D97-AF65-F5344CB8AC3E}">
        <p14:creationId xmlns:p14="http://schemas.microsoft.com/office/powerpoint/2010/main" val="3225021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3117A-6042-A657-2B22-26B3866FE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7F17-78A7-7E48-8A07-BBD9D8959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612"/>
            <a:ext cx="12192000" cy="95357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Avenir Book" panose="02000503020000020003" pitchFamily="2" charset="0"/>
              </a:rPr>
              <a:t>CHORUS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DD5B0-7F78-0F68-61AE-CB05AC074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260" y="976184"/>
            <a:ext cx="11388436" cy="5301047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1               2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O come to  the altar 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6                                   4           1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The Father’s arms are open wide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                      2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Forgiveness  was bought with 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Book" panose="02000503020000020003" pitchFamily="2" charset="0"/>
              </a:rPr>
              <a:t>6                                     4      1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Book" panose="02000503020000020003" pitchFamily="2" charset="0"/>
              </a:rPr>
              <a:t>The precious blood of Jesus Christ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50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669</Words>
  <Application>Microsoft Macintosh PowerPoint</Application>
  <PresentationFormat>Widescreen</PresentationFormat>
  <Paragraphs>146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Avenir Book</vt:lpstr>
      <vt:lpstr>Avenir Medium</vt:lpstr>
      <vt:lpstr>Office Theme</vt:lpstr>
      <vt:lpstr>1_Office Theme</vt:lpstr>
      <vt:lpstr>I Speak Jesus</vt:lpstr>
      <vt:lpstr>PowerPoint Presentation</vt:lpstr>
      <vt:lpstr>PowerPoint Presentation</vt:lpstr>
      <vt:lpstr>Like a Fire</vt:lpstr>
      <vt:lpstr>Verse 1</vt:lpstr>
      <vt:lpstr>CHORUS</vt:lpstr>
      <vt:lpstr>BRIDGE</vt:lpstr>
      <vt:lpstr>Living Hope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 Come to the Altar</vt:lpstr>
      <vt:lpstr>PowerPoint Presentation</vt:lpstr>
      <vt:lpstr>CHORUS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18</cp:revision>
  <dcterms:created xsi:type="dcterms:W3CDTF">2026-04-04T15:41:28Z</dcterms:created>
  <dcterms:modified xsi:type="dcterms:W3CDTF">2026-04-19T02:59:39Z</dcterms:modified>
</cp:coreProperties>
</file>