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4" r:id="rId2"/>
    <p:sldId id="280" r:id="rId3"/>
    <p:sldId id="281" r:id="rId4"/>
    <p:sldId id="282" r:id="rId5"/>
    <p:sldId id="283" r:id="rId6"/>
    <p:sldId id="284" r:id="rId7"/>
    <p:sldId id="285" r:id="rId8"/>
    <p:sldId id="286" r:id="rId9"/>
    <p:sldId id="287" r:id="rId10"/>
    <p:sldId id="288" r:id="rId11"/>
    <p:sldId id="289" r:id="rId12"/>
    <p:sldId id="290" r:id="rId13"/>
    <p:sldId id="291" r:id="rId14"/>
    <p:sldId id="292" r:id="rId15"/>
    <p:sldId id="293" r:id="rId16"/>
    <p:sldId id="294" r:id="rId17"/>
    <p:sldId id="295" r:id="rId18"/>
    <p:sldId id="296" r:id="rId19"/>
    <p:sldId id="297" r:id="rId20"/>
    <p:sldId id="298" r:id="rId21"/>
    <p:sldId id="299" r:id="rId22"/>
    <p:sldId id="300" r:id="rId23"/>
    <p:sldId id="301" r:id="rId24"/>
    <p:sldId id="302" r:id="rId25"/>
    <p:sldId id="303" r:id="rId26"/>
    <p:sldId id="304" r:id="rId27"/>
    <p:sldId id="305" r:id="rId28"/>
    <p:sldId id="306" r:id="rId29"/>
    <p:sldId id="307" r:id="rId30"/>
    <p:sldId id="308" r:id="rId31"/>
    <p:sldId id="309" r:id="rId32"/>
    <p:sldId id="310" r:id="rId33"/>
    <p:sldId id="311" r:id="rId34"/>
    <p:sldId id="275" r:id="rId35"/>
    <p:sldId id="312" r:id="rId36"/>
    <p:sldId id="313" r:id="rId37"/>
    <p:sldId id="314" r:id="rId38"/>
    <p:sldId id="265" r:id="rId39"/>
    <p:sldId id="276" r:id="rId40"/>
    <p:sldId id="315" r:id="rId41"/>
    <p:sldId id="316" r:id="rId42"/>
    <p:sldId id="317" r:id="rId43"/>
    <p:sldId id="278" r:id="rId44"/>
    <p:sldId id="318" r:id="rId45"/>
    <p:sldId id="319" r:id="rId46"/>
    <p:sldId id="320" r:id="rId47"/>
    <p:sldId id="321" r:id="rId48"/>
    <p:sldId id="329" r:id="rId49"/>
    <p:sldId id="322" r:id="rId50"/>
    <p:sldId id="323" r:id="rId51"/>
    <p:sldId id="279" r:id="rId52"/>
    <p:sldId id="324" r:id="rId53"/>
    <p:sldId id="325" r:id="rId54"/>
    <p:sldId id="326" r:id="rId55"/>
    <p:sldId id="327" r:id="rId56"/>
    <p:sldId id="328" r:id="rId5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94769"/>
  </p:normalViewPr>
  <p:slideViewPr>
    <p:cSldViewPr snapToGrid="0">
      <p:cViewPr varScale="1">
        <p:scale>
          <a:sx n="113" d="100"/>
          <a:sy n="113" d="100"/>
        </p:scale>
        <p:origin x="176" y="1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80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0991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733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75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719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32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981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460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45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224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7/4/26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67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</p:txBody>
      </p:sp>
    </p:spTree>
    <p:extLst>
      <p:ext uri="{BB962C8B-B14F-4D97-AF65-F5344CB8AC3E}">
        <p14:creationId xmlns:p14="http://schemas.microsoft.com/office/powerpoint/2010/main" val="316416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526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4651F1-1A6E-2681-9C11-0CDA87E9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1E373EA-4CD3-9B45-F6CF-F7C8481975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8458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5E8CA5-EF85-81D1-15AC-42FECA661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CA2A2D0-7760-6CD3-523B-F4004DA8CD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8187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BAF942-B436-51AB-CA12-8DC4B3941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4A0355C-4635-F50B-CF1F-55C1B3CDA3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9659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EECD6A-CD3D-15F6-2859-D0CE059E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0FEBB13-E2CE-D684-3F22-3F32FC7F2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744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D79778-7F8B-C02D-42F9-65001A962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41350C3-D8B0-EA5D-5380-94D684D62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6958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78C262-A7F1-1410-BE86-892F3AC7D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7D0DA7-2AE4-6996-B0EB-8D0B367D28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powers, above all Kings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nature, and all created things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8732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CD92D3-1020-C6A5-49FE-CA7A29BB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2DCAFD-64C2-92D9-6419-261658D95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wisdom,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all the ways of man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were here before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world began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34459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A7A80-9ED1-454B-0352-982E34C13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63940D-20BD-7ECB-35A8-0FE5ED699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kingdoms,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thrones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wonders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this world has ever known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049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CD4E60-EFDF-6155-96D4-9BB98E4D8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44FC6E3-A712-7335-0734-5EF03A6B01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 wealth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treasures of the earth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There's no way to measure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what You're worth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8541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FD4F0E-1E16-45FB-D7B8-3F01D870B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86F008F-61F8-FB01-F4AF-6675F3A4FB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02432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1806D7-7575-43DC-BF21-0FC76B77E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F2BD1AD-BA61-4FEA-56A6-B56F0985B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68648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F1C567-6B2E-66FD-6E89-84B9E817E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C8A5A45-8D05-EA9E-8783-B27C93B34F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Crucified, laid behind a stone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lived to die,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rejected and alone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0068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9A099-1CD3-723E-73DC-706FC485F9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12B184-512D-CACB-5A2F-7340CB873E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Like a rose,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trampled on the ground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 took the fall,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thought of me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Above all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5357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</a:t>
            </a:r>
          </a:p>
        </p:txBody>
      </p:sp>
    </p:spTree>
    <p:extLst>
      <p:ext uri="{BB962C8B-B14F-4D97-AF65-F5344CB8AC3E}">
        <p14:creationId xmlns:p14="http://schemas.microsoft.com/office/powerpoint/2010/main" val="34922727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guide her,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light from above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992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2771C-C885-A256-BE42-57B2BCCAD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E499064-B7D6-4155-BA20-B358FDCD3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prairies,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4874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80E4A3-8254-3892-3339-5C58C97F5F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B0DDDD-0D1B-D26C-596E-3A1AE6DE6E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</p:txBody>
      </p:sp>
    </p:spTree>
    <p:extLst>
      <p:ext uri="{BB962C8B-B14F-4D97-AF65-F5344CB8AC3E}">
        <p14:creationId xmlns:p14="http://schemas.microsoft.com/office/powerpoint/2010/main" val="35638075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97F9B8-F8AE-CF2B-CC5B-7AB8098C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D99FA3-8E14-6A7F-AF00-B0CEAAA5AD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land that I love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Stand beside her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guide her,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thru the night with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 light from above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92643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BADC3E-96A9-D46E-1E42-37C5B9AA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DAB423A-CAC2-9832-FC1C-E75E8889D6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mountains,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prairies,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 the oceans white with foam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628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778E1D-3EA1-2D66-500C-411CF415E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DF9FB32-707A-F27C-5533-4AC645729C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God bless America,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home, sweet home</a:t>
            </a:r>
          </a:p>
        </p:txBody>
      </p:sp>
    </p:spTree>
    <p:extLst>
      <p:ext uri="{BB962C8B-B14F-4D97-AF65-F5344CB8AC3E}">
        <p14:creationId xmlns:p14="http://schemas.microsoft.com/office/powerpoint/2010/main" val="34807556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DBCCAA-AEC2-E7D5-6DA0-2B454C311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73690B-6ECA-2D8D-2D0C-253BF276A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3772" y="204717"/>
            <a:ext cx="8748215" cy="6346208"/>
          </a:xfrm>
        </p:spPr>
        <p:txBody>
          <a:bodyPr>
            <a:noAutofit/>
          </a:bodyPr>
          <a:lstStyle/>
          <a:p>
            <a:endParaRPr lang="en-US" sz="2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8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 the Almighty</a:t>
            </a:r>
          </a:p>
        </p:txBody>
      </p:sp>
    </p:spTree>
    <p:extLst>
      <p:ext uri="{BB962C8B-B14F-4D97-AF65-F5344CB8AC3E}">
        <p14:creationId xmlns:p14="http://schemas.microsoft.com/office/powerpoint/2010/main" val="2147333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5DBF04-8174-1226-1E95-AC7FB0F1B0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creation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is thy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health and salvation</a:t>
            </a:r>
          </a:p>
        </p:txBody>
      </p:sp>
    </p:spTree>
    <p:extLst>
      <p:ext uri="{BB962C8B-B14F-4D97-AF65-F5344CB8AC3E}">
        <p14:creationId xmlns:p14="http://schemas.microsoft.com/office/powerpoint/2010/main" val="19354818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3E5F54-082E-B264-7016-FD8776F62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75272F5-FDBA-31BC-129B-A81D97B5DE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36924228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69FE4C-AB15-F92A-83D7-A1992E565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18A5CAC-F4EA-6A0A-92FD-9F5E46777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603" y="163773"/>
            <a:ext cx="8584442" cy="64553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o’er all things so wondrously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reigneth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Shelters thee under His wings, yea, so gently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sustaineth</a:t>
            </a:r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501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A2A5A8-D337-CDC3-F7D1-395B7BCC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C72408-D342-B8C6-C15E-78148E74F2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603" y="163773"/>
            <a:ext cx="8584442" cy="645539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Hast thou not seen how thy desires have been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Granted in what He </a:t>
            </a:r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ordaineth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4498261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04DFA-E10F-241C-10DC-E5670D5A2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8AAAEDF-9D95-1EDB-3978-04FEA487F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232013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who doth prosper thy work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defend thee;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Surely His goodness and mercy here daily attend thee;</a:t>
            </a:r>
          </a:p>
        </p:txBody>
      </p:sp>
    </p:spTree>
    <p:extLst>
      <p:ext uri="{BB962C8B-B14F-4D97-AF65-F5344CB8AC3E}">
        <p14:creationId xmlns:p14="http://schemas.microsoft.com/office/powerpoint/2010/main" val="30296628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EFCC83-4336-6DA9-BC89-0C6B69F6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0619F17-B369-5308-027C-7D7849A92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232013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Ponder anew what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 can do,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If with His love He befriend thee</a:t>
            </a:r>
          </a:p>
        </p:txBody>
      </p:sp>
    </p:spTree>
    <p:extLst>
      <p:ext uri="{BB962C8B-B14F-4D97-AF65-F5344CB8AC3E}">
        <p14:creationId xmlns:p14="http://schemas.microsoft.com/office/powerpoint/2010/main" val="880426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8C935-8A55-EBD5-0993-5BDC54C9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7AAE9D0-C9A2-EA5C-DDD8-172BB8077F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2" y="218364"/>
            <a:ext cx="8639033" cy="638715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O let all that is in me adore Him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that hath life and breath, come now with praises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before Him</a:t>
            </a:r>
          </a:p>
        </p:txBody>
      </p:sp>
    </p:spTree>
    <p:extLst>
      <p:ext uri="{BB962C8B-B14F-4D97-AF65-F5344CB8AC3E}">
        <p14:creationId xmlns:p14="http://schemas.microsoft.com/office/powerpoint/2010/main" val="16083739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317315-1F8C-8B05-4852-5AB1DBB3DB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1E8AEDF-FE27-BE7E-65FB-3F92118C7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012" y="218364"/>
            <a:ext cx="8639033" cy="6387151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Let the Amen sound from His people again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Gladly for aye we adore Him</a:t>
            </a:r>
          </a:p>
        </p:txBody>
      </p:sp>
    </p:spTree>
    <p:extLst>
      <p:ext uri="{BB962C8B-B14F-4D97-AF65-F5344CB8AC3E}">
        <p14:creationId xmlns:p14="http://schemas.microsoft.com/office/powerpoint/2010/main" val="6907011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A049D-3D6B-D904-5230-C48A554E0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A70C992-A52B-FC06-AE51-642B59447E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to the Lord,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Almighty,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King of creation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 my soul, praise Him,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for He is thy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health and salvation</a:t>
            </a:r>
          </a:p>
        </p:txBody>
      </p:sp>
    </p:spTree>
    <p:extLst>
      <p:ext uri="{BB962C8B-B14F-4D97-AF65-F5344CB8AC3E}">
        <p14:creationId xmlns:p14="http://schemas.microsoft.com/office/powerpoint/2010/main" val="3469407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FCBDF-ABC2-BBDB-8FDD-9040A640F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DA3E2B6-F904-406F-5218-392FDECB19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660" y="191069"/>
            <a:ext cx="8652680" cy="6469038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ye who hear, now to His temple draw near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Praise Him in glad adoration</a:t>
            </a:r>
          </a:p>
        </p:txBody>
      </p:sp>
    </p:spTree>
    <p:extLst>
      <p:ext uri="{BB962C8B-B14F-4D97-AF65-F5344CB8AC3E}">
        <p14:creationId xmlns:p14="http://schemas.microsoft.com/office/powerpoint/2010/main" val="26685400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03521-FD45-271B-60DA-09637000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B2EB5D-50E5-3E23-3DE7-0E4DE41F0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Your mercy never fails 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been held in Your hands</a:t>
            </a:r>
          </a:p>
        </p:txBody>
      </p:sp>
    </p:spTree>
    <p:extLst>
      <p:ext uri="{BB962C8B-B14F-4D97-AF65-F5344CB8AC3E}">
        <p14:creationId xmlns:p14="http://schemas.microsoft.com/office/powerpoint/2010/main" val="19900630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0706F-31D3-C686-72BA-21B93DAD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853410-3A24-2E3F-06AB-BE5244858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wake up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</a:t>
            </a:r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</a:t>
            </a: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God</a:t>
            </a:r>
          </a:p>
        </p:txBody>
      </p:sp>
    </p:spTree>
    <p:extLst>
      <p:ext uri="{BB962C8B-B14F-4D97-AF65-F5344CB8AC3E}">
        <p14:creationId xmlns:p14="http://schemas.microsoft.com/office/powerpoint/2010/main" val="62180320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AE27D-86DD-43E2-663C-8613C12E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FEE9D-EF7F-4CBF-F968-F577606AC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27928677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C6CE5-32CE-B949-068D-875ED2F1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3CD2C9-EC3A-9C35-0546-14F0D56F5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115640495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B3F29-0940-A139-C353-539CD281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51A5E2-663E-ED71-4BFB-4B63E7209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3443663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38AF8-3B51-1078-F241-93204B97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FFD6D1-240C-49E8-4485-FD69F65BC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1691893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AF647-5E34-2072-C4A0-8258906D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2B343-84C6-1D7D-46FD-9CD5BFA7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I’m surrendered now,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0473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1D7DF-83B9-3F5B-4652-3270642D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0E20EB-00EE-315E-8253-8090E5941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9707479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27A7E-26CC-E346-6923-FB1CFDDE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1193F0-6B67-6D72-1151-0AE1AB7E9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79921006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7F1709-70D9-7011-5D92-F7E57F560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29529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A587304-454A-E131-D439-1EE320FAB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0D62168-352F-3E0A-2BF8-7343F6BB4D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pPr algn="l"/>
            <a:r>
              <a:rPr lang="en-US" sz="6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</a:t>
            </a:r>
          </a:p>
        </p:txBody>
      </p:sp>
    </p:spTree>
    <p:extLst>
      <p:ext uri="{BB962C8B-B14F-4D97-AF65-F5344CB8AC3E}">
        <p14:creationId xmlns:p14="http://schemas.microsoft.com/office/powerpoint/2010/main" val="13317830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DA4A-E03B-8556-59B3-18DA3B2D1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618750F-9082-0A6E-6D44-28074BD5F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Amazing Grace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sweet the sound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saved a wretch like 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07235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C39DE4-B05E-117C-AB0E-3A3481DEA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E4B78B5-F6A5-2FE9-6ED1-4BB0964E14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221" y="213360"/>
            <a:ext cx="8891337" cy="641604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once was lost but now am found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Was blind but now I see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46444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BFBF6E-A800-A557-4607-B211D092B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31C481-F61F-FA71-2898-FC5F29B5D3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 err="1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T'was</a:t>
            </a:r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Grace that taught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My heart to fear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Grace, my fears relieved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4130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BF5FCE-76E6-F3F6-BA4A-9C5F4E40E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5B44DBA-A2B3-57A3-8056-4406225EE8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How precious did that Grace appear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hour I first believed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795724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CC555-0715-21AA-DD5B-01CF814AC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1985C7B-7B0F-5B0C-F52D-718265A58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Through many dangers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Toils and snares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already come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841772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3E790B-860F-1213-4F63-6AE54B992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266F284-8536-A8DD-C0BE-B7A53225AD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’Tis grace hath brought me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safe thus far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grace will lead me home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199752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18A2F-CC8E-717D-20F7-4B5294D0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27FF292-1FE0-47B3-77DD-58139A6573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Lord has promised 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 to me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His Word my hope secures 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23477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7C36E-3042-CDB5-A9E4-0AF50FE2F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AC1EEC1-BA02-066A-9DB4-C5D95DE533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379" y="228600"/>
            <a:ext cx="8903369" cy="6431280"/>
          </a:xfrm>
        </p:spPr>
        <p:txBody>
          <a:bodyPr>
            <a:noAutofit/>
          </a:bodyPr>
          <a:lstStyle/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 will my Shield and Portion be</a:t>
            </a:r>
          </a:p>
          <a:p>
            <a:r>
              <a:rPr lang="en-US" sz="44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As long as life endures</a:t>
            </a:r>
          </a:p>
          <a:p>
            <a:endParaRPr lang="en-US" sz="44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40030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</TotalTime>
  <Words>875</Words>
  <Application>Microsoft Macintosh PowerPoint</Application>
  <PresentationFormat>On-screen Show (4:3)</PresentationFormat>
  <Paragraphs>262</Paragraphs>
  <Slides>56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1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23</cp:revision>
  <dcterms:created xsi:type="dcterms:W3CDTF">2025-11-12T03:26:12Z</dcterms:created>
  <dcterms:modified xsi:type="dcterms:W3CDTF">2026-07-05T01:27:40Z</dcterms:modified>
</cp:coreProperties>
</file>