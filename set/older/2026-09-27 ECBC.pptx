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79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085"/>
    <p:restoredTop sz="94875"/>
  </p:normalViewPr>
  <p:slideViewPr>
    <p:cSldViewPr snapToGrid="0">
      <p:cViewPr varScale="1">
        <p:scale>
          <a:sx n="93" d="100"/>
          <a:sy n="93" d="100"/>
        </p:scale>
        <p:origin x="22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Keith Getty and Stuart Townend (2002)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2001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my hope is found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my strength, my song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this solid ground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1B526-AAA7-113C-1D32-8FF2774D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6466F6-3345-A0F1-AA28-87C0FA7D7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depths of peace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strivings cease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my all in all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I stand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8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219A9-FD4D-F5B3-06EC-2F90422E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2BAAAB-FD3C-F562-448E-4D91431B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who took on flesh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came to save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1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A0F2C-3A87-8DFD-C1E7-DBF2DACC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293E3-98C6-CE13-AD10-74CFD514E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b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as Jesus died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was satisfied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on Him was laid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I live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877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C3BBB-7C3C-80B5-E4A0-353049B1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DF2A09-4C27-862D-54B0-293E9F271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His body lay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in glorious day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He rose again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8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65EF3-C2FF-F3C9-66CA-B560CA55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D63EE1-8E59-B471-BDE1-9B7BBDF3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in victory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its grip on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He is mine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precious blood of Christ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84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BEF13-813B-B3FE-9DEA-CD2FF5E4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13E3C-7D24-C10B-5DD8-9F69A7C1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fear in death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Christ in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to final breath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commands my destiny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9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279BA-1B08-2776-8F03-904F6B90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C98A3D-8585-53B3-0825-C175A8E8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scheme of man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from His hand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calls me home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I'll stand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5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  <a:endParaRPr lang="en-US" sz="6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88B23-76CC-E51D-D29D-B12723E5C046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Chris Tomlin, Jesse Reeves, and Ed Cash (2004)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Capitol CMG Publishing and Music Services, Inc. (includes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songs, and Wondrously Made Songs)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83606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splendor of a King,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clothed in majesty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all the earth rejoice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rejoice</a:t>
            </a:r>
          </a:p>
        </p:txBody>
      </p:sp>
    </p:spTree>
    <p:extLst>
      <p:ext uri="{BB962C8B-B14F-4D97-AF65-F5344CB8AC3E}">
        <p14:creationId xmlns:p14="http://schemas.microsoft.com/office/powerpoint/2010/main" val="1180923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6B110-3E10-4B53-3F11-46094839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EC68E-D63E-8B02-7D47-D19225E4A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wraps himself in Light,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darkness tries to hide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trembles at His voice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Trembles at His voice</a:t>
            </a:r>
          </a:p>
        </p:txBody>
      </p:sp>
    </p:spTree>
    <p:extLst>
      <p:ext uri="{BB962C8B-B14F-4D97-AF65-F5344CB8AC3E}">
        <p14:creationId xmlns:p14="http://schemas.microsoft.com/office/powerpoint/2010/main" val="2606874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with 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will see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FA173-46CA-7AAB-1569-E660F5F7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499E7-A73A-4ADF-789E-FDCCFF5BB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to age He stands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time is in His hands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</a:t>
            </a:r>
          </a:p>
        </p:txBody>
      </p:sp>
    </p:spTree>
    <p:extLst>
      <p:ext uri="{BB962C8B-B14F-4D97-AF65-F5344CB8AC3E}">
        <p14:creationId xmlns:p14="http://schemas.microsoft.com/office/powerpoint/2010/main" val="1804582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BC40A-771C-B3EC-CBD3-9C9893E6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A380D5-292A-BC7C-23D6-50F16723F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Godhead Three in 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Father Spirit Son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</a:t>
            </a:r>
          </a:p>
        </p:txBody>
      </p:sp>
    </p:spTree>
    <p:extLst>
      <p:ext uri="{BB962C8B-B14F-4D97-AF65-F5344CB8AC3E}">
        <p14:creationId xmlns:p14="http://schemas.microsoft.com/office/powerpoint/2010/main" val="8088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07371-FAA9-2FAD-311B-49D36E1E8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30F81D-515B-FE3E-3EEB-84A0303B1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with 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will see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686935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74E94-22FB-E42A-0871-576BECB98A3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Dustin Smith, Jonny Robinson, Michael Farren, Rich Thompson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CityAlight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Farren Love And War Publishing; Integrity's Alleluia! Music; Integrity's Praise!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52770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81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E0791-67E3-8CB8-8380-7FDAF04C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A65B64-51FF-E035-444F-FAA85C9C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22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7366-A699-A10E-050D-F704736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DE44FB-9436-CA0D-2A96-F69538D45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55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92D0-5D70-DEF1-D650-FC84A7D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44855D-7FB6-B2AE-DC77-5654365D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17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29CD6-3D7B-FB92-65F3-B36487F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5AA76-077A-4401-C9F5-32D244FF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5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FF24D-CB20-ABB9-A190-FF91F43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732B3-5A1D-3EE6-C01D-01E37787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22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BCCA-199D-ED67-42B4-6E3B0AB2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4BA1D1-E685-6F05-6042-2CECDDD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1EFE-F10A-E9ED-41E5-A7770B32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B5B93A-BD74-54C0-EA09-66A4BA7A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51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692D-7699-6A7C-D67D-7BFB2B15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054B-298D-A845-448B-20737D38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BEAFB-2BA3-0BFC-6D1F-7B91E909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41ECB9-4F26-CBAE-4395-772C5B01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02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7429C-2B62-9182-A831-909102AC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54726C-16EB-D47C-BBB9-E334351E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78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0BA1F-BE5B-44F2-0032-DC294FB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CAEAA8-C17C-F219-AB92-F72B63024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89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5BC42-DFAD-8CEE-03C7-E5F95ED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679423-1849-2C21-281F-7D5E4857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9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8039-7270-64D2-2350-183B1FD4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A2E6CD-17BD-ECD7-4C67-89389C80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623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(God of Possible)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David Spencer, Ethan Hulse, Jeff Pardo, Katy Nichole (2022)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Centricity Songs; Meaux Mercy; Be Essential Songs; David Spencer Songs; Hulse House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755850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over you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 in your sorrow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ask my God to move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BAB69-12AA-818F-F6FE-B397A84412E6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3067169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53C32-323F-AE56-808B-5A9BDF6D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2759EE-AB5A-AFC8-DD48-4F4D938B9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all that I can do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pray this for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B4D34-FBD2-68C5-FD09-2421B7E9286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1085375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992BD-D91D-D587-433A-2C2AA57D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BFE0E-A5EC-91C4-8C14-044CCADF8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83F24-EA74-C224-BC67-A15997C30792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932054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9787F-2024-9E13-D686-E5353EBF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9B4DE-88D0-F56D-A1D3-F8F2BB68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6804C-C61D-BC81-2494-74BDF669B860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9227501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0954-1B33-1264-AEB5-523B5531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625F75-6EC2-2287-DC1B-B5F1A024E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all authority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 every promise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faithful to keep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B62EA-C459-5953-1F61-04A2F13E26A1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2 (1 of 2)</a:t>
            </a:r>
          </a:p>
        </p:txBody>
      </p:sp>
    </p:spTree>
    <p:extLst>
      <p:ext uri="{BB962C8B-B14F-4D97-AF65-F5344CB8AC3E}">
        <p14:creationId xmlns:p14="http://schemas.microsoft.com/office/powerpoint/2010/main" val="3849237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9AF64-2128-7634-4B70-7BD01E47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0D17B-C36F-BE5B-6E59-FC33E36C7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grave could ever hold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 He is stronger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He's the God of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6B093-8446-638E-B1E4-04A7ECD90D0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VERSE 2 (2 of 2)</a:t>
            </a:r>
          </a:p>
        </p:txBody>
      </p:sp>
    </p:spTree>
    <p:extLst>
      <p:ext uri="{BB962C8B-B14F-4D97-AF65-F5344CB8AC3E}">
        <p14:creationId xmlns:p14="http://schemas.microsoft.com/office/powerpoint/2010/main" val="3967769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1E308-C2B8-10B0-A025-61BB0764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843070-43C3-7EB5-813C-87F76A84A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1B75B-BF06-47AC-AB7E-EEB5C124559B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953659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D3BD0-A824-EF2B-1090-CF9FD78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2F3DAA-8F92-9373-015B-800076134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F91E9-CC66-0B1B-8E37-1245B8B525FC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5702213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517EE-E256-A31B-64EB-2E774D60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0D8D69-F3DA-A3CD-34E1-9429BAB1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power of His Spirit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now forever yours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CC3388-02A6-8740-31A8-36FAE3F5690D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(1 of 2)</a:t>
            </a:r>
          </a:p>
        </p:txBody>
      </p:sp>
    </p:spTree>
    <p:extLst>
      <p:ext uri="{BB962C8B-B14F-4D97-AF65-F5344CB8AC3E}">
        <p14:creationId xmlns:p14="http://schemas.microsoft.com/office/powerpoint/2010/main" val="4086620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34442-0916-9B51-E632-53E4E22E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8454C0-1EBF-02F8-973E-87D28542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 all things are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51C4F-7B45-32F7-AA8F-AF16F1A7D9E7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(2 of 2)</a:t>
            </a:r>
          </a:p>
        </p:txBody>
      </p:sp>
    </p:spTree>
    <p:extLst>
      <p:ext uri="{BB962C8B-B14F-4D97-AF65-F5344CB8AC3E}">
        <p14:creationId xmlns:p14="http://schemas.microsoft.com/office/powerpoint/2010/main" val="1027511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76828-2619-9FEE-569D-F8A06416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6E65A-8E61-C318-BF87-AD15287D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0E4DB-7C7D-F75C-0A79-721B5833EE57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004857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EB329-A682-80CC-D030-1EEFCA3C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5DCA1-B332-B386-2B68-0B200E243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08F5B-06D1-A128-F1FD-4A82040D9D91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79365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99754-B54E-1425-A024-5DE8D5A9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B095B-7768-C440-5417-448CBA777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restoration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come alive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6C432-DC08-8F01-C62C-013EDD0BD221}"/>
              </a:ext>
            </a:extLst>
          </p:cNvPr>
          <p:cNvSpPr txBox="1"/>
          <p:nvPr/>
        </p:nvSpPr>
        <p:spPr>
          <a:xfrm>
            <a:off x="5124091" y="-93165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549700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Helen H. Lemmel (1922)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2208498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soul are you weary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troubled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light in the darkness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3655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988FE-CA32-6088-69EB-69FCAF63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A48785-0804-65CA-81D2-A4EF577AE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light for a look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Savior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life more abundant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free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9401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C21E-37AD-C0A2-7F24-9817CA25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8F520A-5309-D6A6-4101-8D911E37D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995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ED0EF-FA05-43BE-99A4-A4DBC3FA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B387B5-DF11-83B3-EAAF-6530924F9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death into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everlasting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passed and we follow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Him there</a:t>
            </a:r>
          </a:p>
        </p:txBody>
      </p:sp>
    </p:spTree>
    <p:extLst>
      <p:ext uri="{BB962C8B-B14F-4D97-AF65-F5344CB8AC3E}">
        <p14:creationId xmlns:p14="http://schemas.microsoft.com/office/powerpoint/2010/main" val="1037740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62109-DDF8-1DF1-46A9-27A026B4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1558EF-6295-2418-A596-CE121D68B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O’er us sin no more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hath dominion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more than conquerors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are</a:t>
            </a:r>
          </a:p>
        </p:txBody>
      </p:sp>
    </p:spTree>
    <p:extLst>
      <p:ext uri="{BB962C8B-B14F-4D97-AF65-F5344CB8AC3E}">
        <p14:creationId xmlns:p14="http://schemas.microsoft.com/office/powerpoint/2010/main" val="3295790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FA780-9FB8-B514-B655-51AEAA54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AE4856-854D-6BFC-384C-42C948220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endParaRPr lang="en-US" sz="44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things of earth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1181</Words>
  <Application>Microsoft Macintosh PowerPoint</Application>
  <PresentationFormat>On-screen Show (4:3)</PresentationFormat>
  <Paragraphs>304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26</cp:revision>
  <dcterms:created xsi:type="dcterms:W3CDTF">2025-11-12T03:26:12Z</dcterms:created>
  <dcterms:modified xsi:type="dcterms:W3CDTF">2026-09-25T05:58:41Z</dcterms:modified>
</cp:coreProperties>
</file>