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84" r:id="rId3"/>
    <p:sldId id="276" r:id="rId4"/>
    <p:sldId id="285" r:id="rId5"/>
    <p:sldId id="312" r:id="rId6"/>
    <p:sldId id="287" r:id="rId7"/>
    <p:sldId id="313" r:id="rId8"/>
    <p:sldId id="261" r:id="rId9"/>
    <p:sldId id="275" r:id="rId10"/>
    <p:sldId id="265" r:id="rId11"/>
    <p:sldId id="289" r:id="rId12"/>
    <p:sldId id="279" r:id="rId13"/>
    <p:sldId id="278" r:id="rId14"/>
    <p:sldId id="280" r:id="rId15"/>
    <p:sldId id="290" r:id="rId16"/>
    <p:sldId id="291" r:id="rId17"/>
    <p:sldId id="263" r:id="rId18"/>
    <p:sldId id="292" r:id="rId19"/>
    <p:sldId id="267" r:id="rId20"/>
    <p:sldId id="293" r:id="rId21"/>
    <p:sldId id="271" r:id="rId22"/>
    <p:sldId id="277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49"/>
    <p:restoredTop sz="94521"/>
  </p:normalViewPr>
  <p:slideViewPr>
    <p:cSldViewPr snapToGrid="0">
      <p:cViewPr varScale="1">
        <p:scale>
          <a:sx n="102" d="100"/>
          <a:sy n="102" d="100"/>
        </p:scale>
        <p:origin x="216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6D8E7-EBC1-9243-BEE6-902440DA0A3D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57456-DC15-D841-8F34-D51473393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9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323423" cy="2445459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Here I am to Worship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          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You stepped down into darkness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D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Opened my eyes, let me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   D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Beauty that made this heart adore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D                     C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of a life spent with You 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Here I am to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You're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6FD02-8F08-9EFE-583B-F15029869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848196-6549-AA70-1832-272B32520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D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King of all days, oh so highly exalted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D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Glorious in heaven above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Humbly You came to the earth You created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D                              C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for love's sake became poor</a:t>
            </a:r>
          </a:p>
        </p:txBody>
      </p:sp>
    </p:spTree>
    <p:extLst>
      <p:ext uri="{BB962C8B-B14F-4D97-AF65-F5344CB8AC3E}">
        <p14:creationId xmlns:p14="http://schemas.microsoft.com/office/powerpoint/2010/main" val="94670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9D002-FCA0-246E-16BA-0F489AE9E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3BB9B5-6CA9-7169-DD30-3082D279E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Here I am to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You're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31883E-42A4-5C3C-8C92-7247B4DFB3FD}"/>
              </a:ext>
            </a:extLst>
          </p:cNvPr>
          <p:cNvSpPr txBox="1"/>
          <p:nvPr/>
        </p:nvSpPr>
        <p:spPr>
          <a:xfrm>
            <a:off x="9532169" y="6211669"/>
            <a:ext cx="2611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to Bridge</a:t>
            </a:r>
          </a:p>
        </p:txBody>
      </p:sp>
    </p:spTree>
    <p:extLst>
      <p:ext uri="{BB962C8B-B14F-4D97-AF65-F5344CB8AC3E}">
        <p14:creationId xmlns:p14="http://schemas.microsoft.com/office/powerpoint/2010/main" val="3064515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DDA93-1BDB-DE07-79C5-ACAD3F15B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FD3354-E95B-5646-B089-C1B01426A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830744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never know how much it cost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  </a:t>
            </a:r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C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see my sin upon that cross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9DA54B-BE40-DC9C-0BD3-09EEF1D244C1}"/>
              </a:ext>
            </a:extLst>
          </p:cNvPr>
          <p:cNvSpPr txBox="1"/>
          <p:nvPr/>
        </p:nvSpPr>
        <p:spPr>
          <a:xfrm>
            <a:off x="8561294" y="6047546"/>
            <a:ext cx="3278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x3 to Chorus</a:t>
            </a:r>
          </a:p>
        </p:txBody>
      </p:sp>
    </p:spTree>
    <p:extLst>
      <p:ext uri="{BB962C8B-B14F-4D97-AF65-F5344CB8AC3E}">
        <p14:creationId xmlns:p14="http://schemas.microsoft.com/office/powerpoint/2010/main" val="2173782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B0709-CB67-06EF-FC21-14AED60C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A493994-0B02-2A10-3B3A-17F179539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Here I am to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You're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BCB16-F4E1-DD0C-F68F-C329E7FFFC3A}"/>
              </a:ext>
            </a:extLst>
          </p:cNvPr>
          <p:cNvSpPr txBox="1"/>
          <p:nvPr/>
        </p:nvSpPr>
        <p:spPr>
          <a:xfrm>
            <a:off x="9532169" y="6211669"/>
            <a:ext cx="2078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to End</a:t>
            </a:r>
          </a:p>
        </p:txBody>
      </p:sp>
    </p:spTree>
    <p:extLst>
      <p:ext uri="{BB962C8B-B14F-4D97-AF65-F5344CB8AC3E}">
        <p14:creationId xmlns:p14="http://schemas.microsoft.com/office/powerpoint/2010/main" val="779846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Goodness of God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F               C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 Lord Oh, Your mercy never fails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Am                   F        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days, I've been held in Your hands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      Am    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moment that I wake up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G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lay my head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G                Csus4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006DC-D1B4-7A29-037D-AB9310F8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B7ADD-233A-DCA7-621A-453E634E8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      F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Your voice You have led me through the fire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Am                    F                    Gsus4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my darkest night, You were close like no other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Am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father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  G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friend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F                        G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lived in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612828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008CE-3ADD-6407-4016-5817365F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7F11ED-C8AB-C58D-6C55-6019AF966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219642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9DAFF-5D38-064D-29B5-8A81477B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2C2460-CE19-8641-A2F1-78FBD0E61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                    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life laid down, I’m surrendered now,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give You everything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849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D1104-8B63-30C8-E757-8A6F734B7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D7A7FE-417D-8386-0FB8-E37D73863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8849476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5F9252-2CEC-66EA-7C96-5D518EAA89C4}"/>
              </a:ext>
            </a:extLst>
          </p:cNvPr>
          <p:cNvSpPr txBox="1"/>
          <p:nvPr/>
        </p:nvSpPr>
        <p:spPr>
          <a:xfrm>
            <a:off x="10705744" y="5999967"/>
            <a:ext cx="803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68413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All sufficient merit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7302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G       F      C  F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   sufficient merit    Shining like the sun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G  F         C        F           G   F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fortune I   inherit      By no work I    have done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Am     F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righteousness I forfeit At my saviors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Am    F             G          C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all sufficient merit Did what I could not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605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A8B09-2F31-905B-BD0E-1A22C68CD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957205-5518-134E-F4A7-AD9AB21DC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497702"/>
            <a:ext cx="11778916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 G        F        C   F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love he condescended Eternal now in time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Am       G      F       C         F          G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life without a blemish The maker made to die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        Am              F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Law could never save us Our lawlessness had won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   Am        F               G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the pure and spotless Lamb had finally come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75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573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F6EB98-5F43-3DA3-94A9-EB6300F4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DE054B-FBE9-55DC-2B7F-6146B7B7E5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44379"/>
            <a:ext cx="11694695" cy="6497053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G             F   C         F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lay down my garments Any empty boast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Am             G      F     C   F          G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works now all corrupted By the sinful host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my LORD Jesus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F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crimson robe made white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Am             F    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fear of judgement His righteousness is mine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43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90E144-A34A-1A7E-3D93-EC5505F8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3D9DA3-F165-DFCF-2028-0E597DF9E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876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EAD9D-411B-BBB0-2853-4AE179FD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A9DF7F-CB55-F585-2E89-9D375B087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68442"/>
            <a:ext cx="11706725" cy="650908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G     F      C   F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    Firm in life and death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Am    G         F  C            F  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joy of my salvation Shall be my final breath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Am          F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stand accepted Before the throne of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      Am            F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gaze upon my Jesus And thank Him for the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F               G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 I’ll thank Him for the cross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309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D0476-3A73-409D-C8D3-FE69BF612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C50E98-504C-878B-73B5-129D4080A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9375569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Am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It is finished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Em F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2670CC-27AB-26C0-285B-D385CE2DC875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465132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Living Hope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363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 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4th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the chasm that lay between 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                 Em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high the mountain I could not climb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desperation, I turned to heaven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spoke Your name into the night</a:t>
            </a:r>
          </a:p>
        </p:txBody>
      </p:sp>
    </p:spTree>
    <p:extLst>
      <p:ext uri="{BB962C8B-B14F-4D97-AF65-F5344CB8AC3E}">
        <p14:creationId xmlns:p14="http://schemas.microsoft.com/office/powerpoint/2010/main" val="2315126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37EF9-CF9F-D39D-36A5-3019E24E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6F3AC8-E07E-264E-4D50-B3A09CBC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through the darkness,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loving kindness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Em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Tore through the shadows of my soul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is ﬁnished, the end is written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D         G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3738332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1DAC1-733C-4F5B-DF92-6058C435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5ACE9C-EC07-A1D2-A30C-40E399AF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could imagine so great a mercy?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C          Em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heart could fathom such boundless grace?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 of ages stepped down from glory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wear my sin and bear my shame</a:t>
            </a:r>
          </a:p>
        </p:txBody>
      </p:sp>
    </p:spTree>
    <p:extLst>
      <p:ext uri="{BB962C8B-B14F-4D97-AF65-F5344CB8AC3E}">
        <p14:creationId xmlns:p14="http://schemas.microsoft.com/office/powerpoint/2010/main" val="90826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E5CE-ECF5-2C85-6F0D-D030C683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0568BD-F994-B513-CD99-03F09EBF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cross has spoken, I am forgiven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kings calls me His 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Beautiful Savior, I'm Yours forever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D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674254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894223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D5DAF-1228-688F-AC5D-84D78961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DCF2B-D83E-E796-6421-AEAC1CE31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that sealed the promise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Em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C                     D           G   (Em)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C         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Yours is the victory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1310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F1E6F-2771-ED35-A97D-BAD08296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E2F239-F4DC-5E9E-58FF-4D1AF8E3F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051142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F4357-2370-385D-0B57-33EF9E11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EDD212-770A-54CB-55F6-5B869B15E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D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God, You are my living hope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456F60-33BA-51C6-444E-5233465F5641}"/>
              </a:ext>
            </a:extLst>
          </p:cNvPr>
          <p:cNvSpPr txBox="1"/>
          <p:nvPr/>
        </p:nvSpPr>
        <p:spPr>
          <a:xfrm>
            <a:off x="10257692" y="6273225"/>
            <a:ext cx="15005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033732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06C7EB-3032-7AB1-100A-F3BFFFA31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97" r="-1" b="37596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665" y="9716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Jesus Paid It All</a:t>
            </a:r>
          </a:p>
        </p:txBody>
      </p:sp>
    </p:spTree>
    <p:extLst>
      <p:ext uri="{BB962C8B-B14F-4D97-AF65-F5344CB8AC3E}">
        <p14:creationId xmlns:p14="http://schemas.microsoft.com/office/powerpoint/2010/main" val="2088169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Savior say,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strength indeed is small,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Am           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Child of weakness, watch and pray,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       G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Find in Me thine all in all</a:t>
            </a:r>
          </a:p>
        </p:txBody>
      </p:sp>
    </p:spTree>
    <p:extLst>
      <p:ext uri="{BB962C8B-B14F-4D97-AF65-F5344CB8AC3E}">
        <p14:creationId xmlns:p14="http://schemas.microsoft.com/office/powerpoint/2010/main" val="36671042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37113344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2F8C4-C310-6695-445F-C543213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14C0F-41AF-61A4-4323-81CE7AB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now indeed I find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Thine alone,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change the leper's spots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G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melt the heart of stone</a:t>
            </a:r>
          </a:p>
        </p:txBody>
      </p:sp>
    </p:spTree>
    <p:extLst>
      <p:ext uri="{BB962C8B-B14F-4D97-AF65-F5344CB8AC3E}">
        <p14:creationId xmlns:p14="http://schemas.microsoft.com/office/powerpoint/2010/main" val="1412833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FED0BD-7288-6664-B398-20315864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CDD8E7-01E1-7510-E28F-160CA71BE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20956195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54B8-25E1-6A75-E03E-174BCDC4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131E-B062-B7B3-31AB-1DA75B1C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when, before the throne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in Him complete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died my soul to save</a:t>
            </a:r>
          </a:p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G      C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lips shall still repeat</a:t>
            </a:r>
          </a:p>
        </p:txBody>
      </p:sp>
    </p:spTree>
    <p:extLst>
      <p:ext uri="{BB962C8B-B14F-4D97-AF65-F5344CB8AC3E}">
        <p14:creationId xmlns:p14="http://schemas.microsoft.com/office/powerpoint/2010/main" val="26296074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71E6E-6905-72B8-04FB-3A90EC4F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EE3A6B-AAC4-EDD6-7960-6E110807F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3485488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AB838-284C-101E-2C70-2FAF7A95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565FA0-8E5E-BBD6-898E-A62DBAA78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</a:t>
            </a:r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2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</a:t>
            </a:r>
            <a:r>
              <a:rPr lang="en-US" sz="32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praise the one who paid my debt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   </a:t>
            </a:r>
            <a:r>
              <a:rPr lang="en-US" sz="32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raised this life up from the dead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      F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praise the one who paid my debt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Dm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raised this life up from the dead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5892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87B35-4FE6-D26D-0496-F6EB0B84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890FC1-A7A1-35A6-E8C4-E66C75FD7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585907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1603</Words>
  <Application>Microsoft Macintosh PowerPoint</Application>
  <PresentationFormat>Widescreen</PresentationFormat>
  <Paragraphs>326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53</cp:revision>
  <dcterms:created xsi:type="dcterms:W3CDTF">2025-11-12T03:26:12Z</dcterms:created>
  <dcterms:modified xsi:type="dcterms:W3CDTF">2026-08-30T15:39:49Z</dcterms:modified>
</cp:coreProperties>
</file>