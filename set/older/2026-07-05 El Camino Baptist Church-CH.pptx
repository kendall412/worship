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81" r:id="rId17"/>
    <p:sldId id="274" r:id="rId18"/>
    <p:sldId id="282" r:id="rId19"/>
    <p:sldId id="283" r:id="rId20"/>
    <p:sldId id="297" r:id="rId21"/>
    <p:sldId id="298" r:id="rId22"/>
    <p:sldId id="261" r:id="rId23"/>
    <p:sldId id="275" r:id="rId24"/>
    <p:sldId id="265" r:id="rId25"/>
    <p:sldId id="299" r:id="rId26"/>
    <p:sldId id="279" r:id="rId27"/>
    <p:sldId id="278" r:id="rId28"/>
    <p:sldId id="280" r:id="rId29"/>
    <p:sldId id="300" r:id="rId30"/>
    <p:sldId id="301" r:id="rId31"/>
    <p:sldId id="302" r:id="rId32"/>
    <p:sldId id="303" r:id="rId33"/>
    <p:sldId id="30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6"/>
  </p:normalViewPr>
  <p:slideViewPr>
    <p:cSldViewPr snapToGrid="0">
      <p:cViewPr varScale="1">
        <p:scale>
          <a:sx n="96" d="100"/>
          <a:sy n="96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G/ C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239833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God Bless America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54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C/G/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C/G/D/G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G7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and guide 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a light from above</a:t>
            </a:r>
          </a:p>
        </p:txBody>
      </p:sp>
    </p:spTree>
    <p:extLst>
      <p:ext uri="{BB962C8B-B14F-4D97-AF65-F5344CB8AC3E}">
        <p14:creationId xmlns:p14="http://schemas.microsoft.com/office/powerpoint/2010/main" val="1957685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05D82-F763-BC2D-3FE0-42ACB0BA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94F154-5485-B067-5498-6DF17113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to the prairies,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</p:txBody>
      </p:sp>
    </p:spTree>
    <p:extLst>
      <p:ext uri="{BB962C8B-B14F-4D97-AF65-F5344CB8AC3E}">
        <p14:creationId xmlns:p14="http://schemas.microsoft.com/office/powerpoint/2010/main" val="2199880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11834-BAF4-1715-098D-554AE400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5A21E4-B05C-87EF-E45E-B901EDCCB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home.</a:t>
            </a:r>
          </a:p>
        </p:txBody>
      </p:sp>
    </p:spTree>
    <p:extLst>
      <p:ext uri="{BB962C8B-B14F-4D97-AF65-F5344CB8AC3E}">
        <p14:creationId xmlns:p14="http://schemas.microsoft.com/office/powerpoint/2010/main" val="206785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068A-2DDB-FAB4-0CBF-5A368DC3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00A88-E095-BE25-2427-B66CCDF62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G7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and guide 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a light from above</a:t>
            </a:r>
          </a:p>
        </p:txBody>
      </p:sp>
    </p:spTree>
    <p:extLst>
      <p:ext uri="{BB962C8B-B14F-4D97-AF65-F5344CB8AC3E}">
        <p14:creationId xmlns:p14="http://schemas.microsoft.com/office/powerpoint/2010/main" val="36410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683DB-F1EB-D2B9-6174-7E4AAB37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2FD7F4-2E47-76C0-4BC1-349C80DCC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to the prairies,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</p:txBody>
      </p:sp>
    </p:spTree>
    <p:extLst>
      <p:ext uri="{BB962C8B-B14F-4D97-AF65-F5344CB8AC3E}">
        <p14:creationId xmlns:p14="http://schemas.microsoft.com/office/powerpoint/2010/main" val="3250941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4BF6B-D768-CCC0-D9D2-3C246D6B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11B779-DC12-55E6-F4A2-3EAE2DFF7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285E9-0912-2EC8-12A6-B875B4B67821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9281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07FF3-ED51-42B0-B272-1B4F50EF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280D-74D2-D21D-CA1B-5C138942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53A56-E25A-8265-17BC-0939A7C5C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000" i="1" dirty="0">
                <a:latin typeface="Avenir Oblique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3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Am     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D     G  Am Em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Am           Em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e’er have been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D             G  Am  Em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and defend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Em             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the Almighty can do,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D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Am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Am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D 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A8867-22FC-29CE-10EB-8F2EE781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522581-B5D8-B054-E72A-7B7600BB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Em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Am                  Em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D     G  Am  Em  C (x2 end in G)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96C58-04C3-BBCD-0CE0-6C757C065163}"/>
              </a:ext>
            </a:extLst>
          </p:cNvPr>
          <p:cNvSpPr txBox="1"/>
          <p:nvPr/>
        </p:nvSpPr>
        <p:spPr>
          <a:xfrm>
            <a:off x="10903875" y="617995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8331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A5F1A-0B6E-9702-40F3-D5F667A15513}"/>
              </a:ext>
            </a:extLst>
          </p:cNvPr>
          <p:cNvSpPr txBox="1"/>
          <p:nvPr/>
        </p:nvSpPr>
        <p:spPr>
          <a:xfrm>
            <a:off x="10800521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126140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621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how sweet the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</p:txBody>
      </p:sp>
    </p:spTree>
    <p:extLst>
      <p:ext uri="{BB962C8B-B14F-4D97-AF65-F5344CB8AC3E}">
        <p14:creationId xmlns:p14="http://schemas.microsoft.com/office/powerpoint/2010/main" val="3294726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86F2-D5DE-3372-1C56-AD2AC55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F56EB-C7DD-F9E2-2BF4-0861C3C2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C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My heart to fear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</p:txBody>
      </p:sp>
    </p:spTree>
    <p:extLst>
      <p:ext uri="{BB962C8B-B14F-4D97-AF65-F5344CB8AC3E}">
        <p14:creationId xmlns:p14="http://schemas.microsoft.com/office/powerpoint/2010/main" val="1269675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CAE5-BD9B-E479-4055-F70327C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9D9F2-97BD-A5A2-87D9-DEF06C49B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Toils and snares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safe thus far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</p:txBody>
      </p:sp>
    </p:spTree>
    <p:extLst>
      <p:ext uri="{BB962C8B-B14F-4D97-AF65-F5344CB8AC3E}">
        <p14:creationId xmlns:p14="http://schemas.microsoft.com/office/powerpoint/2010/main" val="2299520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6789-8A72-563E-3BA2-8FBF399A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FA99E-CD5C-2C7F-6A80-0415A0D0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  C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good to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C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829A0-8495-04B5-FFBE-F5DB306DBB44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497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1305</Words>
  <Application>Microsoft Macintosh PowerPoint</Application>
  <PresentationFormat>Widescreen</PresentationFormat>
  <Paragraphs>264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52</cp:revision>
  <dcterms:created xsi:type="dcterms:W3CDTF">2025-11-12T03:26:12Z</dcterms:created>
  <dcterms:modified xsi:type="dcterms:W3CDTF">2026-07-05T16:49:21Z</dcterms:modified>
</cp:coreProperties>
</file>