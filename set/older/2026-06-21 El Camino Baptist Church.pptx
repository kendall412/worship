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8" r:id="rId3"/>
    <p:sldId id="280" r:id="rId4"/>
    <p:sldId id="281" r:id="rId5"/>
    <p:sldId id="289" r:id="rId6"/>
    <p:sldId id="282" r:id="rId7"/>
    <p:sldId id="290" r:id="rId8"/>
    <p:sldId id="283" r:id="rId9"/>
    <p:sldId id="291" r:id="rId10"/>
    <p:sldId id="284" r:id="rId11"/>
    <p:sldId id="292" r:id="rId12"/>
    <p:sldId id="285" r:id="rId13"/>
    <p:sldId id="293" r:id="rId14"/>
    <p:sldId id="294" r:id="rId15"/>
    <p:sldId id="287" r:id="rId16"/>
    <p:sldId id="295" r:id="rId17"/>
    <p:sldId id="296" r:id="rId18"/>
    <p:sldId id="28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277" r:id="rId28"/>
    <p:sldId id="305" r:id="rId29"/>
    <p:sldId id="276" r:id="rId30"/>
    <p:sldId id="278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320" r:id="rId46"/>
    <p:sldId id="321" r:id="rId47"/>
    <p:sldId id="322" r:id="rId48"/>
    <p:sldId id="279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  <p:sldId id="332" r:id="rId59"/>
    <p:sldId id="333" r:id="rId60"/>
    <p:sldId id="334" r:id="rId61"/>
    <p:sldId id="335" r:id="rId62"/>
    <p:sldId id="336" r:id="rId63"/>
    <p:sldId id="337" r:id="rId6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07"/>
    <p:restoredTop sz="94797"/>
  </p:normalViewPr>
  <p:slideViewPr>
    <p:cSldViewPr snapToGrid="0">
      <p:cViewPr varScale="1">
        <p:scale>
          <a:sx n="126" d="100"/>
          <a:sy n="126" d="100"/>
        </p:scale>
        <p:origin x="200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Build My Life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881B-6A98-3300-675D-079BD8D7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B6CA4-EDB6-1218-7A78-FCB9F2B0E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sing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bring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95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1CB3E-990D-7DFF-20B6-E804D149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03547D-6D02-EAD0-34A1-FCFC78E2D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other name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could ever save</a:t>
            </a:r>
          </a:p>
        </p:txBody>
      </p:sp>
    </p:spTree>
    <p:extLst>
      <p:ext uri="{BB962C8B-B14F-4D97-AF65-F5344CB8AC3E}">
        <p14:creationId xmlns:p14="http://schemas.microsoft.com/office/powerpoint/2010/main" val="3085160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C345A-68EB-12C1-9343-57638A88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FE605C-B93E-1EE9-4719-94EA69467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132155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F7924-8E20-E9FD-661C-1CDCCF77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A834CC-3125-80AD-FF36-4367C2A00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3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B6CE6-C1FB-70B7-6B5A-CF1F3966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2752A6-C439-CFED-91AC-B9982CDFA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659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93417-D23C-C0DD-4C36-EB8A659E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6B7214-6FDA-DB3C-40C8-6B10EBDC1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other name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could ever save</a:t>
            </a:r>
          </a:p>
        </p:txBody>
      </p:sp>
    </p:spTree>
    <p:extLst>
      <p:ext uri="{BB962C8B-B14F-4D97-AF65-F5344CB8AC3E}">
        <p14:creationId xmlns:p14="http://schemas.microsoft.com/office/powerpoint/2010/main" val="357212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3ECAE-D798-4B80-7125-21650214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9FAE97-556F-2EF3-3CAA-B74A4F8C4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696135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810D-6BC3-0F63-D153-332B7E51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98F530-F40F-0DEF-A053-08666EEA3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629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21FA9-EB70-C7AE-CCAD-0F83D843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A39DA4-8F5F-C79E-2EBB-1E2176F11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247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59531-CDDD-0EAF-CCC9-10BF02E4E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6F3413-02E2-6B03-81F0-64323C17C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upon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put my trust,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 alone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739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582F0-A05E-958C-42CD-6B73BF0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340758-6221-529C-CE2C-F9A10BC09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6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13959-7005-B992-621B-D633D993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C2991-F9D2-9CFB-D793-4BA25F709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21CC9-4D81-5D07-75D6-20E941773423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1032078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81D93-10E9-CED5-3DBD-F2A54287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23C66ED-DBBF-12CA-7F5E-813E0E7D0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9144000" cy="6894986"/>
            <a:chOff x="0" y="-7622"/>
            <a:chExt cx="12192000" cy="68949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002B52-2669-1ED7-2E0F-0627FC31D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E9EC0D-91EA-9D35-F655-335C580A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770627C-B480-1145-72DC-5B59DBE04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9F81D39-93D1-019C-74DC-4710F5334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27BE781-26D2-C802-7B7D-143B9C46B7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9000"/>
          </a:blip>
          <a:srcRect l="24907" r="5724"/>
          <a:stretch>
            <a:fillRect/>
          </a:stretch>
        </p:blipFill>
        <p:spPr>
          <a:xfrm>
            <a:off x="20" y="-7624"/>
            <a:ext cx="9143980" cy="68873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8D857E-A963-A05B-2147-D58151E12951}"/>
              </a:ext>
            </a:extLst>
          </p:cNvPr>
          <p:cNvSpPr txBox="1"/>
          <p:nvPr/>
        </p:nvSpPr>
        <p:spPr>
          <a:xfrm>
            <a:off x="335280" y="5547360"/>
            <a:ext cx="32303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Baptism</a:t>
            </a:r>
          </a:p>
        </p:txBody>
      </p:sp>
    </p:spTree>
    <p:extLst>
      <p:ext uri="{BB962C8B-B14F-4D97-AF65-F5344CB8AC3E}">
        <p14:creationId xmlns:p14="http://schemas.microsoft.com/office/powerpoint/2010/main" val="1465186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Solid Rock</a:t>
            </a:r>
          </a:p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(My Hope is Built)</a:t>
            </a:r>
          </a:p>
        </p:txBody>
      </p:sp>
    </p:spTree>
    <p:extLst>
      <p:ext uri="{BB962C8B-B14F-4D97-AF65-F5344CB8AC3E}">
        <p14:creationId xmlns:p14="http://schemas.microsoft.com/office/powerpoint/2010/main" val="1100479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righteousness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lean on Jesus' name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826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F6261-EC4F-FD82-A4D9-6E143E99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1B9028-31B6-FF9E-053D-481B2ED94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veils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lovely face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3685077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808E7-69CC-0F25-A258-436D75E7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079540-CCA7-6C1D-B9B0-0101A50BC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617249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E18C8-CC0C-8A13-8F0F-E40BD0E9F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E00A66-05DB-42EE-A811-C8C2AE98D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oath His covenant His blood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Support me in the whelming flood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around my soul gives way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then is all my hope and stay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387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F1D68F-661E-544F-2622-BDC01EDD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ED69C8-254E-3D4D-5A6B-B7E75E367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2666999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2DC9B-A22E-044C-1EAC-0EDEFB80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BE51F2-EF32-9E8B-AA9E-5C4166980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trumpet sound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 to stand before the throne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06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4DC91F-524C-2350-3ABC-EA1FDABF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28237E-0473-6EAE-F241-E938A3EF5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3BEBA7-7845-C929-4BCD-E044B3B19645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505301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3107016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384FE-5B61-896B-8EC0-010050A2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F408B4-DABE-FDF3-0507-47C81F6EC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generations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falling down in worship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the song of ages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Lamb</a:t>
            </a:r>
          </a:p>
        </p:txBody>
      </p:sp>
    </p:spTree>
    <p:extLst>
      <p:ext uri="{BB962C8B-B14F-4D97-AF65-F5344CB8AC3E}">
        <p14:creationId xmlns:p14="http://schemas.microsoft.com/office/powerpoint/2010/main" val="1882323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ADDD7-57D2-B1D4-1258-836FE4D3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79A8AE-78F0-D6F8-6202-3F6FAC65C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who've gone before us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 will believe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sing the song of ages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Lamb</a:t>
            </a:r>
          </a:p>
        </p:txBody>
      </p:sp>
    </p:spTree>
    <p:extLst>
      <p:ext uri="{BB962C8B-B14F-4D97-AF65-F5344CB8AC3E}">
        <p14:creationId xmlns:p14="http://schemas.microsoft.com/office/powerpoint/2010/main" val="11231413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8B144-2502-C8D6-B70F-58B7B090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4984C5-02C7-13A0-BE52-02F7D3A15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2213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C0E4B-EF7E-96A0-25C8-1E8A65D6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A686E00-20B6-BF05-EE16-16E46A809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969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8937F-1B0B-D60E-8A2F-8779586E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EA6FD0-A174-4866-B88D-F0BE1017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07818"/>
            <a:ext cx="8891337" cy="63730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you've been forgiven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if you've been redeemed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</p:txBody>
      </p:sp>
    </p:spTree>
    <p:extLst>
      <p:ext uri="{BB962C8B-B14F-4D97-AF65-F5344CB8AC3E}">
        <p14:creationId xmlns:p14="http://schemas.microsoft.com/office/powerpoint/2010/main" val="1413920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62A7D-98CC-40A0-1098-723B4393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0F5C40-B05A-418B-371B-12542CFEA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07818"/>
            <a:ext cx="8891337" cy="63730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 walk in freedom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if you bear His name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We'll sing the song forever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amen</a:t>
            </a:r>
          </a:p>
        </p:txBody>
      </p:sp>
    </p:spTree>
    <p:extLst>
      <p:ext uri="{BB962C8B-B14F-4D97-AF65-F5344CB8AC3E}">
        <p14:creationId xmlns:p14="http://schemas.microsoft.com/office/powerpoint/2010/main" val="3917643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1CC6A-1E8A-66BC-42DF-F1D3B7E3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9D23CB-A920-4E3B-455F-0A28CC677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95335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80269-F0C2-8131-4EE0-D78851E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FD390-F883-D262-DD50-1D3C4A74F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326796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DF180-4776-F955-8F77-3594FD50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9F6856-D620-D2BA-AE81-819D3A03C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700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F44CB-E8B9-E6B1-4410-3F978CBE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FA5D4-3D24-7026-BBCF-DA4F3F231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0958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24625-3A83-28F8-F6D4-8773C84C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4BC0E3-10D5-8037-54C0-EDD5EC08C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2102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29775-2A77-7E69-6721-06D7269D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6E4D23-5E95-5F34-1AA5-C25237028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22947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3F87C-0BAC-57C4-85B2-0EB811CC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9BB2D9-3879-1FA2-6B62-0AC127D85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3914943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941C4-E37D-A15E-24B1-EE43A754F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904550-4DEF-3AC9-7F25-88D355DAC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7327399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02E6B-F34D-D984-3E50-D0F78CD4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C723EF-F302-BF13-BFE7-8A6535FCB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C1A8E-22E7-A125-34F9-DF56526AB4F0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16655310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</a:t>
            </a:r>
          </a:p>
        </p:txBody>
      </p:sp>
    </p:spTree>
    <p:extLst>
      <p:ext uri="{BB962C8B-B14F-4D97-AF65-F5344CB8AC3E}">
        <p14:creationId xmlns:p14="http://schemas.microsoft.com/office/powerpoint/2010/main" val="35589851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though it be a cross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raiseth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6189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6D4E4-3436-CBF2-A4B5-59A6E66B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FBAEE8-1793-8341-65F8-2E583273C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Still all my song shall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Thee, 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748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EEBEC-52CD-CF56-0DFD-2F05427B0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6609E3-0ED7-B159-59DB-7CE4DB146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Though, like the wanderer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sun gone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Darkness be over me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rest a stone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1320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BA297-6137-4473-23F3-1346EFA58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3D450C-04B2-7B8A-72C0-5C20B725B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in my dreams I'd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3029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A7B05-9336-454D-AD77-614A2C1D0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919AE2-A258-96C6-2FD8-01BFCBCEC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Then, with my waking thoughts Bright with Thy praise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my stony griefs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Bethel I'll raise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1133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C569D-46F9-74F5-F62B-07E244D4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3A4D92-4903-B1AF-3E73-46F2C5426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by my woes to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211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597916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Father’s home,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safe and at rest,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Savior’s love,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perfectly blest;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3F17C-35E4-6F9F-42D1-09E2F8330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4B18C7-79F1-1390-01AA-F207805A2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857381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after age to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AE35BF-EC62-70CE-D294-E839A0BE2222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41961852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03A6F-50F0-2B96-6D6C-F9B9D17F1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2052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</a:t>
            </a:r>
          </a:p>
        </p:txBody>
      </p:sp>
    </p:spTree>
    <p:extLst>
      <p:ext uri="{BB962C8B-B14F-4D97-AF65-F5344CB8AC3E}">
        <p14:creationId xmlns:p14="http://schemas.microsoft.com/office/powerpoint/2010/main" val="33061856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my Father,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 shadow of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turning with Thee;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9578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92D7C-9B3D-36BE-2A92-B630F888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9AE605-E414-C881-4BA7-83888F234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changest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not,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compassions they fail not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Thou has been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forever wilt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7920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93CDB-2CC5-53CE-1BA5-5C762F03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81FCEA-2A31-B8F3-0D1F-15324CDE8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mercies I see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828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891CD-33FD-757B-0371-0D19D805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8F7A6-D8DB-2F62-8AE7-FD1B5ABC4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hand hath provided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unto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5710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81C8B-BFCE-C448-1A7F-71CB57DB8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CCBC7ED-649C-0A61-0B41-8416645E3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Summer and winter,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springtime and harvest,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Sun, moon and stars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their courses above,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233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3042F-9C3A-2CD8-4998-B9AFA49F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9348D-4A21-24DD-EF73-FD7A0DD2C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Join with all nature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manifold witness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Thy great faithfulness,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mercy and love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0550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8BB1A9-B259-1F6D-0C35-7651E5FCC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CFF17E-1E73-904E-96F5-79ADF01415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mercies I see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0297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5BCB2-8358-4245-BBC7-8AFE8BE4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BE7EE6-F8B1-D33F-2C9D-5EE4BE8F9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hand hath provided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unto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7392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DA6C0-29C9-1A03-FC53-4ADBD533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05FC12-F141-0CA8-3ED5-735205CD3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Pardon for sin and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peace that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endureth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own dear presence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cheer and to guide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2277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D0555-FD6D-E95A-AE68-E561BA5A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9B7DEE-46A5-4B50-2BD3-C828E603A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0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Strength for today and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bright hope for tomorrow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Blessings all mine,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ten thousand beside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8022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60227-F9D2-33D8-6EFD-67D99E1B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A216EB-3556-F91E-AA65-EA93096E6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mercies I see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6674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F699B-BD28-A24A-F26E-F5EC1337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DC897F-4D2A-5AE0-4BF0-061D058B5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hand hath provided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unto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A375C5-29F9-A2BD-3971-B727A604D97D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6825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1099</Words>
  <Application>Microsoft Macintosh PowerPoint</Application>
  <PresentationFormat>On-screen Show (4:3)</PresentationFormat>
  <Paragraphs>313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2026-06-20T23:27:40Z</dcterms:modified>
</cp:coreProperties>
</file>