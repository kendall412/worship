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81" r:id="rId4"/>
    <p:sldId id="279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76" r:id="rId15"/>
    <p:sldId id="277" r:id="rId16"/>
    <p:sldId id="278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300" r:id="rId27"/>
    <p:sldId id="301" r:id="rId28"/>
    <p:sldId id="302" r:id="rId29"/>
    <p:sldId id="303" r:id="rId30"/>
    <p:sldId id="304" r:id="rId31"/>
    <p:sldId id="305" r:id="rId32"/>
    <p:sldId id="306" r:id="rId33"/>
    <p:sldId id="307" r:id="rId34"/>
    <p:sldId id="308" r:id="rId35"/>
    <p:sldId id="309" r:id="rId36"/>
    <p:sldId id="310" r:id="rId37"/>
    <p:sldId id="311" r:id="rId38"/>
    <p:sldId id="312" r:id="rId39"/>
    <p:sldId id="313" r:id="rId40"/>
    <p:sldId id="314" r:id="rId41"/>
    <p:sldId id="315" r:id="rId42"/>
    <p:sldId id="325" r:id="rId43"/>
    <p:sldId id="316" r:id="rId44"/>
    <p:sldId id="317" r:id="rId45"/>
    <p:sldId id="318" r:id="rId46"/>
    <p:sldId id="319" r:id="rId47"/>
    <p:sldId id="320" r:id="rId48"/>
    <p:sldId id="321" r:id="rId49"/>
    <p:sldId id="322" r:id="rId50"/>
    <p:sldId id="323" r:id="rId51"/>
    <p:sldId id="324" r:id="rId5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072"/>
    <p:restoredTop sz="94833"/>
  </p:normalViewPr>
  <p:slideViewPr>
    <p:cSldViewPr snapToGrid="0">
      <p:cViewPr varScale="1">
        <p:scale>
          <a:sx n="141" d="100"/>
          <a:sy n="141" d="100"/>
        </p:scale>
        <p:origin x="192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Clean Hands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CF54D4-612D-993A-14B2-40E594004647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by Charlie Hall (2000)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Music by Charlie Hall (2000)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© 2000 </a:t>
            </a:r>
            <a:r>
              <a:rPr lang="en-US" dirty="0" err="1">
                <a:solidFill>
                  <a:schemeClr val="bg1"/>
                </a:solidFill>
              </a:rPr>
              <a:t>sixsteps</a:t>
            </a:r>
            <a:r>
              <a:rPr lang="en-US" dirty="0">
                <a:solidFill>
                  <a:schemeClr val="bg1"/>
                </a:solidFill>
              </a:rPr>
              <a:t> Music; </a:t>
            </a:r>
            <a:r>
              <a:rPr lang="en-US" dirty="0" err="1">
                <a:solidFill>
                  <a:schemeClr val="bg1"/>
                </a:solidFill>
              </a:rPr>
              <a:t>worshiptogether.com</a:t>
            </a:r>
            <a:r>
              <a:rPr lang="en-US" dirty="0">
                <a:solidFill>
                  <a:schemeClr val="bg1"/>
                </a:solidFill>
              </a:rPr>
              <a:t> songs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bow our hearts,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bend our knees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Spirit come and make us humble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298B65-5881-094A-1052-73D020A08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21BBA8-5574-B191-427F-37DB29EF2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turn our eyes from evil things                  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Lord we cast down our idols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881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FBF6E-A800-A557-4607-B211D092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31C481-F61F-FA71-2898-FC5F29B5D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clean hands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pure hearts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us not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lift our souls to another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413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9E2AAE-4BFF-7600-6630-4B0822BF4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DAB259-6EEB-B56B-8FDF-F1A773F618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God, let us be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generation that seeks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seeks Your face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 of Jacob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739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DC1ABA-E39D-5A3E-048B-570C90BE0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E51991C-BD2E-A0D7-A9C4-54417B681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bow our hearts,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bend our knees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Spirit come and make us humble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9574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E6B42A-29DA-7BB9-8F1A-A5937C6C2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ED1F7C1-1A07-DF39-D91E-E0CA9CD0C8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turn our eyes from evil things                  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Lord we cast down our idols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3039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B7EB07-E358-5255-2458-0A47F750C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4AAA08A-A2CF-E317-BB79-D30E4C755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clean hands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pure hearts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us not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lift our souls to another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765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9775A9-0988-C827-36FB-E0FF1ADB3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65AD99-255E-A074-33C9-3BF2E4AC6E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God, let us be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generation that seeks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seeks Your face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 of Jacob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502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87BF18-56AA-DA8A-16CB-A1507D496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FE0F90A-62E3-7504-A0B6-8686CF5AB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clean hands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pure hearts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us not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lift our souls to another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456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D5F008-E663-CAB1-F431-2B71D1327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BF08046-8CC3-0D30-7E91-A62CC9CC55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God, let us be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generation that seeks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seeks Your face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 of Jacob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515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life and let it be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7DACB5-C4F9-B5CA-56C7-78C9AD28ECC3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Words: Frances R. Havergal, (1874)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Music: H. A. César Malan (1837)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Public Domain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813627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49C882-69B8-E3EE-9DD6-D597E1D4D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7195F39-A578-0A86-636C-A1A24EDDF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life and let it be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Consecrated, Lord, to Thee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moments and my days,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them flow in ceaseless praise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them flow in ceaseless praise</a:t>
            </a:r>
          </a:p>
        </p:txBody>
      </p:sp>
    </p:spTree>
    <p:extLst>
      <p:ext uri="{BB962C8B-B14F-4D97-AF65-F5344CB8AC3E}">
        <p14:creationId xmlns:p14="http://schemas.microsoft.com/office/powerpoint/2010/main" val="3386650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hands, and let them move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the impulse of Thy love;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feet and let them be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Swift and beautiful for Thee,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Swift and beautiful for Thee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62FE4F-97C9-4BFD-2ED3-0780F4440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980CC98-5B94-C776-5F67-1A8761B7E7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voice, and let me sing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Always, only, for my King;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lips, and let them be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Filled with messages from Thee,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Filled with messages from Thee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7140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52386E-0F2A-A4DA-00BE-00BA5C284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35C3D88-BBBA-1C88-1408-D9D8F59C4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will, and make it Thine;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shall be no longer mine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heart; it is Thine own;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shall be Thy royal throne,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shall be Thy royal throne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0815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FBF6E-A800-A557-4607-B211D092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31C481-F61F-FA71-2898-FC5F29B5D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love; my Lord, I pour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Thy feet its treasure store.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myself, and I will be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Ever, only, all for Thee,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Ever, only, all for Thee.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017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My God To Thee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E5D8B-D48F-5CF7-7E62-051D0B87A496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by Sarah Flower Adams (1841)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Music Sarah Flower Adams (1841)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Public Domain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7363340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Nearer, my God, to Thee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to Thee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Even though it be a cross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</a:t>
            </a:r>
            <a:r>
              <a:rPr lang="en-US" sz="40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raiseth</a:t>
            </a:r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me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30295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D6D4E4-3436-CBF2-A4B5-59A6E66BB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8FBAEE8-1793-8341-65F8-2E583273C7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Still all my song shall be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Nearer, my God, to Thee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my God to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Thee, nearer to Thee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8748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5EEBEC-52CD-CF56-0DFD-2F05427B0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A6609E3-0ED7-B159-59DB-7CE4DB146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Though, like the wanderer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sun gone down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Darkness be over me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rest a stone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71320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6BA297-6137-4473-23F3-1346EFA58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E3D450C-04B2-7B8A-72C0-5C20B725B2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Yet in my dreams I'd be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Nearer, my God, to Thee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my God to Thee,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to Thee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3029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EA7B05-9336-454D-AD77-614A2C1D0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D919AE2-A258-96C6-2FD8-01BFCBCECA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Then, with my waking thoughts Bright with Thy praise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Out of my stony griefs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Bethel I'll raise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91133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5C569D-46F9-74F5-F62B-07E244D42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B3A4D92-4903-B1AF-3E73-46F2C5426F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by my woes to be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Nearer, my God, to Thee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my God to Thee,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to Thee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8211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FBF6E-A800-A557-4607-B211D092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31C481-F61F-FA71-2898-FC5F29B5D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597916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in my Father’s home,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safe and at rest,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in my Savior’s love,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perfectly blest;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60523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53F17C-35E4-6F9F-42D1-09E2F8330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64B18C7-79F1-1390-01AA-F207805A22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857381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Age after age to be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my God to Thee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my God to Thee,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to Thee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61852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46CEB0-F801-400C-A01E-A09C087CE579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Musci by Lenny LeBlanc &amp; Paul Baloche (1999)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1999 Integrity's Hosanna! Music;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Leadworship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Songs;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LenSongs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Publishing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29717628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powers,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Kings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nature,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created things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60981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4651F1-1A6E-2681-9C11-0CDA87E9F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1E373EA-4CD3-9B45-F6CF-F7C8481975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wisdom,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the ways of man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were here before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world began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4588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5E8CA5-EF85-81D1-15AC-42FECA661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CA2A2D0-7760-6CD3-523B-F4004DA8CD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kingdoms,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thrones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wonders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world has ever known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1876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BAF942-B436-51AB-CA12-8DC4B3941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4A0355C-4635-F50B-CF1F-55C1B3CDA3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wealth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treasures of the earth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no way to measure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You're worth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6596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EECD6A-CD3D-15F6-2859-D0CE059EA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0FEBB13-E2CE-D684-3F22-3F32FC7F28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Crucified, laid behind a stone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 to die,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rejected and alone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7441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D79778-7F8B-C02D-42F9-65001A962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41350C3-D8B0-EA5D-5380-94D684D624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trampled on the ground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thought of me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26958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78C262-A7F1-1410-BE86-892F3AC7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77D0DA7-2AE4-6996-B0EB-8D0B367D28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powers,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Kings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nature,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created things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87323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CD92D3-1020-C6A5-49FE-CA7A29BBE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D2DCAFD-64C2-92D9-6419-261658D95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wisdom,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the ways of man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were here before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world began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4459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2A7A80-9ED1-454B-0352-982E34C13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63940D-20BD-7ECB-35A8-0FE5ED699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kingdoms,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thrones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wonders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world has ever known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0498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CD4E60-EFDF-6155-96D4-9BB98E4D8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44FC6E3-A712-7335-0734-5EF03A6B01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wealth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treasures of the earth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no way to measure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You're worth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5418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FD4F0E-1E16-45FB-D7B8-3F01D870B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86F008F-61F8-FB01-F4AF-6675F3A4FB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Crucified, laid behind a stone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 to die,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rejected and alone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2432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1806D7-7575-43DC-BF21-0FC76B77E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F2BD1AD-BA61-4FEA-56A6-B56F0985B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trampled on the ground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thought of me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8648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F1C567-6B2E-66FD-6E89-84B9E817E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C8A5A45-8D05-EA9E-8783-B27C93B34F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Crucified, laid behind a stone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 to die,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rejected and alone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0687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49A099-1CD3-723E-73DC-706FC485F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212B184-512D-CACB-5A2F-7340CB873E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trampled on the ground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thought of me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3574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000862-D692-634B-811A-720200C1F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20048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364" y="107576"/>
            <a:ext cx="8758517" cy="6624917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28F4DD-66CA-E94B-913C-8F879A08889F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by Elvina M. Hall (1865)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Music by John T. Grape (1868)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Public Domain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DFFBA1-BD0A-5545-0FEC-984D52DF4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A4C9D68-1A73-9231-7FA3-C1A6F21DFB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" y="152400"/>
            <a:ext cx="8724900" cy="65277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hear the Savior say,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strength indeed is small,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Child of weakness,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watch and pray,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Find in Me thine all in all</a:t>
            </a:r>
          </a:p>
        </p:txBody>
      </p:sp>
    </p:spTree>
    <p:extLst>
      <p:ext uri="{BB962C8B-B14F-4D97-AF65-F5344CB8AC3E}">
        <p14:creationId xmlns:p14="http://schemas.microsoft.com/office/powerpoint/2010/main" val="34042367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39700"/>
            <a:ext cx="8737600" cy="65404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33634628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02F8C4-C310-6695-445F-C5432139E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9114C0F-41AF-61A4-4323-81CE7AB71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14300"/>
            <a:ext cx="8699500" cy="65912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Lord, now indeed I find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</a:t>
            </a:r>
            <a:r>
              <a:rPr lang="en-US" sz="48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pow'r</a:t>
            </a:r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and Thine alone,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Can change the leper's spots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melt the heart of stone</a:t>
            </a:r>
          </a:p>
        </p:txBody>
      </p:sp>
    </p:spTree>
    <p:extLst>
      <p:ext uri="{BB962C8B-B14F-4D97-AF65-F5344CB8AC3E}">
        <p14:creationId xmlns:p14="http://schemas.microsoft.com/office/powerpoint/2010/main" val="14128335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ADB3D3-59D0-7FCE-43CB-66903EC5E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68C601F-8F67-04FE-9C77-9196A4EC4C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39700"/>
            <a:ext cx="8737600" cy="65404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36722810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2F54B8-25E1-6A75-E03E-174BCDC40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09C131E-B062-B7B3-31AB-1DA75B1CA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000" y="127000"/>
            <a:ext cx="8699499" cy="65785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when, before the throne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stand in Him complete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died my soul to save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lips shall still repeat</a:t>
            </a:r>
          </a:p>
        </p:txBody>
      </p:sp>
    </p:spTree>
    <p:extLst>
      <p:ext uri="{BB962C8B-B14F-4D97-AF65-F5344CB8AC3E}">
        <p14:creationId xmlns:p14="http://schemas.microsoft.com/office/powerpoint/2010/main" val="26296074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C7772D-9403-4BDB-A994-4A2C70D64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38733F4-D531-52C3-71DA-0C927FC6B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39700"/>
            <a:ext cx="8737600" cy="65404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7338866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4AB838-284C-101E-2C70-2FAF7A959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565FA0-8E5E-BBD6-898E-A62DBAA78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" y="165100"/>
            <a:ext cx="8547100" cy="64388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praise the one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paid my debt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raised this life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up from the dead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5892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E3C13C-B36C-DACE-B725-CED8495FA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856FF3-AD10-F106-688A-F754753A15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39700"/>
            <a:ext cx="8737600" cy="65404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1525432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</TotalTime>
  <Words>1044</Words>
  <Application>Microsoft Macintosh PowerPoint</Application>
  <PresentationFormat>On-screen Show (4:3)</PresentationFormat>
  <Paragraphs>274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6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21</cp:revision>
  <dcterms:created xsi:type="dcterms:W3CDTF">2025-11-12T03:26:12Z</dcterms:created>
  <dcterms:modified xsi:type="dcterms:W3CDTF">2026-07-19T04:51:05Z</dcterms:modified>
</cp:coreProperties>
</file>