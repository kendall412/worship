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339" r:id="rId2"/>
    <p:sldId id="323" r:id="rId3"/>
    <p:sldId id="340" r:id="rId4"/>
    <p:sldId id="348" r:id="rId5"/>
    <p:sldId id="349" r:id="rId6"/>
    <p:sldId id="324" r:id="rId7"/>
    <p:sldId id="341" r:id="rId8"/>
    <p:sldId id="333" r:id="rId9"/>
    <p:sldId id="342" r:id="rId10"/>
    <p:sldId id="343" r:id="rId11"/>
    <p:sldId id="344" r:id="rId12"/>
    <p:sldId id="335" r:id="rId13"/>
    <p:sldId id="345" r:id="rId14"/>
    <p:sldId id="346" r:id="rId15"/>
    <p:sldId id="350" r:id="rId16"/>
    <p:sldId id="351" r:id="rId17"/>
    <p:sldId id="337" r:id="rId18"/>
    <p:sldId id="347" r:id="rId19"/>
    <p:sldId id="274" r:id="rId20"/>
    <p:sldId id="280" r:id="rId21"/>
    <p:sldId id="285" r:id="rId22"/>
    <p:sldId id="281" r:id="rId23"/>
    <p:sldId id="287" r:id="rId24"/>
    <p:sldId id="282" r:id="rId25"/>
    <p:sldId id="286" r:id="rId26"/>
    <p:sldId id="289" r:id="rId27"/>
    <p:sldId id="290" r:id="rId28"/>
    <p:sldId id="283" r:id="rId29"/>
    <p:sldId id="288" r:id="rId30"/>
    <p:sldId id="291" r:id="rId31"/>
    <p:sldId id="292" r:id="rId32"/>
    <p:sldId id="284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275" r:id="rId44"/>
    <p:sldId id="362" r:id="rId45"/>
    <p:sldId id="363" r:id="rId46"/>
    <p:sldId id="364" r:id="rId47"/>
    <p:sldId id="265" r:id="rId48"/>
    <p:sldId id="276" r:id="rId49"/>
    <p:sldId id="365" r:id="rId50"/>
    <p:sldId id="366" r:id="rId51"/>
    <p:sldId id="367" r:id="rId52"/>
    <p:sldId id="278" r:id="rId53"/>
    <p:sldId id="368" r:id="rId54"/>
    <p:sldId id="369" r:id="rId55"/>
    <p:sldId id="370" r:id="rId56"/>
    <p:sldId id="371" r:id="rId57"/>
    <p:sldId id="372" r:id="rId58"/>
    <p:sldId id="373" r:id="rId59"/>
    <p:sldId id="374" r:id="rId60"/>
    <p:sldId id="375" r:id="rId61"/>
    <p:sldId id="376" r:id="rId62"/>
    <p:sldId id="377" r:id="rId63"/>
    <p:sldId id="378" r:id="rId64"/>
    <p:sldId id="379" r:id="rId65"/>
    <p:sldId id="380" r:id="rId66"/>
    <p:sldId id="381" r:id="rId67"/>
    <p:sldId id="382" r:id="rId68"/>
    <p:sldId id="383" r:id="rId69"/>
    <p:sldId id="384" r:id="rId70"/>
    <p:sldId id="293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488"/>
    <p:restoredTop sz="94677"/>
  </p:normalViewPr>
  <p:slideViewPr>
    <p:cSldViewPr snapToGrid="0">
      <p:cViewPr varScale="1">
        <p:scale>
          <a:sx n="210" d="100"/>
          <a:sy n="210" d="100"/>
        </p:scale>
        <p:origin x="1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8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6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4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4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1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3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1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3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9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9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850C62-6806-E84E-267E-990EF82CA844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Reuben Morgan, Eric </a:t>
            </a:r>
            <a:r>
              <a:rPr lang="en-US" dirty="0" err="1">
                <a:solidFill>
                  <a:schemeClr val="bg1"/>
                </a:solidFill>
              </a:rPr>
              <a:t>Liljero</a:t>
            </a:r>
            <a:r>
              <a:rPr lang="en-US" dirty="0">
                <a:solidFill>
                  <a:schemeClr val="bg1"/>
                </a:solidFill>
              </a:rPr>
              <a:t>, Jonas Myrin, and traditional elements adapted from Edward Mote and William Batchelder Bradbury (2011)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2011 Hillsong Music Publishing (admin. </a:t>
            </a:r>
            <a:r>
              <a:rPr lang="en-US">
                <a:solidFill>
                  <a:schemeClr val="bg1"/>
                </a:solidFill>
              </a:rPr>
              <a:t>in the US and Canada by Capitol CMG Publishing)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CCLI </a:t>
            </a:r>
            <a:r>
              <a:rPr lang="en-US" dirty="0">
                <a:solidFill>
                  <a:schemeClr val="bg1"/>
                </a:solidFill>
              </a:rPr>
              <a:t>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89186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less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esperanza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Jesús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justicia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y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cruz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2D146-848E-0E8A-18E8-B7CF1C79AB68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01E3A-EFBB-54C8-BDF0-385E0FFD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95811B-656C-7A2B-3766-28508E647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sweetest frame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nadie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más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dependeré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nombre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confiaré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043C5-2EF5-BFD4-4FC5-1FFC2178BAB5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218374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02207-300E-315A-8030-7461F4B2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9AAD8E-8494-9B9C-894F-8193E069A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less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esperanza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Jesús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justicia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y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cruz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9EE5D-168D-0FD0-8B0C-642ECFEA4B92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76097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4D098-0E0D-B3C9-10C5-32D80FF0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4B960F-F1C7-EAB7-AE99-C8A3B4785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sweetest frame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nadie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más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dependeré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nombre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confiaré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352FE-9FFD-6016-A3F4-E3BF16F4CDB7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393156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A770C-1E86-1276-2D84-F60B429C3E43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83A92-4B3F-1BC4-636A-83D33E5E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A610AC-A930-B25D-79B9-4183151CF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B0652-5C2A-DB71-3CD5-B130F9CDBC52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07112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15" y="219918"/>
            <a:ext cx="8368497" cy="6319777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hide His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Cuando no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puedo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faz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Sé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que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gracia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</a:t>
            </a: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siempre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igual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D979F-0F29-DEA2-360F-4E21D430CFBC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2 (1 of 2)</a:t>
            </a:r>
          </a:p>
        </p:txBody>
      </p:sp>
    </p:spTree>
    <p:extLst>
      <p:ext uri="{BB962C8B-B14F-4D97-AF65-F5344CB8AC3E}">
        <p14:creationId xmlns:p14="http://schemas.microsoft.com/office/powerpoint/2010/main" val="140900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BF998-652A-8AE5-5002-2782001CE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5CA3A7-D09F-AEF6-7D85-ADDD0F2A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15" y="219918"/>
            <a:ext cx="8368497" cy="6319777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within the veil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tormenta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venceré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ancla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firme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ancla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firme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está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CE9D69-95BB-5B19-5723-4BD98093F339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2 (2 of 2)</a:t>
            </a:r>
          </a:p>
        </p:txBody>
      </p:sp>
    </p:spTree>
    <p:extLst>
      <p:ext uri="{BB962C8B-B14F-4D97-AF65-F5344CB8AC3E}">
        <p14:creationId xmlns:p14="http://schemas.microsoft.com/office/powerpoint/2010/main" val="212126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4CB42-0DDD-48AE-2D74-9BCA82EA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AFCCF3-0BB2-632E-00E2-6FDD3721A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AC908-87CB-6FF8-1547-3A0D0127F27E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409010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C87A7-BEC1-538D-BDF1-B54AC013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A338EB-3BC4-D551-CF07-4FBF09E4B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16B37-B38B-56CC-ABBD-78D13E4136CE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66262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414" y="254643"/>
            <a:ext cx="8275898" cy="6261904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Dios</a:t>
            </a: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</p:spTree>
    <p:extLst>
      <p:ext uri="{BB962C8B-B14F-4D97-AF65-F5344CB8AC3E}">
        <p14:creationId xmlns:p14="http://schemas.microsoft.com/office/powerpoint/2010/main" val="116611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F2E2E-5FE0-E21E-8550-28767087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CEEE3-D8E0-EC37-2D35-F82535FF8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5F81C-93AC-F309-5D1B-E2514FC07212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24781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3C722-C7EC-69B7-EB3B-1D3C1166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1D87EC-F240-7A0F-BE22-F9AB11240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51E11-4598-6571-9995-2E370C4E6FBF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3355548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7A205-AC0E-F9AB-C1E0-E04006CAF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7A3030-2300-B837-71F2-6A348E4C9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Savior's love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Jesús Fuerte soy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Solo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Mi Roca es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A864E-3F8D-DB55-6B9E-325DB20E1D03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202884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C3E90-5E0E-0AD3-FB08-510077C1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4EFBF5-6267-5551-22FC-AFDA8865F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Sobre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Tempestad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es Rey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A1CB2-010A-27AD-4136-E0650D2094B8}"/>
              </a:ext>
            </a:extLst>
          </p:cNvPr>
          <p:cNvSpPr txBox="1"/>
          <p:nvPr/>
        </p:nvSpPr>
        <p:spPr>
          <a:xfrm>
            <a:off x="6748272" y="-7498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312626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6" y="162046"/>
            <a:ext cx="8495818" cy="6435524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Un día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regresará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su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presencia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voy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estar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BCB70-F777-3829-9491-7E12518FE8D7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 (1 of 2)</a:t>
            </a:r>
          </a:p>
        </p:txBody>
      </p:sp>
    </p:spTree>
    <p:extLst>
      <p:ext uri="{BB962C8B-B14F-4D97-AF65-F5344CB8AC3E}">
        <p14:creationId xmlns:p14="http://schemas.microsoft.com/office/powerpoint/2010/main" val="2750791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5686A-43B1-D841-17F8-089E0A0F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7295C0-0411-B956-A99A-84902D401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6" y="162046"/>
            <a:ext cx="8495818" cy="6435524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righteousness alone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Sin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mancha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ante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Él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vendré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Justificado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por</a:t>
            </a:r>
            <a:r>
              <a:rPr lang="en-US" sz="4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la </a:t>
            </a:r>
            <a:r>
              <a:rPr lang="en-US" sz="4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fe</a:t>
            </a:r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1A540-1C79-CD7F-6753-F9A10DD4B0AF}"/>
              </a:ext>
            </a:extLst>
          </p:cNvPr>
          <p:cNvSpPr txBox="1"/>
          <p:nvPr/>
        </p:nvSpPr>
        <p:spPr>
          <a:xfrm>
            <a:off x="6748272" y="-749808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 (2 of 2)</a:t>
            </a:r>
          </a:p>
        </p:txBody>
      </p:sp>
    </p:spTree>
    <p:extLst>
      <p:ext uri="{BB962C8B-B14F-4D97-AF65-F5344CB8AC3E}">
        <p14:creationId xmlns:p14="http://schemas.microsoft.com/office/powerpoint/2010/main" val="1027473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(God of Possible)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David Spencer, Ethan Hulse, Jeff Pardo, Katy Nichole (2022)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Centricity Songs; Meaux Mercy; Be Essential Songs; David Spencer Songs; Hulse House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over you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 in your sorrow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ask my God to move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BAB69-12AA-818F-F6FE-B397A84412E6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53C32-323F-AE56-808B-5A9BDF6D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2759EE-AB5A-AFC8-DD48-4F4D938B9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all that I can do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pray this for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B4D34-FBD2-68C5-FD09-2421B7E9286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1085375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992BD-D91D-D587-433A-2C2AA57D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BFE0E-A5EC-91C4-8C14-044CCADF8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83F24-EA74-C224-BC67-A15997C30792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932054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9787F-2024-9E13-D686-E5353EBF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9B4DE-88D0-F56D-A1D3-F8F2BB68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6804C-C61D-BC81-2494-74BDF669B860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922750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0954-1B33-1264-AEB5-523B5531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625F75-6EC2-2287-DC1B-B5F1A024E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all authority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 every promise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faithful to keep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B62EA-C459-5953-1F61-04A2F13E26A1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2 (1 of 2)</a:t>
            </a:r>
          </a:p>
        </p:txBody>
      </p:sp>
    </p:spTree>
    <p:extLst>
      <p:ext uri="{BB962C8B-B14F-4D97-AF65-F5344CB8AC3E}">
        <p14:creationId xmlns:p14="http://schemas.microsoft.com/office/powerpoint/2010/main" val="3849237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9AF64-2128-7634-4B70-7BD01E47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0D17B-C36F-BE5B-6E59-FC33E36C7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grave could ever hold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 He is stronger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He's the God of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6B093-8446-638E-B1E4-04A7ECD90D0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2 (2 of 2)</a:t>
            </a:r>
          </a:p>
        </p:txBody>
      </p:sp>
    </p:spTree>
    <p:extLst>
      <p:ext uri="{BB962C8B-B14F-4D97-AF65-F5344CB8AC3E}">
        <p14:creationId xmlns:p14="http://schemas.microsoft.com/office/powerpoint/2010/main" val="3967769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1E308-C2B8-10B0-A025-61BB0764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843070-43C3-7EB5-813C-87F76A84A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1B75B-BF06-47AC-AB7E-EEB5C124559B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953659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D3BD0-A824-EF2B-1090-CF9FD78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2F3DAA-8F92-9373-015B-800076134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F91E9-CC66-0B1B-8E37-1245B8B525FC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570221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517EE-E256-A31B-64EB-2E774D60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0D8D69-F3DA-A3CD-34E1-9429BAB1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power of His Spirit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now forever yours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CC3388-02A6-8740-31A8-36FAE3F5690D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(1 of 2)</a:t>
            </a:r>
          </a:p>
        </p:txBody>
      </p:sp>
    </p:spTree>
    <p:extLst>
      <p:ext uri="{BB962C8B-B14F-4D97-AF65-F5344CB8AC3E}">
        <p14:creationId xmlns:p14="http://schemas.microsoft.com/office/powerpoint/2010/main" val="4086620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34442-0916-9B51-E632-53E4E22E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8454C0-1EBF-02F8-973E-87D28542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 all things are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51C4F-7B45-32F7-AA8F-AF16F1A7D9E7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(2 of 2)</a:t>
            </a:r>
          </a:p>
        </p:txBody>
      </p:sp>
    </p:spTree>
    <p:extLst>
      <p:ext uri="{BB962C8B-B14F-4D97-AF65-F5344CB8AC3E}">
        <p14:creationId xmlns:p14="http://schemas.microsoft.com/office/powerpoint/2010/main" val="1027511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76828-2619-9FEE-569D-F8A06416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6E65A-8E61-C318-BF87-AD15287D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0E4DB-7C7D-F75C-0A79-721B5833EE57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004857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EB329-A682-80CC-D030-1EEFCA3C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5DCA1-B332-B386-2B68-0B200E243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08F5B-06D1-A128-F1FD-4A82040D9D91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79365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99754-B54E-1425-A024-5DE8D5A9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B095B-7768-C440-5417-448CBA777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restoration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come alive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6C432-DC08-8F01-C62C-013EDD0BD221}"/>
              </a:ext>
            </a:extLst>
          </p:cNvPr>
          <p:cNvSpPr txBox="1"/>
          <p:nvPr/>
        </p:nvSpPr>
        <p:spPr>
          <a:xfrm>
            <a:off x="5124091" y="-93165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549700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Stuart Wesley Keene Hine (1949)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Administered by Hope Publishing Company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593417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 my God,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in awesome wonder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Consider all the Worlds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made</a:t>
            </a:r>
          </a:p>
        </p:txBody>
      </p:sp>
    </p:spTree>
    <p:extLst>
      <p:ext uri="{BB962C8B-B14F-4D97-AF65-F5344CB8AC3E}">
        <p14:creationId xmlns:p14="http://schemas.microsoft.com/office/powerpoint/2010/main" val="1906418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B4F04-1302-69D3-471A-080626AD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60F24D-A915-7790-E58F-E58D92FA5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see the stars,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rolling thunder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throughout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universe displayed</a:t>
            </a:r>
          </a:p>
        </p:txBody>
      </p:sp>
    </p:spTree>
    <p:extLst>
      <p:ext uri="{BB962C8B-B14F-4D97-AF65-F5344CB8AC3E}">
        <p14:creationId xmlns:p14="http://schemas.microsoft.com/office/powerpoint/2010/main" val="2383291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B76B7-D893-D5A7-CF06-D653DAD5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84F26A-8B14-814E-0A00-A19AA132A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God, to Thee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Thou art!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2371455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493DE-75BA-A528-F81F-B4A123C92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C66FC8-D86E-29FF-791D-69692128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 I think that God,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Son not sparing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Sent Him to die,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scarce can take it 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02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A6864-7260-DCC0-3DA5-34564301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1A589C-63C0-E0F7-6579-A39A29FF5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on the cross,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burden gladly bearing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bled and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take away my sin</a:t>
            </a:r>
          </a:p>
        </p:txBody>
      </p:sp>
    </p:spTree>
    <p:extLst>
      <p:ext uri="{BB962C8B-B14F-4D97-AF65-F5344CB8AC3E}">
        <p14:creationId xmlns:p14="http://schemas.microsoft.com/office/powerpoint/2010/main" val="306524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5B3C5-D070-285F-595F-910D10ED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976612-5677-AC50-B4D5-7A2C5017F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God, to Thee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3313833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1CE3E-4303-822C-54DF-321F20A78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DD8F16-E74E-BB0B-41FF-758A4940D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Christ shall come,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shouts of acclamation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take me home,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joy shall fill my heart</a:t>
            </a:r>
          </a:p>
        </p:txBody>
      </p:sp>
    </p:spTree>
    <p:extLst>
      <p:ext uri="{BB962C8B-B14F-4D97-AF65-F5344CB8AC3E}">
        <p14:creationId xmlns:p14="http://schemas.microsoft.com/office/powerpoint/2010/main" val="5139566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E3B0A-EB86-A69A-44C6-16163490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5C6EDC-1481-B59C-D532-A02FA2EE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I shall bow 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humble adoration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there proclaim,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God, how great You are!</a:t>
            </a:r>
          </a:p>
        </p:txBody>
      </p:sp>
    </p:spTree>
    <p:extLst>
      <p:ext uri="{BB962C8B-B14F-4D97-AF65-F5344CB8AC3E}">
        <p14:creationId xmlns:p14="http://schemas.microsoft.com/office/powerpoint/2010/main" val="872118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8727-15C3-DB60-4287-1F5BCB42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732AB-7984-CEFB-78AF-245FC8C33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God, to Thee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25841558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67F78-4D9D-F711-41DD-E72016A367FE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Ben Fielding, Brian Johnson, Ed Cash, Jason Ingram, Jenn Johnson (2018)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2018 Capitol CMG Paragon; Fellow Ships Music; So Essential Tunes; SHOUT! Music Publishing Australia; Bethel 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3521-FD45-271B-60DA-09637000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2EB5D-50E5-3E23-3DE7-0E4DE41F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Your mercy never fails 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been held in Your hands</a:t>
            </a:r>
          </a:p>
        </p:txBody>
      </p:sp>
    </p:spTree>
    <p:extLst>
      <p:ext uri="{BB962C8B-B14F-4D97-AF65-F5344CB8AC3E}">
        <p14:creationId xmlns:p14="http://schemas.microsoft.com/office/powerpoint/2010/main" val="1990063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706F-31D3-C686-72BA-21B93DAD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853410-3A24-2E3F-06AB-BE5244858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wake up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</a:t>
            </a:r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</a:t>
            </a: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God</a:t>
            </a:r>
          </a:p>
        </p:txBody>
      </p:sp>
    </p:spTree>
    <p:extLst>
      <p:ext uri="{BB962C8B-B14F-4D97-AF65-F5344CB8AC3E}">
        <p14:creationId xmlns:p14="http://schemas.microsoft.com/office/powerpoint/2010/main" val="621803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AE27D-86DD-43E2-663C-8613C12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FEE9D-EF7F-4CBF-F968-F577606A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2792867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C6CE5-32CE-B949-068D-875ED2F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3CD2C9-EC3A-9C35-0546-14F0D56F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11564049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3F29-0940-A139-C353-539CD281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1A5E2-663E-ED71-4BFB-4B63E720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3443663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8AF8-3B51-1078-F241-93204B97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FFD6D1-240C-49E8-4485-FD69F65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691893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647-5E34-2072-C4A0-8258906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2B343-84C6-1D7D-46FD-9CD5BFA7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surrendered now,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73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D7DF-83B9-3F5B-4652-3270642D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0E20EB-00EE-315E-8253-8090E594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9707479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27A7E-26CC-E346-6923-FB1CFDDE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193F0-6B67-6D72-1151-0AE1AB7E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799210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6CEB0-F801-400C-A01E-A09C087CE57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Lenny LeBlanc &amp; Paul Baloche (1999)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1999 Integrity's Hosanna!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Leadworship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LenSongs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6705832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380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1608</Words>
  <Application>Microsoft Macintosh PowerPoint</Application>
  <PresentationFormat>On-screen Show (4:3)</PresentationFormat>
  <Paragraphs>453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Aptos</vt:lpstr>
      <vt:lpstr>Aptos Display</vt:lpstr>
      <vt:lpstr>Arial</vt:lpstr>
      <vt:lpstr>Avenir Medium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29</cp:revision>
  <dcterms:created xsi:type="dcterms:W3CDTF">2025-11-12T03:26:12Z</dcterms:created>
  <dcterms:modified xsi:type="dcterms:W3CDTF">2026-09-18T03:08:54Z</dcterms:modified>
</cp:coreProperties>
</file>