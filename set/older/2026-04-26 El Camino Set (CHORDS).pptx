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7" r:id="rId3"/>
    <p:sldId id="262" r:id="rId4"/>
    <p:sldId id="264" r:id="rId5"/>
    <p:sldId id="328" r:id="rId6"/>
    <p:sldId id="329" r:id="rId7"/>
    <p:sldId id="330" r:id="rId8"/>
    <p:sldId id="327" r:id="rId9"/>
    <p:sldId id="331" r:id="rId10"/>
    <p:sldId id="332" r:id="rId11"/>
    <p:sldId id="333" r:id="rId12"/>
    <p:sldId id="265" r:id="rId13"/>
    <p:sldId id="267" r:id="rId14"/>
    <p:sldId id="326" r:id="rId15"/>
    <p:sldId id="312" r:id="rId16"/>
    <p:sldId id="314" r:id="rId17"/>
    <p:sldId id="271" r:id="rId18"/>
    <p:sldId id="334" r:id="rId19"/>
    <p:sldId id="336" r:id="rId20"/>
    <p:sldId id="33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61"/>
    <p:restoredTop sz="94719"/>
  </p:normalViewPr>
  <p:slideViewPr>
    <p:cSldViewPr snapToGrid="0">
      <p:cViewPr varScale="1">
        <p:scale>
          <a:sx n="80" d="100"/>
          <a:sy n="80" d="100"/>
        </p:scale>
        <p:origin x="192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579BA-D6DC-7742-8752-BA24262879FB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8D268-31B1-2344-9C3C-9213F10BF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19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1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35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83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1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72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6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What a Beautiful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60047-0A02-CD44-E26B-B3195127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05D-83B7-C983-3BC3-3FC396C3C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VER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110BF-24D9-0180-42CD-0694D4B99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1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 were the Word at the beginning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4            6                5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One with God the Lord Most High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6                          5         1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Your hidden glory in creation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4            6            5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Now revealed in You our Christ</a:t>
            </a:r>
          </a:p>
        </p:txBody>
      </p:sp>
    </p:spTree>
    <p:extLst>
      <p:ext uri="{BB962C8B-B14F-4D97-AF65-F5344CB8AC3E}">
        <p14:creationId xmlns:p14="http://schemas.microsoft.com/office/powerpoint/2010/main" val="410967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A8362-A490-9B9C-CA04-DCA2CE4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0E80-557A-402B-817E-7A895687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A886-FC25-6793-68A0-306545704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5                                       1                                            5                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beautiful Name it is, what a beautiful Name it is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6        5             4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Name of Jesus Christ my King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1                                     5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beautiful Name it is, nothing compares to this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6           5               4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beautiful Name it is, the Name of Jesus</a:t>
            </a:r>
          </a:p>
        </p:txBody>
      </p:sp>
    </p:spTree>
    <p:extLst>
      <p:ext uri="{BB962C8B-B14F-4D97-AF65-F5344CB8AC3E}">
        <p14:creationId xmlns:p14="http://schemas.microsoft.com/office/powerpoint/2010/main" val="143237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623B5-16E5-1076-2D95-D374C302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933-E2E5-1D7D-1DE8-256AA704B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VER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E8EFA-E790-8B77-6F87-98C88DAC4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 didn't want heaven without us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4                   6          5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So Jesus You brought heaven down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6                           5                    1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My sin was great, Your love was greater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4      6         5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could separate us now</a:t>
            </a:r>
          </a:p>
        </p:txBody>
      </p:sp>
    </p:spTree>
    <p:extLst>
      <p:ext uri="{BB962C8B-B14F-4D97-AF65-F5344CB8AC3E}">
        <p14:creationId xmlns:p14="http://schemas.microsoft.com/office/powerpoint/2010/main" val="40580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D0B1F-37D0-F208-7ABE-D556BE27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C6C8-6209-9719-570C-3990516BF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A2870-0B4D-6779-C264-F39405468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5                                      1                                                5                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wonderful Name it is, what a wonderful Name it is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6        5             4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Name of Jesus Christ my King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  1                                     5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wonderful Name it is, nothing compares to this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  6         5             4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wonderful Name it is, the Name of Jesus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wonderful Name it is, the Name of Jesus</a:t>
            </a:r>
          </a:p>
        </p:txBody>
      </p:sp>
    </p:spTree>
    <p:extLst>
      <p:ext uri="{BB962C8B-B14F-4D97-AF65-F5344CB8AC3E}">
        <p14:creationId xmlns:p14="http://schemas.microsoft.com/office/powerpoint/2010/main" val="87292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D460C-A507-36EE-A4B9-9DDBB325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99E6-2BCC-385E-50CB-E95559027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BRIDGE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70DD1-B00E-C06B-6DFD-58401EC3C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4                                  5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Death could not hold You, the veil tore before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6                        3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 silenced the boast of sin and grave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4                                         5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heavens are roaring, the praise of Your glory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6                    5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For You are raised to life again</a:t>
            </a:r>
          </a:p>
        </p:txBody>
      </p:sp>
    </p:spTree>
    <p:extLst>
      <p:ext uri="{BB962C8B-B14F-4D97-AF65-F5344CB8AC3E}">
        <p14:creationId xmlns:p14="http://schemas.microsoft.com/office/powerpoint/2010/main" val="74608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170B0-FAB0-CEBE-12BD-4C1D9219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8024-A317-6062-C4E7-E812F3D27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BRIDGE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14034-4537-C7E3-BFD3-AAF68351F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4                           5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 have no rival, You have no equal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6                         3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Now and forever God you reign</a:t>
            </a:r>
            <a:endParaRPr lang="en-US" sz="32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4                                    5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Yours is the Kingdom, Yours is the glory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6                         5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Yours is the Name above all names</a:t>
            </a:r>
          </a:p>
        </p:txBody>
      </p:sp>
    </p:spTree>
    <p:extLst>
      <p:ext uri="{BB962C8B-B14F-4D97-AF65-F5344CB8AC3E}">
        <p14:creationId xmlns:p14="http://schemas.microsoft.com/office/powerpoint/2010/main" val="369330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58060-DE28-B645-D911-FEA5EED7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6E3D-859A-C5ED-C147-05319F56C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4375D-5A72-DA6D-CEDA-1FA703BEC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5                                       1                                                5                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powerful Name it is, what a powerful Name it is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6        5             4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Name of Jesus Christ my King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1                                     5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powerful Name it is, nothing compares to this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  6         5             4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wonderful Name it is, the Name of Jesus</a:t>
            </a:r>
          </a:p>
        </p:txBody>
      </p:sp>
    </p:spTree>
    <p:extLst>
      <p:ext uri="{BB962C8B-B14F-4D97-AF65-F5344CB8AC3E}">
        <p14:creationId xmlns:p14="http://schemas.microsoft.com/office/powerpoint/2010/main" val="350553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F8AC2-1296-03AF-8721-253119A7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7901-6A26-1897-0913-D31190ED2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BRIDGE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93352-07FB-714F-9D93-F2B5A087C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4                           5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 have no rival, You have no equal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6                         3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Now and forever God you reign</a:t>
            </a:r>
            <a:endParaRPr lang="en-US" sz="32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4                                    5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Yours is the Kingdom, Yours is the glory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6                         5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Yours is the Name above all names</a:t>
            </a:r>
          </a:p>
        </p:txBody>
      </p:sp>
    </p:spTree>
    <p:extLst>
      <p:ext uri="{BB962C8B-B14F-4D97-AF65-F5344CB8AC3E}">
        <p14:creationId xmlns:p14="http://schemas.microsoft.com/office/powerpoint/2010/main" val="143633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4B860-29D5-ABDD-4E75-A6506DCAC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46EE-D03F-D651-4F7D-E1E885211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E3FFA-744F-7208-2A8D-43ADDD9A9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5                                       1                                                5                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powerful Name it is, what a powerful Name it is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6        5             4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Name of Jesus Christ my King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1                                     5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powerful Name it is, nothing compares to this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     6         5             4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What a wonderful Name it is, the Name of Jesus</a:t>
            </a:r>
          </a:p>
        </p:txBody>
      </p:sp>
    </p:spTree>
    <p:extLst>
      <p:ext uri="{BB962C8B-B14F-4D97-AF65-F5344CB8AC3E}">
        <p14:creationId xmlns:p14="http://schemas.microsoft.com/office/powerpoint/2010/main" val="197653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AA34E-BB4C-E466-6BF7-40221E3A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F13F-30FF-A983-FD48-4B90407C6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Firm Foundation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C15C-1F29-E35D-E322-54F48EE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62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He won’t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1sus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He won’t </a:t>
            </a:r>
          </a:p>
          <a:p>
            <a:pPr lvl="1"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6  5  4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He won't fail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6  5  4  3  4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He won’t fail</a:t>
            </a:r>
          </a:p>
        </p:txBody>
      </p:sp>
    </p:spTree>
    <p:extLst>
      <p:ext uri="{BB962C8B-B14F-4D97-AF65-F5344CB8AC3E}">
        <p14:creationId xmlns:p14="http://schemas.microsoft.com/office/powerpoint/2010/main" val="3085738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046AB-D41D-AC90-22AA-EAC8241D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C76A-484C-F8FD-797A-B5794A763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Reckless Love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55CE0-A0E5-99C0-04A9-3745F7C28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50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6                         5                       4                      1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overwhelming, never-ending, reckless love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6                         5                             4                          1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 chases me down, fights till I'm found, leaves the ninety-nine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6                         5                       4                      1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couldn't earn it and I don't deserve it, still You give yourself away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6                       5                       4                      1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overwhelming, never-ending, reckless love of God</a:t>
            </a:r>
          </a:p>
        </p:txBody>
      </p:sp>
    </p:spTree>
    <p:extLst>
      <p:ext uri="{BB962C8B-B14F-4D97-AF65-F5344CB8AC3E}">
        <p14:creationId xmlns:p14="http://schemas.microsoft.com/office/powerpoint/2010/main" val="1537759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6                                               5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shadow You won't light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4                                    1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 You won't climb up, coming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6                                         5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wall You won't kick down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4                                      1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Lie You won't tear down, coming after me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69959-6447-A793-18D2-FFD57C66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A809-DAB6-4E6D-4C5B-66D08E326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Amazing Grace (my chains are gone)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BDC9-081D-51EA-D200-A5DD6A98E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98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4BB38-779B-6D2E-EDD0-FE0459C7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C9EC-9289-FCA4-B5DC-DBCD104FC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Here I am to Worship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CFDC9-A44F-7D1B-B2B1-1C0245902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9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F3F3A-9EC5-8C8A-03F8-F50128F3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3B8BAB-4A6F-A316-E750-A9002B0D1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72716"/>
            <a:ext cx="11546982" cy="6336631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4                   1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Here I am to worship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5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Here I am to bow down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1                           4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Here I am to say that You're my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1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And you're altogether lovely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5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Altogether worthy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1                  4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Altogether wonderful to me</a:t>
            </a:r>
          </a:p>
        </p:txBody>
      </p:sp>
    </p:spTree>
    <p:extLst>
      <p:ext uri="{BB962C8B-B14F-4D97-AF65-F5344CB8AC3E}">
        <p14:creationId xmlns:p14="http://schemas.microsoft.com/office/powerpoint/2010/main" val="3777193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796A4-7E06-9D55-E580-EFBE8B06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952C3F-BF67-DB7F-67AC-B7FEBB792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59" y="320842"/>
            <a:ext cx="11482815" cy="61762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endParaRPr lang="en-US" sz="32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5        1             4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I'll never know how much it cost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5         1     4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To see my sin upon that cross</a:t>
            </a:r>
          </a:p>
        </p:txBody>
      </p:sp>
    </p:spTree>
    <p:extLst>
      <p:ext uri="{BB962C8B-B14F-4D97-AF65-F5344CB8AC3E}">
        <p14:creationId xmlns:p14="http://schemas.microsoft.com/office/powerpoint/2010/main" val="352257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690</Words>
  <Application>Microsoft Macintosh PowerPoint</Application>
  <PresentationFormat>Widescreen</PresentationFormat>
  <Paragraphs>134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Avenir Book</vt:lpstr>
      <vt:lpstr>Avenir Medium</vt:lpstr>
      <vt:lpstr>Office Theme</vt:lpstr>
      <vt:lpstr>1_Office Theme</vt:lpstr>
      <vt:lpstr>What a Beautiful Name</vt:lpstr>
      <vt:lpstr>VER 1</vt:lpstr>
      <vt:lpstr>CHORUS</vt:lpstr>
      <vt:lpstr>VER 2</vt:lpstr>
      <vt:lpstr>CHORUS 2</vt:lpstr>
      <vt:lpstr>BRIDGE 1</vt:lpstr>
      <vt:lpstr>BRIDGE 2</vt:lpstr>
      <vt:lpstr>CHORUS 2</vt:lpstr>
      <vt:lpstr>BRIDGE 2</vt:lpstr>
      <vt:lpstr>CHORUS 2</vt:lpstr>
      <vt:lpstr>Firm Foundation</vt:lpstr>
      <vt:lpstr>CHORUS</vt:lpstr>
      <vt:lpstr>Reckless Love</vt:lpstr>
      <vt:lpstr>PowerPoint Presentation</vt:lpstr>
      <vt:lpstr>PowerPoint Presentation</vt:lpstr>
      <vt:lpstr>Amazing Grace (my chains are gone)</vt:lpstr>
      <vt:lpstr>Here I am to Worship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2026-04-04T15:41:28Z</dcterms:created>
  <dcterms:modified xsi:type="dcterms:W3CDTF">2026-04-26T04:19:57Z</dcterms:modified>
</cp:coreProperties>
</file>