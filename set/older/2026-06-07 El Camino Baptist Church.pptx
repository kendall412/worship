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75" r:id="rId3"/>
    <p:sldId id="257" r:id="rId4"/>
    <p:sldId id="258" r:id="rId5"/>
    <p:sldId id="259" r:id="rId6"/>
    <p:sldId id="260" r:id="rId7"/>
    <p:sldId id="261" r:id="rId8"/>
    <p:sldId id="276" r:id="rId9"/>
    <p:sldId id="277" r:id="rId10"/>
    <p:sldId id="265" r:id="rId11"/>
    <p:sldId id="264" r:id="rId12"/>
    <p:sldId id="266" r:id="rId13"/>
    <p:sldId id="267" r:id="rId14"/>
    <p:sldId id="278" r:id="rId15"/>
    <p:sldId id="279" r:id="rId16"/>
    <p:sldId id="272" r:id="rId17"/>
    <p:sldId id="273" r:id="rId18"/>
    <p:sldId id="284" r:id="rId19"/>
    <p:sldId id="290" r:id="rId20"/>
    <p:sldId id="291" r:id="rId21"/>
    <p:sldId id="285" r:id="rId22"/>
    <p:sldId id="292" r:id="rId23"/>
    <p:sldId id="287" r:id="rId24"/>
    <p:sldId id="293" r:id="rId25"/>
    <p:sldId id="289" r:id="rId26"/>
    <p:sldId id="294" r:id="rId27"/>
    <p:sldId id="295" r:id="rId28"/>
    <p:sldId id="296" r:id="rId29"/>
    <p:sldId id="281" r:id="rId30"/>
    <p:sldId id="282" r:id="rId31"/>
    <p:sldId id="297" r:id="rId32"/>
    <p:sldId id="298" r:id="rId33"/>
    <p:sldId id="299" r:id="rId34"/>
    <p:sldId id="283" r:id="rId35"/>
    <p:sldId id="300" r:id="rId36"/>
    <p:sldId id="301" r:id="rId37"/>
    <p:sldId id="288" r:id="rId38"/>
    <p:sldId id="302" r:id="rId39"/>
    <p:sldId id="286" r:id="rId40"/>
    <p:sldId id="303" r:id="rId41"/>
    <p:sldId id="280" r:id="rId42"/>
    <p:sldId id="304" r:id="rId43"/>
    <p:sldId id="305" r:id="rId44"/>
    <p:sldId id="306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314" r:id="rId53"/>
    <p:sldId id="315" r:id="rId54"/>
    <p:sldId id="316" r:id="rId55"/>
    <p:sldId id="317" r:id="rId56"/>
    <p:sldId id="318" r:id="rId57"/>
    <p:sldId id="319" r:id="rId58"/>
    <p:sldId id="320" r:id="rId59"/>
    <p:sldId id="321" r:id="rId6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912"/>
    <p:restoredTop sz="94687"/>
  </p:normalViewPr>
  <p:slideViewPr>
    <p:cSldViewPr snapToGrid="0">
      <p:cViewPr varScale="1">
        <p:scale>
          <a:sx n="168" d="100"/>
          <a:sy n="168" d="100"/>
        </p:scale>
        <p:origin x="208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176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5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41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41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70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33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40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254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241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13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990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10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" y="91440"/>
            <a:ext cx="8816340" cy="6675119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Hymn of Heaven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61A9DA-8873-09B6-E0EE-8AF5B3AE4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576AEE-30FA-3456-2CB1-2FFDB43E0B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040" y="91440"/>
            <a:ext cx="8707120" cy="66141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 long to breathe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air of Heaven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pain is gone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mercy fills the streets</a:t>
            </a:r>
          </a:p>
        </p:txBody>
      </p:sp>
    </p:spTree>
    <p:extLst>
      <p:ext uri="{BB962C8B-B14F-4D97-AF65-F5344CB8AC3E}">
        <p14:creationId xmlns:p14="http://schemas.microsoft.com/office/powerpoint/2010/main" val="2366943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6DE33-751C-92B4-7B0B-7315139E6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D925259-27FF-FECE-3C92-C339F3344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20" y="101600"/>
            <a:ext cx="8808720" cy="663447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look upon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one who bled to save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walk with Him for all eternity</a:t>
            </a:r>
          </a:p>
        </p:txBody>
      </p:sp>
    </p:spTree>
    <p:extLst>
      <p:ext uri="{BB962C8B-B14F-4D97-AF65-F5344CB8AC3E}">
        <p14:creationId xmlns:p14="http://schemas.microsoft.com/office/powerpoint/2010/main" val="2409336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7AA4F-6DB9-E773-223F-A914B162B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718BD2-4DDC-7FA1-35A2-586A13A3D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20" y="142240"/>
            <a:ext cx="8768080" cy="65633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will bow before Him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death will be no more</a:t>
            </a:r>
          </a:p>
        </p:txBody>
      </p:sp>
    </p:spTree>
    <p:extLst>
      <p:ext uri="{BB962C8B-B14F-4D97-AF65-F5344CB8AC3E}">
        <p14:creationId xmlns:p14="http://schemas.microsoft.com/office/powerpoint/2010/main" val="1199242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D25B2-8BCB-DC3F-C1EC-DFADB7077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7A9E97-41D2-88BA-DCF7-7F8873869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" y="142240"/>
            <a:ext cx="8585200" cy="652271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He who died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rose again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</p:txBody>
      </p:sp>
    </p:spTree>
    <p:extLst>
      <p:ext uri="{BB962C8B-B14F-4D97-AF65-F5344CB8AC3E}">
        <p14:creationId xmlns:p14="http://schemas.microsoft.com/office/powerpoint/2010/main" val="3609031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581AFB-6378-F9CB-86D9-0C945A6E0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9F9F15-E5D6-33EC-7B73-DAF032B1C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" y="91440"/>
            <a:ext cx="8808720" cy="66039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prayer we prayed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desperation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songs of faith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sang through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doubt and fear</a:t>
            </a:r>
          </a:p>
        </p:txBody>
      </p:sp>
    </p:spTree>
    <p:extLst>
      <p:ext uri="{BB962C8B-B14F-4D97-AF65-F5344CB8AC3E}">
        <p14:creationId xmlns:p14="http://schemas.microsoft.com/office/powerpoint/2010/main" val="3359254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69EA81-2AA2-1CA2-B8ED-3B8B2E68D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6E71E5-C42A-E864-0AEF-23D453D04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4960" y="162560"/>
            <a:ext cx="8575040" cy="65023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end we’ll see that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was worth it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returns to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wipe away our tears</a:t>
            </a:r>
          </a:p>
        </p:txBody>
      </p:sp>
    </p:spTree>
    <p:extLst>
      <p:ext uri="{BB962C8B-B14F-4D97-AF65-F5344CB8AC3E}">
        <p14:creationId xmlns:p14="http://schemas.microsoft.com/office/powerpoint/2010/main" val="2837372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C8D47-A1D1-52BD-808B-D00F4516F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D8FE72-5042-6553-AD70-C9729CEB27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20" y="142240"/>
            <a:ext cx="8768080" cy="65633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will bow before Him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death will be no more</a:t>
            </a:r>
          </a:p>
        </p:txBody>
      </p:sp>
    </p:spTree>
    <p:extLst>
      <p:ext uri="{BB962C8B-B14F-4D97-AF65-F5344CB8AC3E}">
        <p14:creationId xmlns:p14="http://schemas.microsoft.com/office/powerpoint/2010/main" val="2690811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3A1896-C5E7-6742-EC43-38FDC5C87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29F5F69-E378-5FFF-745F-515FF56A1F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" y="142240"/>
            <a:ext cx="8585200" cy="652271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He who died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rose again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</p:txBody>
      </p:sp>
    </p:spTree>
    <p:extLst>
      <p:ext uri="{BB962C8B-B14F-4D97-AF65-F5344CB8AC3E}">
        <p14:creationId xmlns:p14="http://schemas.microsoft.com/office/powerpoint/2010/main" val="3757572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9F9209-9E9A-6DE6-D13F-ADB369977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1D2590-69D4-C086-7DB2-EBE408F429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480" y="193040"/>
            <a:ext cx="8544560" cy="639063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resurrection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heroes of the faith</a:t>
            </a:r>
          </a:p>
        </p:txBody>
      </p:sp>
    </p:spTree>
    <p:extLst>
      <p:ext uri="{BB962C8B-B14F-4D97-AF65-F5344CB8AC3E}">
        <p14:creationId xmlns:p14="http://schemas.microsoft.com/office/powerpoint/2010/main" val="1098862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C55F6C-7489-DD7C-DAC0-94C1D6696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522A776-1AEF-4750-9B12-699071804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840" y="162560"/>
            <a:ext cx="8615680" cy="65633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worthy is the Lamb who was slain</a:t>
            </a:r>
          </a:p>
        </p:txBody>
      </p:sp>
    </p:spTree>
    <p:extLst>
      <p:ext uri="{BB962C8B-B14F-4D97-AF65-F5344CB8AC3E}">
        <p14:creationId xmlns:p14="http://schemas.microsoft.com/office/powerpoint/2010/main" val="2442770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DACB30-90B5-723C-CE80-67CE32EC9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FE35C5-4060-E161-BCB8-0B0CC7B1D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480" y="243840"/>
            <a:ext cx="8747760" cy="64109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the resurrection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heroes of the faith</a:t>
            </a:r>
          </a:p>
        </p:txBody>
      </p:sp>
    </p:spTree>
    <p:extLst>
      <p:ext uri="{BB962C8B-B14F-4D97-AF65-F5344CB8AC3E}">
        <p14:creationId xmlns:p14="http://schemas.microsoft.com/office/powerpoint/2010/main" val="3218178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676ACA-11CD-5C6E-AF56-1A61F2AD3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71BDA62-ABC8-3F14-DCC7-6E5DD621AC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240" y="203200"/>
            <a:ext cx="8829040" cy="64617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worthy is the Lamb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was slain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He shall reign</a:t>
            </a:r>
          </a:p>
        </p:txBody>
      </p:sp>
    </p:spTree>
    <p:extLst>
      <p:ext uri="{BB962C8B-B14F-4D97-AF65-F5344CB8AC3E}">
        <p14:creationId xmlns:p14="http://schemas.microsoft.com/office/powerpoint/2010/main" val="368422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FF69CC-0C93-3052-CE6A-CAFB3F467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C2747E-9CDD-2FD1-BDCE-B086B78C5C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20" y="142240"/>
            <a:ext cx="8768080" cy="65633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will bow before Him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death will be no more</a:t>
            </a:r>
          </a:p>
        </p:txBody>
      </p:sp>
    </p:spTree>
    <p:extLst>
      <p:ext uri="{BB962C8B-B14F-4D97-AF65-F5344CB8AC3E}">
        <p14:creationId xmlns:p14="http://schemas.microsoft.com/office/powerpoint/2010/main" val="2824683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D6E194-AD94-46C1-E861-E5E9EEF93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473A48B-872A-226B-A812-9544446C16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" y="142240"/>
            <a:ext cx="8585200" cy="652271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He who died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rose again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</p:txBody>
      </p:sp>
    </p:spTree>
    <p:extLst>
      <p:ext uri="{BB962C8B-B14F-4D97-AF65-F5344CB8AC3E}">
        <p14:creationId xmlns:p14="http://schemas.microsoft.com/office/powerpoint/2010/main" val="2905995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C4CE22-1D55-5914-B153-FBE34A618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132303-996E-CDFA-AC78-7B16BECBC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160" y="203200"/>
            <a:ext cx="8656320" cy="64617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let it be today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shout the hymn of Heaven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angels and the Saints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raise a mighty roar</a:t>
            </a:r>
          </a:p>
        </p:txBody>
      </p:sp>
    </p:spTree>
    <p:extLst>
      <p:ext uri="{BB962C8B-B14F-4D97-AF65-F5344CB8AC3E}">
        <p14:creationId xmlns:p14="http://schemas.microsoft.com/office/powerpoint/2010/main" val="1345378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421712-2DEE-EA84-89E0-236ABC9FF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902031-989E-A8B6-B152-53E7273D3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" y="172720"/>
            <a:ext cx="8646160" cy="649223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Glory to our God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gave us life beyond the grave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542984-8A82-8EB9-B5FB-7EE30F75B460}"/>
              </a:ext>
            </a:extLst>
          </p:cNvPr>
          <p:cNvSpPr txBox="1"/>
          <p:nvPr/>
        </p:nvSpPr>
        <p:spPr>
          <a:xfrm>
            <a:off x="7390614" y="6488668"/>
            <a:ext cx="175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CCLI#7102397</a:t>
            </a:r>
          </a:p>
        </p:txBody>
      </p:sp>
    </p:spTree>
    <p:extLst>
      <p:ext uri="{BB962C8B-B14F-4D97-AF65-F5344CB8AC3E}">
        <p14:creationId xmlns:p14="http://schemas.microsoft.com/office/powerpoint/2010/main" val="2414988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364" y="107576"/>
            <a:ext cx="8758517" cy="6624917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DFFBA1-BD0A-5545-0FEC-984D52DF4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A4C9D68-1A73-9231-7FA3-C1A6F21DFB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" y="152400"/>
            <a:ext cx="8724900" cy="65277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hear the Savior say,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strength indeed is small,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Child of weakness,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watch and pray,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Find in Me thine all in all</a:t>
            </a:r>
          </a:p>
        </p:txBody>
      </p:sp>
    </p:spTree>
    <p:extLst>
      <p:ext uri="{BB962C8B-B14F-4D97-AF65-F5344CB8AC3E}">
        <p14:creationId xmlns:p14="http://schemas.microsoft.com/office/powerpoint/2010/main" val="3404236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39700"/>
            <a:ext cx="8737600" cy="65404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2F8C4-C310-6695-445F-C5432139E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114C0F-41AF-61A4-4323-81CE7AB71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14300"/>
            <a:ext cx="8699500" cy="65912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Lord, now indeed I find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</a:t>
            </a:r>
            <a:r>
              <a:rPr lang="en-US" sz="4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pow'r</a:t>
            </a:r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and Thine alone,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Can change the leper's spots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melt the heart of stone</a:t>
            </a:r>
          </a:p>
        </p:txBody>
      </p:sp>
    </p:spTree>
    <p:extLst>
      <p:ext uri="{BB962C8B-B14F-4D97-AF65-F5344CB8AC3E}">
        <p14:creationId xmlns:p14="http://schemas.microsoft.com/office/powerpoint/2010/main" val="1412833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ADB3D3-59D0-7FCE-43CB-66903EC5E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68C601F-8F67-04FE-9C77-9196A4EC4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39700"/>
            <a:ext cx="8737600" cy="65404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36722810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2F54B8-25E1-6A75-E03E-174BCDC40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9C131E-B062-B7B3-31AB-1DA75B1CA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000" y="127000"/>
            <a:ext cx="8699499" cy="65785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when, before the throne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 in Him complete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died my soul to save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lips shall still repeat</a:t>
            </a:r>
          </a:p>
        </p:txBody>
      </p:sp>
    </p:spTree>
    <p:extLst>
      <p:ext uri="{BB962C8B-B14F-4D97-AF65-F5344CB8AC3E}">
        <p14:creationId xmlns:p14="http://schemas.microsoft.com/office/powerpoint/2010/main" val="26296074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C7772D-9403-4BDB-A994-4A2C70D64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38733F4-D531-52C3-71DA-0C927FC6B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39700"/>
            <a:ext cx="8737600" cy="65404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7338866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4AB838-284C-101E-2C70-2FAF7A959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565FA0-8E5E-BBD6-898E-A62DBAA78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" y="165100"/>
            <a:ext cx="8547100" cy="64388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praise the one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paid my debt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raised this life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up from the dead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5892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E3C13C-B36C-DACE-B725-CED8495FA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856FF3-AD10-F106-688A-F754753A15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39700"/>
            <a:ext cx="8737600" cy="65404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33DC0E-75C8-FE32-0476-834277F5BEAB}"/>
              </a:ext>
            </a:extLst>
          </p:cNvPr>
          <p:cNvSpPr txBox="1"/>
          <p:nvPr/>
        </p:nvSpPr>
        <p:spPr>
          <a:xfrm>
            <a:off x="7390614" y="6488668"/>
            <a:ext cx="175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CCLI#7102397</a:t>
            </a:r>
          </a:p>
        </p:txBody>
      </p:sp>
    </p:spTree>
    <p:extLst>
      <p:ext uri="{BB962C8B-B14F-4D97-AF65-F5344CB8AC3E}">
        <p14:creationId xmlns:p14="http://schemas.microsoft.com/office/powerpoint/2010/main" val="15254324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374" y="230736"/>
            <a:ext cx="8716710" cy="6264068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29910020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C03521-FD45-271B-60DA-096370003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B2EB5D-50E5-3E23-3DE7-0E4DE41F08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374" y="230736"/>
            <a:ext cx="8716710" cy="6264068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love You Lord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Your mercy never fails 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days,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been held in Your hands</a:t>
            </a:r>
          </a:p>
        </p:txBody>
      </p:sp>
    </p:spTree>
    <p:extLst>
      <p:ext uri="{BB962C8B-B14F-4D97-AF65-F5344CB8AC3E}">
        <p14:creationId xmlns:p14="http://schemas.microsoft.com/office/powerpoint/2010/main" val="19900630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40706F-31D3-C686-72BA-21B93DAD2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853410-3A24-2E3F-06AB-BE52448582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374" y="230736"/>
            <a:ext cx="8716710" cy="6264068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the moment that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wake up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Until I lay my head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</a:t>
            </a:r>
            <a:r>
              <a:rPr lang="en-US" sz="48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</a:t>
            </a:r>
          </a:p>
          <a:p>
            <a:r>
              <a:rPr lang="en-US" sz="48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goodness </a:t>
            </a:r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God</a:t>
            </a:r>
          </a:p>
        </p:txBody>
      </p:sp>
    </p:spTree>
    <p:extLst>
      <p:ext uri="{BB962C8B-B14F-4D97-AF65-F5344CB8AC3E}">
        <p14:creationId xmlns:p14="http://schemas.microsoft.com/office/powerpoint/2010/main" val="6218032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AAE27D-86DD-43E2-663C-8613C12E6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81FEE9D-EF7F-4CBF-F968-F577606AC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been faithful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so, so good</a:t>
            </a:r>
          </a:p>
        </p:txBody>
      </p:sp>
    </p:spTree>
    <p:extLst>
      <p:ext uri="{BB962C8B-B14F-4D97-AF65-F5344CB8AC3E}">
        <p14:creationId xmlns:p14="http://schemas.microsoft.com/office/powerpoint/2010/main" val="27928677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 am able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0986946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7006DC-D1B4-7A29-037D-AB9310F89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EB7ADD-233A-DCA7-621A-453E634E8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374" y="111095"/>
            <a:ext cx="8605615" cy="6554625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love Your voice You have led me through the fire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my darkest night, You were close like no other</a:t>
            </a:r>
          </a:p>
        </p:txBody>
      </p:sp>
    </p:spTree>
    <p:extLst>
      <p:ext uri="{BB962C8B-B14F-4D97-AF65-F5344CB8AC3E}">
        <p14:creationId xmlns:p14="http://schemas.microsoft.com/office/powerpoint/2010/main" val="36128280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8C6CE5-32CE-B949-068D-875ED2F17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33CD2C9-EC3A-9C35-0546-14F0D56F51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374" y="111095"/>
            <a:ext cx="8605615" cy="6554625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known You as a father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known You as a friend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have lived in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11564049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9B3F29-0940-A139-C353-539CD2810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E51A5E2-663E-ED71-4BFB-4B63E7209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been faithful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so, so good</a:t>
            </a:r>
          </a:p>
        </p:txBody>
      </p:sp>
    </p:spTree>
    <p:extLst>
      <p:ext uri="{BB962C8B-B14F-4D97-AF65-F5344CB8AC3E}">
        <p14:creationId xmlns:p14="http://schemas.microsoft.com/office/powerpoint/2010/main" val="13443663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938AF8-3B51-1078-F241-93204B971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CFFD6D1-240C-49E8-4485-FD69F65BC7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 am able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1691893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B9DAFF-5D38-064D-29B5-8A81477B8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2C2460-CE19-8641-A2F1-78FBD0E61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282" y="179463"/>
            <a:ext cx="8614161" cy="625552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8491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0AF647-5E34-2072-C4A0-8258906D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EC2B343-84C6-1D7D-46FD-9CD5BFA755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282" y="179463"/>
            <a:ext cx="8614161" cy="625552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life laid down,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I’m surrendered now,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give You everything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0473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A1D7DF-83B9-3F5B-4652-3270642DF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0E20EB-00EE-315E-8253-8090E5941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been faithful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so, so good</a:t>
            </a:r>
          </a:p>
        </p:txBody>
      </p:sp>
    </p:spTree>
    <p:extLst>
      <p:ext uri="{BB962C8B-B14F-4D97-AF65-F5344CB8AC3E}">
        <p14:creationId xmlns:p14="http://schemas.microsoft.com/office/powerpoint/2010/main" val="19707479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C27A7E-26CC-E346-6923-FB1CFDDEB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61193F0-6B67-6D72-1151-0AE1AB7E9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 am able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goodness of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82E41D-42A4-E133-7AFF-8DE1002677DB}"/>
              </a:ext>
            </a:extLst>
          </p:cNvPr>
          <p:cNvSpPr txBox="1"/>
          <p:nvPr/>
        </p:nvSpPr>
        <p:spPr>
          <a:xfrm>
            <a:off x="7390614" y="6488668"/>
            <a:ext cx="175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CCLI#7102397</a:t>
            </a:r>
          </a:p>
        </p:txBody>
      </p:sp>
    </p:spTree>
    <p:extLst>
      <p:ext uri="{BB962C8B-B14F-4D97-AF65-F5344CB8AC3E}">
        <p14:creationId xmlns:p14="http://schemas.microsoft.com/office/powerpoint/2010/main" val="37992100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505F0-2C9A-D8AD-DFA4-B73903366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EF0C30-6484-3BF3-D373-46931D0DF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Eagles Wings</a:t>
            </a:r>
          </a:p>
        </p:txBody>
      </p:sp>
    </p:spTree>
    <p:extLst>
      <p:ext uri="{BB962C8B-B14F-4D97-AF65-F5344CB8AC3E}">
        <p14:creationId xmlns:p14="http://schemas.microsoft.com/office/powerpoint/2010/main" val="3071111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89F41B-E35D-9FC8-1B05-7D6979881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375D6A-2E30-D298-1E56-25154D8628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378" y="58189"/>
            <a:ext cx="8886306" cy="667512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waiting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Abide in me I pray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longing for You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145463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393F1E-3A59-00DD-2345-7E6AAB9C6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51BC2AD-AAE3-CBDA-37B0-CC48F7504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378" y="58189"/>
            <a:ext cx="8886306" cy="667512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Hide me in Your love,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Bring me to my knees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May I know Jesus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more and more  </a:t>
            </a:r>
          </a:p>
        </p:txBody>
      </p:sp>
    </p:spTree>
    <p:extLst>
      <p:ext uri="{BB962C8B-B14F-4D97-AF65-F5344CB8AC3E}">
        <p14:creationId xmlns:p14="http://schemas.microsoft.com/office/powerpoint/2010/main" val="37681732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" y="102870"/>
            <a:ext cx="8778240" cy="660653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live in me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life, take over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breathe in me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rise on Eagles Wings </a:t>
            </a:r>
          </a:p>
        </p:txBody>
      </p:sp>
    </p:spTree>
    <p:extLst>
      <p:ext uri="{BB962C8B-B14F-4D97-AF65-F5344CB8AC3E}">
        <p14:creationId xmlns:p14="http://schemas.microsoft.com/office/powerpoint/2010/main" val="12015141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35A825-AE75-2524-7BD7-66DE6BF84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BA9667-27E4-0B95-666A-DBDE9AFA6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310" y="114300"/>
            <a:ext cx="8721090" cy="657224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waiting,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abide in me I pray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longing for You </a:t>
            </a:r>
          </a:p>
        </p:txBody>
      </p:sp>
    </p:spTree>
    <p:extLst>
      <p:ext uri="{BB962C8B-B14F-4D97-AF65-F5344CB8AC3E}">
        <p14:creationId xmlns:p14="http://schemas.microsoft.com/office/powerpoint/2010/main" val="35705097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82E958-C338-263B-8E36-675D9A55D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D5B1E6-252D-83D1-AF4B-DF8CCF898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310" y="114300"/>
            <a:ext cx="8721090" cy="657224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Hide me in Your love, bring me to my knees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May I know Jesus more and more </a:t>
            </a:r>
          </a:p>
        </p:txBody>
      </p:sp>
    </p:spTree>
    <p:extLst>
      <p:ext uri="{BB962C8B-B14F-4D97-AF65-F5344CB8AC3E}">
        <p14:creationId xmlns:p14="http://schemas.microsoft.com/office/powerpoint/2010/main" val="20845871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64CB89-5C4B-2656-982B-115475BFC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E08B41B-CE74-096F-D453-F5802D256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" y="102870"/>
            <a:ext cx="8778240" cy="660653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live in me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life, take over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breathe in me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rise on Eagles Wings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F01F08-5C9B-36D3-FEF9-A36B42C46424}"/>
              </a:ext>
            </a:extLst>
          </p:cNvPr>
          <p:cNvSpPr txBox="1"/>
          <p:nvPr/>
        </p:nvSpPr>
        <p:spPr>
          <a:xfrm>
            <a:off x="7390614" y="6488668"/>
            <a:ext cx="175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CCLI#7102397</a:t>
            </a:r>
          </a:p>
        </p:txBody>
      </p:sp>
    </p:spTree>
    <p:extLst>
      <p:ext uri="{BB962C8B-B14F-4D97-AF65-F5344CB8AC3E}">
        <p14:creationId xmlns:p14="http://schemas.microsoft.com/office/powerpoint/2010/main" val="9751701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</a:t>
            </a:r>
          </a:p>
        </p:txBody>
      </p:sp>
    </p:spTree>
    <p:extLst>
      <p:ext uri="{BB962C8B-B14F-4D97-AF65-F5344CB8AC3E}">
        <p14:creationId xmlns:p14="http://schemas.microsoft.com/office/powerpoint/2010/main" val="484759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010CAC-CC85-A085-CDF1-E7AE19E70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7E9B5AB-826A-D4BD-7A21-39449DF63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peace like a river </a:t>
            </a:r>
          </a:p>
          <a:p>
            <a:r>
              <a:rPr lang="en-US" sz="4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attendeth</a:t>
            </a:r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my way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sorrows like sea billows roll</a:t>
            </a:r>
          </a:p>
        </p:txBody>
      </p:sp>
    </p:spTree>
    <p:extLst>
      <p:ext uri="{BB962C8B-B14F-4D97-AF65-F5344CB8AC3E}">
        <p14:creationId xmlns:p14="http://schemas.microsoft.com/office/powerpoint/2010/main" val="42696852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25E41F-B8B1-D8C4-8AF1-511363F5E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960025F-4FCF-C552-E9E8-85D802943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Whatever my lot, Thou hast taught me to say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30810242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</a:t>
            </a:r>
          </a:p>
        </p:txBody>
      </p:sp>
    </p:spTree>
    <p:extLst>
      <p:ext uri="{BB962C8B-B14F-4D97-AF65-F5344CB8AC3E}">
        <p14:creationId xmlns:p14="http://schemas.microsoft.com/office/powerpoint/2010/main" val="37414283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4F416-7156-D40D-6F1E-5F0CE0EFF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6B456A-09A8-DA29-A2DD-F56E12DCCF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Satan should buffet,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trials should come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this blest assurance control</a:t>
            </a:r>
          </a:p>
        </p:txBody>
      </p:sp>
    </p:spTree>
    <p:extLst>
      <p:ext uri="{BB962C8B-B14F-4D97-AF65-F5344CB8AC3E}">
        <p14:creationId xmlns:p14="http://schemas.microsoft.com/office/powerpoint/2010/main" val="35409343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A94BFF-F580-3282-8F95-C4B8C6847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7B6973-6971-F008-ADB4-501338FC8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Christ has regarded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helpless estate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has shed His own blood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my soul</a:t>
            </a:r>
          </a:p>
        </p:txBody>
      </p:sp>
    </p:spTree>
    <p:extLst>
      <p:ext uri="{BB962C8B-B14F-4D97-AF65-F5344CB8AC3E}">
        <p14:creationId xmlns:p14="http://schemas.microsoft.com/office/powerpoint/2010/main" val="29330946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5E88DC-8790-5416-F2FD-FDA20BBBD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A6C7E63-464E-581C-536F-3CBB2FE885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</a:t>
            </a:r>
          </a:p>
        </p:txBody>
      </p:sp>
    </p:spTree>
    <p:extLst>
      <p:ext uri="{BB962C8B-B14F-4D97-AF65-F5344CB8AC3E}">
        <p14:creationId xmlns:p14="http://schemas.microsoft.com/office/powerpoint/2010/main" val="734815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D33EFA-F7D0-9842-96CE-E6E8E483F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081542-C896-4EDB-AEF8-63986A716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sin - O, the bliss of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glorious thought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sin - not in part but the whole</a:t>
            </a:r>
          </a:p>
        </p:txBody>
      </p:sp>
    </p:spTree>
    <p:extLst>
      <p:ext uri="{BB962C8B-B14F-4D97-AF65-F5344CB8AC3E}">
        <p14:creationId xmlns:p14="http://schemas.microsoft.com/office/powerpoint/2010/main" val="35553216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F8C16-46F9-5441-DE67-0D37807C8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C088943-0F19-01F5-3B6C-1B5707841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nailed to the cross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bear it no more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praise the Lord,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my soul</a:t>
            </a:r>
          </a:p>
        </p:txBody>
      </p:sp>
    </p:spTree>
    <p:extLst>
      <p:ext uri="{BB962C8B-B14F-4D97-AF65-F5344CB8AC3E}">
        <p14:creationId xmlns:p14="http://schemas.microsoft.com/office/powerpoint/2010/main" val="13060022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4223C2-A5D0-054E-5748-575271C6E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317AD11-4223-D5E7-BEF7-90CC3A1D28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</a:t>
            </a:r>
          </a:p>
        </p:txBody>
      </p:sp>
    </p:spTree>
    <p:extLst>
      <p:ext uri="{BB962C8B-B14F-4D97-AF65-F5344CB8AC3E}">
        <p14:creationId xmlns:p14="http://schemas.microsoft.com/office/powerpoint/2010/main" val="20739172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19FFCA-D5AD-7325-F5AD-48DC0A305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3EBDBD0-2AA3-1D74-3D45-39435D488A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And, Lord haste the day when the faith shall be sight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clouds be rolled back as a scroll</a:t>
            </a:r>
          </a:p>
        </p:txBody>
      </p:sp>
    </p:spTree>
    <p:extLst>
      <p:ext uri="{BB962C8B-B14F-4D97-AF65-F5344CB8AC3E}">
        <p14:creationId xmlns:p14="http://schemas.microsoft.com/office/powerpoint/2010/main" val="40670540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D4447A-720C-CA96-7725-4077679A1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35616B-7ADC-8E71-444D-852045398E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trump shall resound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Lord shall descend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Even so -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24805587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1ECBDE-5290-C40C-FE29-81E43264C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8ED596F-8B21-C961-DECC-C058FC1B35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261F0E-25B7-C0F3-2215-8DAAA47AF41D}"/>
              </a:ext>
            </a:extLst>
          </p:cNvPr>
          <p:cNvSpPr txBox="1"/>
          <p:nvPr/>
        </p:nvSpPr>
        <p:spPr>
          <a:xfrm>
            <a:off x="7390614" y="6488668"/>
            <a:ext cx="175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CCLI#7102397</a:t>
            </a:r>
          </a:p>
        </p:txBody>
      </p:sp>
    </p:spTree>
    <p:extLst>
      <p:ext uri="{BB962C8B-B14F-4D97-AF65-F5344CB8AC3E}">
        <p14:creationId xmlns:p14="http://schemas.microsoft.com/office/powerpoint/2010/main" val="3798353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</TotalTime>
  <Words>1075</Words>
  <Application>Microsoft Macintosh PowerPoint</Application>
  <PresentationFormat>On-screen Show (4:3)</PresentationFormat>
  <Paragraphs>296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4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10</cp:revision>
  <dcterms:created xsi:type="dcterms:W3CDTF">2025-11-12T03:26:12Z</dcterms:created>
  <dcterms:modified xsi:type="dcterms:W3CDTF">2026-06-07T04:23:40Z</dcterms:modified>
</cp:coreProperties>
</file>