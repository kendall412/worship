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88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86"/>
    <p:restoredTop sz="94629"/>
  </p:normalViewPr>
  <p:slideViewPr>
    <p:cSldViewPr snapToGrid="0">
      <p:cViewPr varScale="1">
        <p:scale>
          <a:sx n="109" d="100"/>
          <a:sy n="109" d="100"/>
        </p:scale>
        <p:origin x="192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63986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in the land that is plentiful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D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I'm found in the desert place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D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8342-562D-AC07-F6C3-A7C338D7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D8258D-331A-7F78-5A23-8CEA9FD17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D                                    Em7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when the sun's shining down on me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D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D                                 Em7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D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blessed be Your name</a:t>
            </a:r>
          </a:p>
        </p:txBody>
      </p:sp>
    </p:spTree>
    <p:extLst>
      <p:ext uri="{BB962C8B-B14F-4D97-AF65-F5344CB8AC3E}">
        <p14:creationId xmlns:p14="http://schemas.microsoft.com/office/powerpoint/2010/main" val="1329023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3D5CB-DAE0-7B9D-4DD1-5B6A4C4D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5D209C-C05F-91FC-D505-E1329FC0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D                        Em7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D                      Em7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</p:txBody>
      </p:sp>
    </p:spTree>
    <p:extLst>
      <p:ext uri="{BB962C8B-B14F-4D97-AF65-F5344CB8AC3E}">
        <p14:creationId xmlns:p14="http://schemas.microsoft.com/office/powerpoint/2010/main" val="34134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0B6A-714C-9C13-D385-64F6287A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0D96D-2076-5490-D600-78E9D37F8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6A549-EBD1-A425-D946-12EACE9E00EF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11402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1C7CA-6B29-3D64-6D82-C68FAD13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233049-E05F-C4F4-40F9-95FDAB2A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87907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D            Em7                C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D                 Em7                   C   </a:t>
            </a:r>
          </a:p>
          <a:p>
            <a:pPr algn="l"/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6FB806-8F3A-CDE5-6D37-6B3EA64FBF56}"/>
              </a:ext>
            </a:extLst>
          </p:cNvPr>
          <p:cNvSpPr txBox="1"/>
          <p:nvPr/>
        </p:nvSpPr>
        <p:spPr>
          <a:xfrm>
            <a:off x="11078308" y="6047546"/>
            <a:ext cx="66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75234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E9F9-454F-A86F-E3BF-DE6FEA2D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B50850-F9F8-D8E7-A0FA-8FCFBA9D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425354" cy="6482862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G                  D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of the Lord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Em7  D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glorious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04873-8771-F3E5-EEAB-165999B376D0}"/>
              </a:ext>
            </a:extLst>
          </p:cNvPr>
          <p:cNvSpPr txBox="1"/>
          <p:nvPr/>
        </p:nvSpPr>
        <p:spPr>
          <a:xfrm>
            <a:off x="10240903" y="6047546"/>
            <a:ext cx="1728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381962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219925" cy="2259929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43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</p:txBody>
      </p:sp>
    </p:spTree>
    <p:extLst>
      <p:ext uri="{BB962C8B-B14F-4D97-AF65-F5344CB8AC3E}">
        <p14:creationId xmlns:p14="http://schemas.microsoft.com/office/powerpoint/2010/main" val="559518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98F4-A7A6-08C6-CF3A-9FA23F8D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A01E9F-5199-B666-CB42-94FE8341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91219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1423-0A80-1008-F63F-B09BA1E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15473A-A217-7D93-A9DC-BB5F4AC1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G         C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12454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45C12-5A2A-2832-2530-C738BF97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9EA354-A3F1-F182-8976-F5E1EB6AC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pPr algn="l"/>
            <a:r>
              <a:rPr lang="en-US" sz="3600" b="1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</p:txBody>
      </p:sp>
    </p:spTree>
    <p:extLst>
      <p:ext uri="{BB962C8B-B14F-4D97-AF65-F5344CB8AC3E}">
        <p14:creationId xmlns:p14="http://schemas.microsoft.com/office/powerpoint/2010/main" val="370934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7FC5-F169-96D6-0CFF-03363B3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E5329C-3D66-8614-2D47-2ECCC5AA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428390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3AE27-FFB0-AC04-4A62-8E4AC03A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F2854-B505-721F-B7B2-B2376D044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4273333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6956538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74F20-83AE-4447-136F-5E6EDB779813}"/>
              </a:ext>
            </a:extLst>
          </p:cNvPr>
          <p:cNvSpPr txBox="1"/>
          <p:nvPr/>
        </p:nvSpPr>
        <p:spPr>
          <a:xfrm>
            <a:off x="7735330" y="6047546"/>
            <a:ext cx="462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and END</a:t>
            </a:r>
          </a:p>
        </p:txBody>
      </p:sp>
    </p:spTree>
    <p:extLst>
      <p:ext uri="{BB962C8B-B14F-4D97-AF65-F5344CB8AC3E}">
        <p14:creationId xmlns:p14="http://schemas.microsoft.com/office/powerpoint/2010/main" val="1578353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1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 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 for Marina, Skyler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789811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52614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23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81041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789412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073933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Holy Holy Holy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79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Am      G      F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G     F               C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Lord God Almighty.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             G              D        G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Early in the morning our song shall rise to Thee;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G     F                    C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Merciful and mighty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F           G     C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blessed Trinity</a:t>
            </a:r>
          </a:p>
        </p:txBody>
      </p:sp>
    </p:spTree>
    <p:extLst>
      <p:ext uri="{BB962C8B-B14F-4D97-AF65-F5344CB8AC3E}">
        <p14:creationId xmlns:p14="http://schemas.microsoft.com/office/powerpoint/2010/main" val="1757807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69B19-28EF-3C30-9D80-FCE18A4C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A4630E-778E-BB58-03D2-158E8983A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G     F                   C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All the saints adore Thee,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Casting down their golden crowns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D        G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around the glassy sea;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             F                    C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Cherubim and seraphim falling down before Thee,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C         F     G               C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Who was, and is, and evermore shall be</a:t>
            </a:r>
          </a:p>
        </p:txBody>
      </p:sp>
    </p:spTree>
    <p:extLst>
      <p:ext uri="{BB962C8B-B14F-4D97-AF65-F5344CB8AC3E}">
        <p14:creationId xmlns:p14="http://schemas.microsoft.com/office/powerpoint/2010/main" val="2942247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6F3EB-0161-41ED-EF7A-24A1B3DF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987133-15C5-4C15-EAF0-512496348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Am  G      F                                 C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Though the darkness hide Thee,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            G       D           G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Though the eye of sinful man Thy glory may not see;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C.     Am         G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Only Thou art holy;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C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Thee,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C             F              G     C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Perfect in power, in love, and purity</a:t>
            </a:r>
          </a:p>
        </p:txBody>
      </p:sp>
    </p:spTree>
    <p:extLst>
      <p:ext uri="{BB962C8B-B14F-4D97-AF65-F5344CB8AC3E}">
        <p14:creationId xmlns:p14="http://schemas.microsoft.com/office/powerpoint/2010/main" val="165878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987D7-820F-9450-F145-0FE9D203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92DB66-C2B4-511E-67C3-CB3E79A6F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Am  G      F               C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Lord God Almighty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   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All Thy works shall praise Thy name,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D          G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in earth, and sky, and sea;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Am  G      F                   C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Merciful and mighty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F           G     C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blessed Trinity</a:t>
            </a:r>
          </a:p>
        </p:txBody>
      </p:sp>
    </p:spTree>
    <p:extLst>
      <p:ext uri="{BB962C8B-B14F-4D97-AF65-F5344CB8AC3E}">
        <p14:creationId xmlns:p14="http://schemas.microsoft.com/office/powerpoint/2010/main" val="2513268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1529</Words>
  <Application>Microsoft Macintosh PowerPoint</Application>
  <PresentationFormat>Widescreen</PresentationFormat>
  <Paragraphs>317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52</cp:revision>
  <dcterms:created xsi:type="dcterms:W3CDTF">2025-11-12T03:26:12Z</dcterms:created>
  <dcterms:modified xsi:type="dcterms:W3CDTF">2026-07-26T00:24:46Z</dcterms:modified>
</cp:coreProperties>
</file>