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257" r:id="rId3"/>
    <p:sldId id="264" r:id="rId4"/>
    <p:sldId id="262" r:id="rId5"/>
    <p:sldId id="261" r:id="rId6"/>
    <p:sldId id="263" r:id="rId7"/>
    <p:sldId id="265" r:id="rId8"/>
    <p:sldId id="266" r:id="rId9"/>
    <p:sldId id="259" r:id="rId10"/>
    <p:sldId id="267" r:id="rId11"/>
    <p:sldId id="268" r:id="rId12"/>
    <p:sldId id="269" r:id="rId13"/>
    <p:sldId id="270" r:id="rId14"/>
    <p:sldId id="271" r:id="rId15"/>
    <p:sldId id="272" r:id="rId16"/>
    <p:sldId id="258" r:id="rId17"/>
    <p:sldId id="273" r:id="rId18"/>
    <p:sldId id="274" r:id="rId19"/>
    <p:sldId id="275" r:id="rId20"/>
    <p:sldId id="276" r:id="rId21"/>
    <p:sldId id="260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09"/>
    <p:restoredTop sz="94725"/>
  </p:normalViewPr>
  <p:slideViewPr>
    <p:cSldViewPr snapToGrid="0">
      <p:cViewPr varScale="1">
        <p:scale>
          <a:sx n="80" d="100"/>
          <a:sy n="80" d="100"/>
        </p:scale>
        <p:origin x="200" y="1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579BA-D6DC-7742-8752-BA24262879FB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8D268-31B1-2344-9C3C-9213F10BF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70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1C7954-E72A-0C45-BC58-D80F72BA66E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579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4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19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1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35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83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61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723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96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55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3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4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Happy Days (F)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A8362-A490-9B9C-CA04-DCA2CE49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0E80-557A-402B-817E-7A895687E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Happy Days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9A886-FC25-6793-68A0-306545704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The greatest day in history,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Bb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Death is beaten, You have rescued me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Dm                         Bb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Sing it out, Jesus is alive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370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60047-0A02-CD44-E26B-B3195127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E05D-83B7-C983-3BC3-3FC396C3C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Happy Days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110BF-24D9-0180-42CD-0694D4B99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The empty cross, the empty grave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Bb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Life eternal, You have won the day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Dm                           Bb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Shout it out, Jesus is alive, He's alive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671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34F4-F80D-FF1C-3268-4E2E6C2A8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Happy Days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Bb               Dm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oh, happy day, happy day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C</a:t>
            </a:r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You washed my sin away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F               Bb              Dm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Oh, happy day, happy day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C           F          Bb     Dm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I'll never be the same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C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Forever I am changed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F // Bb2 // Dm7 // C </a:t>
            </a:r>
          </a:p>
        </p:txBody>
      </p:sp>
    </p:spTree>
    <p:extLst>
      <p:ext uri="{BB962C8B-B14F-4D97-AF65-F5344CB8AC3E}">
        <p14:creationId xmlns:p14="http://schemas.microsoft.com/office/powerpoint/2010/main" val="133002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CC045-E8DB-4FDD-CD0D-738CA19CC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40BA-0169-171B-EEEC-12F08A652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Happy Days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17818-8C0D-D8F7-D895-79392641E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Dm7                         Am                          Bb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Oh, what a glorious day what a glorious 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F                                      Dm           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That You have saved me And oh, what a glorious day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Bb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what a glorious name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F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Yeah</a:t>
            </a:r>
          </a:p>
        </p:txBody>
      </p:sp>
    </p:spTree>
    <p:extLst>
      <p:ext uri="{BB962C8B-B14F-4D97-AF65-F5344CB8AC3E}">
        <p14:creationId xmlns:p14="http://schemas.microsoft.com/office/powerpoint/2010/main" val="1995585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AA34E-BB4C-E466-6BF7-40221E3A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F13F-30FF-A983-FD48-4B90407C6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 (Praise is Rising) 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DC15C-1F29-E35D-E322-54F48EE22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62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Verse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Praise is rising, eyes are 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         G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Hope is stirring, hearts are yearning for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D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long for You</a:t>
            </a:r>
          </a:p>
        </p:txBody>
      </p:sp>
    </p:spTree>
    <p:extLst>
      <p:ext uri="{BB962C8B-B14F-4D97-AF65-F5344CB8AC3E}">
        <p14:creationId xmlns:p14="http://schemas.microsoft.com/office/powerpoint/2010/main" val="2461727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BB3E0-6ECD-4B01-25DB-B88E76CA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9700-242A-8DF5-A676-275DCBDE7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Pre-Chorus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90C93-4119-10B3-277C-C678FB486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A</a:t>
            </a:r>
          </a:p>
          <a:p>
            <a:pPr algn="l"/>
            <a:r>
              <a:rPr lang="en-US" sz="32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D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A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A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975901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34F4-F80D-FF1C-3268-4E2E6C2A8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Bm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D             A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Bm        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738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F235D-AE38-2D22-EF3F-B7A9ABB5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E1F9-0E06-9E49-4B5D-A1794F99D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Verse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071A1-A709-8D52-8851-9BD28B97E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     G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Hear the sound of hearts returning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In Your kingdom broken lives are made new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make us new</a:t>
            </a:r>
          </a:p>
        </p:txBody>
      </p:sp>
    </p:spTree>
    <p:extLst>
      <p:ext uri="{BB962C8B-B14F-4D97-AF65-F5344CB8AC3E}">
        <p14:creationId xmlns:p14="http://schemas.microsoft.com/office/powerpoint/2010/main" val="2496880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2DBC6-DAEB-C0FB-13A4-CB4D2971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5CB3-9C53-22BC-C4B0-F523CFD4A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827AA-9AA3-F6AE-8CE0-8CBCF323E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Bm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D             A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Bm        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6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CA8AD-850C-909F-1318-65FB8B56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E63D-3243-8BE5-50D5-96713B873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8F5C2-0EC0-0D97-FBEB-AF3A71E53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Bm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D                 A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Bm        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372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69959-6447-A793-18D2-FFD57C66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A809-DAB6-4E6D-4C5B-66D08E326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  <a:latin typeface="Avenir Book" panose="02000503020000020003" pitchFamily="2" charset="0"/>
              </a:rPr>
              <a:t>Ain’t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No Grave (D)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DBDC9-081D-51EA-D200-A5DD6A98E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398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Avenir Book" panose="02000503020000020003" pitchFamily="2" charset="0"/>
              </a:rPr>
              <a:t>Ain’t</a:t>
            </a:r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 No Grave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A  E  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A  E  Bm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021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3117A-6042-A657-2B22-26B3866F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7F17-78A7-7E48-8A07-BBD9D8959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Avenir Book" panose="02000503020000020003" pitchFamily="2" charset="0"/>
              </a:rPr>
              <a:t>Ain’t</a:t>
            </a:r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 No Grave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DD5B0-7F78-0F68-61AE-CB05AC074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  A   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E  Bm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x2</a:t>
            </a:r>
          </a:p>
          <a:p>
            <a:pPr algn="l"/>
            <a:endParaRPr lang="en-US" sz="4000" dirty="0">
              <a:solidFill>
                <a:srgbClr val="FFFF00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  A  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E  Bm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x2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50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169EF-3A9F-BE6B-E1C9-80958E6F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1E75-9FB4-3CFE-24AE-1A9791AFF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 (C)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73913-F294-0285-583C-203099E29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512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Worthy is the Lamb who was slain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Holy holy is He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Sing a new song to him who sits on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Heaven's mercy seat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594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3117A-6042-A657-2B22-26B3866F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7F17-78A7-7E48-8A07-BBD9D8959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DD5B0-7F78-0F68-61AE-CB05AC074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Holy, Holy, Holy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Is the Lord God Almighty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Who was and is and is to come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With all creation I sing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Praise to the King of Kings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my everything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And I will adore You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900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51CD7-5D3F-BCD6-DA2E-9D437BD4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7373-7BBE-5DA8-1BCE-6B9FD0DD9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28AB0-F965-11B8-A248-DF031E9D1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G                                    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Clothed in rainbows of living color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Flashes of lightning rolls of thunder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Blessing and honor strength and glory and power be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To You the only wise King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342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B0410-0301-A976-1EE5-2E82118D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7756-A781-65E8-F3DD-8C5C288E6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CAD98-437E-ECE6-DB94-BFCA0A356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Filled with wonder awestruck wonder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At the mention of your name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Jesus your name is power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Breath and living water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Such a marvelous mystery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978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F340F-A0FD-0B75-AB3F-53D7F033B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8A906-F723-79DC-D95C-A734D4896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 (D)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26DCA-46A3-70BA-36B3-800EAA635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880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I Exalt Thee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 D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Lord.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Lord.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462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00540-F1ED-73F6-57F6-D47CA0FD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BEFD4-AEEA-DEDC-1E90-985E95994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I Exalt Thee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464B6-3227-4545-6D6A-EBC1AD630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D             Em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A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             Em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A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78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687</Words>
  <Application>Microsoft Macintosh PowerPoint</Application>
  <PresentationFormat>Widescreen</PresentationFormat>
  <Paragraphs>177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Avenir Book</vt:lpstr>
      <vt:lpstr>Office Theme</vt:lpstr>
      <vt:lpstr>1_Office Theme</vt:lpstr>
      <vt:lpstr>Happy Days (F)</vt:lpstr>
      <vt:lpstr>Happy Days</vt:lpstr>
      <vt:lpstr>Happy Days</vt:lpstr>
      <vt:lpstr>Happy Days</vt:lpstr>
      <vt:lpstr>Happy Days</vt:lpstr>
      <vt:lpstr>Hosanna (Praise is Rising) D</vt:lpstr>
      <vt:lpstr>Verse 1</vt:lpstr>
      <vt:lpstr>Pre-Chorus</vt:lpstr>
      <vt:lpstr>Chorus 1</vt:lpstr>
      <vt:lpstr>Verse 2</vt:lpstr>
      <vt:lpstr>Chorus 1</vt:lpstr>
      <vt:lpstr>Chorus 2</vt:lpstr>
      <vt:lpstr>Ain’t No Grave (D)</vt:lpstr>
      <vt:lpstr>Ain’t No Grave</vt:lpstr>
      <vt:lpstr>Ain’t No Grave</vt:lpstr>
      <vt:lpstr>Revelation Song (C)</vt:lpstr>
      <vt:lpstr>Revelation Song</vt:lpstr>
      <vt:lpstr>Revelation Song</vt:lpstr>
      <vt:lpstr>Revelation Song</vt:lpstr>
      <vt:lpstr>Revelation Song</vt:lpstr>
      <vt:lpstr>I Exalt Thee (D)</vt:lpstr>
      <vt:lpstr>I Exalt Thee</vt:lpstr>
      <vt:lpstr>I Exalt Thee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14</cp:revision>
  <dcterms:created xsi:type="dcterms:W3CDTF">2026-04-04T15:41:28Z</dcterms:created>
  <dcterms:modified xsi:type="dcterms:W3CDTF">2026-04-05T04:37:55Z</dcterms:modified>
</cp:coreProperties>
</file>