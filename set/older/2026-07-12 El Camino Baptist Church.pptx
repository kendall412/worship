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79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22" r:id="rId39"/>
    <p:sldId id="315" r:id="rId40"/>
    <p:sldId id="277" r:id="rId41"/>
    <p:sldId id="276" r:id="rId42"/>
    <p:sldId id="316" r:id="rId43"/>
    <p:sldId id="317" r:id="rId44"/>
    <p:sldId id="318" r:id="rId45"/>
    <p:sldId id="319" r:id="rId46"/>
    <p:sldId id="320" r:id="rId47"/>
    <p:sldId id="321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95"/>
  </p:normalViewPr>
  <p:slideViewPr>
    <p:cSldViewPr snapToGrid="0">
      <p:cViewPr varScale="1">
        <p:scale>
          <a:sx n="120" d="100"/>
          <a:sy n="120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 (</a:t>
            </a:r>
            <a:r>
              <a:rPr lang="en-US" sz="6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Priase</a:t>
            </a:r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is Rising)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is rising,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eyes are turning to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to You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is stirring,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hearts are yearning for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long for You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18CB7-1074-6960-5AFC-84275114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4CF641-399D-C1A2-07D2-42F714B7F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to face the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810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who saves us,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9845A-5C38-8136-3BBB-8D69A65E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45C5DE-984C-F80B-C9D3-5E0CCCD1C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the sound of hearts returning to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to You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kingdom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broken lives are made new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make us new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84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DB330-69C0-F8C4-2AD6-2E652A266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D63B76-9566-6117-076E-3F797355E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to face the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512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C1D1E-D2AC-A969-8263-1E9AFF49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132B37-FB96-07FF-5093-4D838E543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who saves us,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86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A87F3-30A5-3C5A-BA70-70E1CE69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ED1C2F-387A-D854-55D9-02E9DC03B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among 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Lord Jesus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55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BEC44-AF96-649C-C128-56006F24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8133E0-45F6-CA4C-CA19-1FA575A5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to face the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379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7794A-C9C9-9B11-998A-49C0D56D2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245251-37BB-CFC9-3AB0-AC9F8B532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who saves us,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29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532E1-D17D-9F0C-B938-31E31F77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810DAA-321A-C99A-A48C-1D35EDD2A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among 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Lord Jesus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738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Tis so sweet to trust in Jesus</a:t>
            </a:r>
          </a:p>
        </p:txBody>
      </p:sp>
    </p:spTree>
    <p:extLst>
      <p:ext uri="{BB962C8B-B14F-4D97-AF65-F5344CB8AC3E}">
        <p14:creationId xmlns:p14="http://schemas.microsoft.com/office/powerpoint/2010/main" val="2960649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Tis so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take Him at His word,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rest upon His promise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to know, "Thus saith the Lord."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09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094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ADE14-CF3F-D9D2-1ACF-F6970B18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4F745D-DF94-CDE0-9229-6FB2B5E2C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how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trust His cleansing blood,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simple faith to plunge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'neath the healing,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cleansing flood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494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BA6D4-1A6C-F388-781A-724EFEF1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E78BC8-941B-4F49-1117-9E287D051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544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09D43-8BE3-0540-30B9-F4454AB26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54686F-3513-E968-9305-1A03FBDD9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Yes, 'tis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sin and self to cease,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Jesus simply taking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Life and rest, and joy and peace</a:t>
            </a:r>
          </a:p>
        </p:txBody>
      </p:sp>
    </p:spTree>
    <p:extLst>
      <p:ext uri="{BB962C8B-B14F-4D97-AF65-F5344CB8AC3E}">
        <p14:creationId xmlns:p14="http://schemas.microsoft.com/office/powerpoint/2010/main" val="482547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F7CEA-FB07-7913-DCA2-4CC1D828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85F47B-1085-F1E7-36AA-5DC9EC207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062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BCCAA-AEC2-E7D5-6DA0-2B454C31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73690B-6ECA-2D8D-2D0C-253BF276A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772" y="204717"/>
            <a:ext cx="8748215" cy="6346208"/>
          </a:xfrm>
        </p:spPr>
        <p:txBody>
          <a:bodyPr>
            <a:noAutofit/>
          </a:bodyPr>
          <a:lstStyle/>
          <a:p>
            <a:endParaRPr lang="en-US" sz="2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8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 the Almighty</a:t>
            </a:r>
          </a:p>
        </p:txBody>
      </p:sp>
    </p:spTree>
    <p:extLst>
      <p:ext uri="{BB962C8B-B14F-4D97-AF65-F5344CB8AC3E}">
        <p14:creationId xmlns:p14="http://schemas.microsoft.com/office/powerpoint/2010/main" val="2147333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creation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is thy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health and salvation</a:t>
            </a:r>
          </a:p>
        </p:txBody>
      </p:sp>
    </p:spTree>
    <p:extLst>
      <p:ext uri="{BB962C8B-B14F-4D97-AF65-F5344CB8AC3E}">
        <p14:creationId xmlns:p14="http://schemas.microsoft.com/office/powerpoint/2010/main" val="2508099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E5F54-082E-B264-7016-FD8776F6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5272F5-FDBA-31BC-129B-A81D97B5D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3692422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9FE4C-AB15-F92A-83D7-A1992E56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8A5CAC-F4EA-6A0A-92FD-9F5E46777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603" y="163773"/>
            <a:ext cx="8584442" cy="64553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o’er all things so wondrously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reigneth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Shelters thee under His wings, yea, so gently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sustaineth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01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2A5A8-D337-CDC3-F7D1-395B7BCC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C72408-D342-B8C6-C15E-78148E74F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603" y="163773"/>
            <a:ext cx="8584442" cy="64553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Hast thou not seen how thy desires have been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Granted in what He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ordaineth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49826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04DFA-E10F-241C-10DC-E5670D5A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AAAEDF-9D95-1EDB-3978-04FEA487F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232013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doth prosper thy work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defend thee;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Surely His goodness and mercy here daily attend thee;</a:t>
            </a:r>
          </a:p>
        </p:txBody>
      </p:sp>
    </p:spTree>
    <p:extLst>
      <p:ext uri="{BB962C8B-B14F-4D97-AF65-F5344CB8AC3E}">
        <p14:creationId xmlns:p14="http://schemas.microsoft.com/office/powerpoint/2010/main" val="3029662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FCC83-4336-6DA9-BC89-0C6B69F6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619F17-B369-5308-027C-7D7849A92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232013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Ponder anew what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 can do,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with His love He befriend thee</a:t>
            </a:r>
          </a:p>
        </p:txBody>
      </p:sp>
    </p:spTree>
    <p:extLst>
      <p:ext uri="{BB962C8B-B14F-4D97-AF65-F5344CB8AC3E}">
        <p14:creationId xmlns:p14="http://schemas.microsoft.com/office/powerpoint/2010/main" val="88042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8C935-8A55-EBD5-0993-5BDC54C9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AAE9D0-C9A2-EA5C-DDD8-172BB8077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12" y="218364"/>
            <a:ext cx="8639033" cy="638715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O let all that is in me adore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hath life and breath, come now with praises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Him</a:t>
            </a:r>
          </a:p>
        </p:txBody>
      </p:sp>
    </p:spTree>
    <p:extLst>
      <p:ext uri="{BB962C8B-B14F-4D97-AF65-F5344CB8AC3E}">
        <p14:creationId xmlns:p14="http://schemas.microsoft.com/office/powerpoint/2010/main" val="1608373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17315-1F8C-8B05-4852-5AB1DBB3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E8AEDF-FE27-BE7E-65FB-3F92118C7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12" y="218364"/>
            <a:ext cx="8639033" cy="638715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 Amen sound from His people again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Gladly for aye we adore Him</a:t>
            </a:r>
          </a:p>
        </p:txBody>
      </p:sp>
    </p:spTree>
    <p:extLst>
      <p:ext uri="{BB962C8B-B14F-4D97-AF65-F5344CB8AC3E}">
        <p14:creationId xmlns:p14="http://schemas.microsoft.com/office/powerpoint/2010/main" val="690701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A049D-3D6B-D904-5230-C48A554E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70C992-A52B-FC06-AE51-642B59447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creation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is thy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health and salvation</a:t>
            </a:r>
          </a:p>
        </p:txBody>
      </p:sp>
    </p:spTree>
    <p:extLst>
      <p:ext uri="{BB962C8B-B14F-4D97-AF65-F5344CB8AC3E}">
        <p14:creationId xmlns:p14="http://schemas.microsoft.com/office/powerpoint/2010/main" val="3469407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FCBDF-ABC2-BBDB-8FDD-9040A640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A3E2B6-F904-406F-5218-392FDECB1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2668540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</p:txBody>
      </p:sp>
    </p:spTree>
    <p:extLst>
      <p:ext uri="{BB962C8B-B14F-4D97-AF65-F5344CB8AC3E}">
        <p14:creationId xmlns:p14="http://schemas.microsoft.com/office/powerpoint/2010/main" val="19220874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Jesus the Nazarene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wonder how He could love me,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sinner, condemned, unclean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897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8BE97-72FF-92DB-44C0-046052F2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D61913-1778-2AE5-D06E-2978EC756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22577454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87918-3A4B-5063-4EB9-FBDCB0A4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232BAD-6DCD-B49A-2E48-78B9A6A3C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took my sins and my sorrows;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made them His very 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bore the burden to Calvary,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suffered and died alone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26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E8FD0-FA70-D3A5-B31E-3FD510E6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C113B0-6DF5-0520-C3DE-865172B71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2477644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2A806-7C62-57F2-67EF-2DBB8D05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6048AA-D5F0-9368-329B-5D782CF87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with the ransomed in glory,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face I at last shall see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’Twill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be my joy through the ages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of His love for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4574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565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1B025-489C-9290-26C3-66D050D2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192481-89BA-77CB-5945-1076F130C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120" y="127591"/>
            <a:ext cx="8739101" cy="6549656"/>
          </a:xfrm>
        </p:spPr>
        <p:txBody>
          <a:bodyPr>
            <a:noAutofit/>
          </a:bodyPr>
          <a:lstStyle/>
          <a:p>
            <a:pPr algn="l"/>
            <a:endParaRPr lang="en-US" sz="7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23293277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8CD03-7DF8-6D01-AD0A-B66F7B21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2716E9-BD45-484C-2C0B-CCA12388B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72995"/>
            <a:ext cx="8119754" cy="6376086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shame,</a:t>
            </a:r>
          </a:p>
        </p:txBody>
      </p:sp>
    </p:spTree>
    <p:extLst>
      <p:ext uri="{BB962C8B-B14F-4D97-AF65-F5344CB8AC3E}">
        <p14:creationId xmlns:p14="http://schemas.microsoft.com/office/powerpoint/2010/main" val="2649732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134" y="197708"/>
            <a:ext cx="8563233" cy="6425513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492" y="197709"/>
            <a:ext cx="8563232" cy="6314302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crown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422" y="210065"/>
            <a:ext cx="8748583" cy="641315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422" y="197709"/>
            <a:ext cx="8723870" cy="6413156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98186-5FCE-5DCF-4562-4C35C3B8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F18DB0-CF82-ED90-98B7-C78DFDA97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492" y="197709"/>
            <a:ext cx="8563232" cy="6314302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crown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545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6562" y="222422"/>
            <a:ext cx="8587946" cy="6437869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848" y="247135"/>
            <a:ext cx="8513805" cy="640080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2B186-6AAF-F54B-D60E-E0AF5726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19F4E9-64FA-F6A3-B49C-DB67473E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492" y="197709"/>
            <a:ext cx="8563232" cy="6314302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crown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85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958</Words>
  <Application>Microsoft Macintosh PowerPoint</Application>
  <PresentationFormat>On-screen Show (4:3)</PresentationFormat>
  <Paragraphs>236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26</cp:revision>
  <dcterms:created xsi:type="dcterms:W3CDTF">2025-11-12T03:26:12Z</dcterms:created>
  <dcterms:modified xsi:type="dcterms:W3CDTF">2026-07-12T04:19:40Z</dcterms:modified>
</cp:coreProperties>
</file>