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76" r:id="rId4"/>
    <p:sldId id="277" r:id="rId5"/>
    <p:sldId id="278" r:id="rId6"/>
    <p:sldId id="279" r:id="rId7"/>
    <p:sldId id="339" r:id="rId8"/>
    <p:sldId id="323" r:id="rId9"/>
    <p:sldId id="324" r:id="rId10"/>
    <p:sldId id="333" r:id="rId11"/>
    <p:sldId id="334" r:id="rId12"/>
    <p:sldId id="335" r:id="rId13"/>
    <p:sldId id="338" r:id="rId14"/>
    <p:sldId id="337" r:id="rId15"/>
    <p:sldId id="275" r:id="rId16"/>
    <p:sldId id="286" r:id="rId17"/>
    <p:sldId id="340" r:id="rId18"/>
    <p:sldId id="341" r:id="rId19"/>
    <p:sldId id="342" r:id="rId20"/>
    <p:sldId id="343" r:id="rId21"/>
    <p:sldId id="287" r:id="rId22"/>
    <p:sldId id="344" r:id="rId23"/>
    <p:sldId id="283" r:id="rId24"/>
    <p:sldId id="282" r:id="rId25"/>
    <p:sldId id="284" r:id="rId26"/>
    <p:sldId id="288" r:id="rId27"/>
    <p:sldId id="345" r:id="rId28"/>
    <p:sldId id="295" r:id="rId29"/>
    <p:sldId id="346" r:id="rId30"/>
    <p:sldId id="347" r:id="rId31"/>
    <p:sldId id="348" r:id="rId32"/>
    <p:sldId id="349" r:id="rId33"/>
    <p:sldId id="350" r:id="rId34"/>
    <p:sldId id="351" r:id="rId35"/>
    <p:sldId id="289" r:id="rId36"/>
    <p:sldId id="352" r:id="rId37"/>
    <p:sldId id="290" r:id="rId38"/>
    <p:sldId id="291" r:id="rId39"/>
    <p:sldId id="296" r:id="rId40"/>
    <p:sldId id="297" r:id="rId41"/>
    <p:sldId id="292" r:id="rId42"/>
    <p:sldId id="293" r:id="rId43"/>
    <p:sldId id="294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7"/>
  </p:normalViewPr>
  <p:slideViewPr>
    <p:cSldViewPr snapToGrid="0">
      <p:cViewPr varScale="1">
        <p:scale>
          <a:sx n="126" d="100"/>
          <a:sy n="126" d="100"/>
        </p:scale>
        <p:origin x="20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DACB5-C4F9-B5CA-56C7-78C9AD28ECC3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Words: Frances R. Havergal, (1874)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Music: H. A. César Malan (1837)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9C882-69B8-E3EE-9DD6-D597E1D4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195F39-A578-0A86-636C-A1A24EDDF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338665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2FE4F-97C9-4BFD-2ED3-0780F444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80CC98-5B94-C776-5F67-1A8761B7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71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2386E-0F2A-A4DA-00BE-00BA5C28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C3D88-BBBA-1C88-1408-D9D8F59C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8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850C62-6806-E84E-267E-990EF82CA844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Reuben Morgan, Eric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Liljero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Jonas Myrin, and traditional elements adapted from Edward Mote and William Batchelder Bradbury (2011)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2011 Hillsong Music Publishing (admin. in the US and Canada by Capitol CMG Publishing)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89186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842495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1591258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515" y="219918"/>
            <a:ext cx="8368497" cy="631977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hide His face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1409003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7ACCA-2C7D-A6A2-5F79-4F84806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282169-A07D-05EF-D29B-9D9C0DE4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390" y="185195"/>
            <a:ext cx="8437944" cy="640080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1238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414" y="254643"/>
            <a:ext cx="8275898" cy="6261904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57289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90891-C0F6-EBFC-F091-C3EF4AA7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A66269-EDDC-CC60-B7A3-4BED9A703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390" y="185195"/>
            <a:ext cx="8437944" cy="640080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7903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66" y="162046"/>
            <a:ext cx="8495818" cy="6435524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786DA-C9A3-71E2-F79E-45F9068CD767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2750791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673" y="180109"/>
            <a:ext cx="8686800" cy="6442364"/>
          </a:xfrm>
        </p:spPr>
        <p:txBody>
          <a:bodyPr>
            <a:noAutofit/>
          </a:bodyPr>
          <a:lstStyle/>
          <a:p>
            <a:pPr algn="l"/>
            <a:r>
              <a:rPr lang="en-US" sz="8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50585B-F576-64A6-524D-716D54A25052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Pat Barrett and Anthony Brown (2014)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2014 by Capital CMG Paragon, Common Hymnal Publishing, Housefires Sounds,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D9A4C-2176-3F5D-F7D9-8F6FDC82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16ACDE-47DE-6CBD-8468-A74C1814F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508" y="221673"/>
            <a:ext cx="8617527" cy="631767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Stories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Think you’re like</a:t>
            </a:r>
          </a:p>
        </p:txBody>
      </p:sp>
    </p:spTree>
    <p:extLst>
      <p:ext uri="{BB962C8B-B14F-4D97-AF65-F5344CB8AC3E}">
        <p14:creationId xmlns:p14="http://schemas.microsoft.com/office/powerpoint/2010/main" val="3500077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82" y="332509"/>
            <a:ext cx="8506691" cy="617912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tender whisper of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dead of night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you’re pleased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45" y="235527"/>
            <a:ext cx="8575964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40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508" y="277091"/>
            <a:ext cx="8506691" cy="6317673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Many searching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Far and wide</a:t>
            </a: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79D6A-D600-EB8F-1563-9CCD21C8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05491-C83A-BB6E-0561-2E6A9EC30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655" y="221672"/>
            <a:ext cx="8492836" cy="6386945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We’re all searching for answers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you provide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we need before we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Say a word</a:t>
            </a:r>
          </a:p>
        </p:txBody>
      </p:sp>
    </p:spTree>
    <p:extLst>
      <p:ext uri="{BB962C8B-B14F-4D97-AF65-F5344CB8AC3E}">
        <p14:creationId xmlns:p14="http://schemas.microsoft.com/office/powerpoint/2010/main" val="3885993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17B06-5C2E-571B-159C-9658D12A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876DA7-31DE-D6BC-66FE-01A30CAAA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45" y="235527"/>
            <a:ext cx="8575964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347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673" y="249383"/>
            <a:ext cx="8686800" cy="633152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are perfect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us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82" y="290945"/>
            <a:ext cx="8589818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undeniable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speak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182F0-C605-B075-6415-EDD8A084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C46C3E-3623-DE85-94CC-29F4EB529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091" y="235527"/>
            <a:ext cx="8645236" cy="6317673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Unexplainable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think</a:t>
            </a:r>
          </a:p>
        </p:txBody>
      </p:sp>
    </p:spTree>
    <p:extLst>
      <p:ext uri="{BB962C8B-B14F-4D97-AF65-F5344CB8AC3E}">
        <p14:creationId xmlns:p14="http://schemas.microsoft.com/office/powerpoint/2010/main" val="2920822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BC644-AAF2-1083-18EB-BB078CF8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4B65FD-73D0-F137-5430-B7235C6E4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82" y="235527"/>
            <a:ext cx="8617527" cy="6373091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Deeper still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Love Love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75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062B1-E283-3D9B-76DC-613A54F4B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91AEA2-BF87-F4C8-051D-7A15FFA8B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45" y="235527"/>
            <a:ext cx="8575964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332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AFAE3-CD01-2265-3B87-BE68900C4A0A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Chris Tomlin, Phil Wickham, Brian Johnson,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Jenn Johnson, and Jason Ingram (2022)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Brian and Jenn Publishing, Capitol CMG Paragon,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S.D.G. Publishing, Bethel Music Publishing, and Be Essential Songs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4120167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384FE-5B61-896B-8EC0-010050A2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F408B4-DABE-FDF3-0507-47C81F6EC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falling down in worship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882323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ADDD7-57D2-B1D4-1258-836FE4D3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79A8AE-78F0-D6F8-6202-3F6FAC65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 will believe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123141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C0E4B-EF7E-96A0-25C8-1E8A65D6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686E00-20B6-BF05-EE16-16E46A809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969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598802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you've been redeemed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62A7D-98CC-40A0-1098-723B4393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0F5C40-B05A-418B-371B-12542CFEA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 bear His name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amen</a:t>
            </a:r>
          </a:p>
        </p:txBody>
      </p:sp>
    </p:spTree>
    <p:extLst>
      <p:ext uri="{BB962C8B-B14F-4D97-AF65-F5344CB8AC3E}">
        <p14:creationId xmlns:p14="http://schemas.microsoft.com/office/powerpoint/2010/main" val="39176432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CC6A-1E8A-66BC-42DF-F1D3B7E3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9D23CB-A920-4E3B-455F-0A28CC677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95335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DF180-4776-F955-8F77-3594FD50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9F6856-D620-D2BA-AE81-819D3A03C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700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F44CB-E8B9-E6B1-4410-3F978CB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FA5D4-3D24-7026-BBCF-DA4F3F231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0958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24625-3A83-28F8-F6D4-8773C84C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4BC0E3-10D5-8037-54C0-EDD5EC08C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2102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29775-2A77-7E69-6721-06D7269D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6E4D23-5E95-5F34-1AA5-C2523702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2294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3F87C-0BAC-57C4-85B2-0EB811CC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BB2D9-3879-1FA2-6B62-0AC127D85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149436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941C4-E37D-A15E-24B1-EE43A754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904550-4DEF-3AC9-7F25-88D355DA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732739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02E6B-F34D-D984-3E50-D0F78CD4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C723EF-F302-BF13-BFE7-8A6535FCB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6655310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20" y="127591"/>
            <a:ext cx="8739101" cy="6549656"/>
          </a:xfrm>
        </p:spPr>
        <p:txBody>
          <a:bodyPr>
            <a:noAutofit/>
          </a:bodyPr>
          <a:lstStyle/>
          <a:p>
            <a:pPr algn="l"/>
            <a:endParaRPr lang="en-US" sz="7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Old Rugged Cross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E07660-9797-12AA-A945-10B568B5FAC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George Bennard (1913)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8CD03-7DF8-6D01-AD0A-B66F7B21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2716E9-BD45-484C-2C0B-CCA12388B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72995"/>
            <a:ext cx="8119754" cy="637608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shame,</a:t>
            </a:r>
          </a:p>
        </p:txBody>
      </p:sp>
    </p:spTree>
    <p:extLst>
      <p:ext uri="{BB962C8B-B14F-4D97-AF65-F5344CB8AC3E}">
        <p14:creationId xmlns:p14="http://schemas.microsoft.com/office/powerpoint/2010/main" val="26497329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134" y="197708"/>
            <a:ext cx="8563233" cy="6425513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0721644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0154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2" y="210065"/>
            <a:ext cx="8748583" cy="641315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2" y="197709"/>
            <a:ext cx="8723870" cy="641315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98186-5FCE-5DCF-4562-4C35C3B8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F18DB0-CF82-ED90-98B7-C78DFDA97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545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562" y="222422"/>
            <a:ext cx="8587946" cy="6437869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48" y="247135"/>
            <a:ext cx="8513805" cy="640080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B186-6AAF-F54B-D60E-E0AF5726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19F4E9-64FA-F6A3-B49C-DB67473E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1196</Words>
  <Application>Microsoft Macintosh PowerPoint</Application>
  <PresentationFormat>On-screen Show (4:3)</PresentationFormat>
  <Paragraphs>321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19</cp:revision>
  <dcterms:created xsi:type="dcterms:W3CDTF">2025-11-12T03:26:12Z</dcterms:created>
  <dcterms:modified xsi:type="dcterms:W3CDTF">2026-08-23T03:10:54Z</dcterms:modified>
</cp:coreProperties>
</file>