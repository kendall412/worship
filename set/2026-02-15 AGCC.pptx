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87" r:id="rId2"/>
    <p:sldId id="288" r:id="rId3"/>
    <p:sldId id="289" r:id="rId4"/>
    <p:sldId id="290" r:id="rId5"/>
    <p:sldId id="291" r:id="rId6"/>
    <p:sldId id="292" r:id="rId7"/>
    <p:sldId id="293" r:id="rId8"/>
    <p:sldId id="294" r:id="rId9"/>
    <p:sldId id="257" r:id="rId10"/>
    <p:sldId id="275" r:id="rId11"/>
    <p:sldId id="277" r:id="rId12"/>
    <p:sldId id="276" r:id="rId13"/>
    <p:sldId id="279" r:id="rId14"/>
    <p:sldId id="280" r:id="rId15"/>
    <p:sldId id="281" r:id="rId16"/>
    <p:sldId id="278" r:id="rId17"/>
    <p:sldId id="283" r:id="rId18"/>
    <p:sldId id="282" r:id="rId19"/>
    <p:sldId id="284" r:id="rId20"/>
    <p:sldId id="285" r:id="rId21"/>
    <p:sldId id="256" r:id="rId22"/>
    <p:sldId id="274" r:id="rId23"/>
    <p:sldId id="286" r:id="rId24"/>
    <p:sldId id="258" r:id="rId25"/>
    <p:sldId id="259" r:id="rId26"/>
    <p:sldId id="260" r:id="rId27"/>
    <p:sldId id="261" r:id="rId28"/>
    <p:sldId id="262" r:id="rId29"/>
    <p:sldId id="263" r:id="rId30"/>
    <p:sldId id="265" r:id="rId31"/>
    <p:sldId id="264" r:id="rId32"/>
    <p:sldId id="266" r:id="rId33"/>
    <p:sldId id="267" r:id="rId34"/>
    <p:sldId id="270" r:id="rId35"/>
    <p:sldId id="271" r:id="rId36"/>
    <p:sldId id="272" r:id="rId37"/>
    <p:sldId id="273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90"/>
    <p:restoredTop sz="94722"/>
  </p:normalViewPr>
  <p:slideViewPr>
    <p:cSldViewPr snapToGrid="0">
      <p:cViewPr varScale="1">
        <p:scale>
          <a:sx n="127" d="100"/>
          <a:sy n="127" d="100"/>
        </p:scale>
        <p:origin x="208" y="1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725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032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87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2/14/26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036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2/14/26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089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2/14/26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989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2/14/26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854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2/14/26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68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2/14/26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041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31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037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059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A stone plaque on a building&#10;&#10;AI-generated content may be incorrect.">
            <a:extLst>
              <a:ext uri="{FF2B5EF4-FFF2-40B4-BE49-F238E27FC236}">
                <a16:creationId xmlns:a16="http://schemas.microsoft.com/office/drawing/2014/main" id="{85B2D037-BFE7-0030-BD98-5D52DD2CDF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03" r="13818" b="3988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800" i="1" dirty="0">
                <a:solidFill>
                  <a:schemeClr val="bg1"/>
                </a:solidFill>
                <a:latin typeface="Avenir Oblique" panose="02000503020000020003" pitchFamily="2" charset="0"/>
                <a:ea typeface="Bodoni Ornaments" pitchFamily="2" charset="0"/>
              </a:rPr>
              <a:t>Cornerstone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3854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DBFFC-C2E7-FF56-08B2-79D8D2E2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49F10-2809-A234-C867-D60729E4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hope is built on nothing less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Than Jesus' blood and righteousness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dare not trust the sweetest frame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wholly trust in Jesus' name</a:t>
            </a:r>
          </a:p>
        </p:txBody>
      </p:sp>
    </p:spTree>
    <p:extLst>
      <p:ext uri="{BB962C8B-B14F-4D97-AF65-F5344CB8AC3E}">
        <p14:creationId xmlns:p14="http://schemas.microsoft.com/office/powerpoint/2010/main" val="3626120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3456505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90D214-6CD0-192E-513C-6EBAEE0C7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9888A38-53AD-A1E5-D9BD-2FB937D27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darkness seems to hide His face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rest on His unchanging grace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every high and stormy gale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within the veil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within the veil</a:t>
            </a:r>
          </a:p>
        </p:txBody>
      </p:sp>
    </p:spTree>
    <p:extLst>
      <p:ext uri="{BB962C8B-B14F-4D97-AF65-F5344CB8AC3E}">
        <p14:creationId xmlns:p14="http://schemas.microsoft.com/office/powerpoint/2010/main" val="2717683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77ACCA-2C7D-A6A2-5F79-4F8480626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B282169-A07D-05EF-D29B-9D9C0DE4BB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3028013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E1BA70-EDAF-C503-70B4-BD9E28EB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273C14-6FFF-4EA1-84DC-D2FCEAEE8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of all</a:t>
            </a:r>
          </a:p>
        </p:txBody>
      </p:sp>
    </p:spTree>
    <p:extLst>
      <p:ext uri="{BB962C8B-B14F-4D97-AF65-F5344CB8AC3E}">
        <p14:creationId xmlns:p14="http://schemas.microsoft.com/office/powerpoint/2010/main" val="2939149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7B4296-24B8-5593-31E1-153DCA848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0192F5A-BC92-2ECB-2AB6-3C0CEB7295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2130485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0B95B7-2010-EFAD-A0C0-2D3DC98FB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C7AFAA-713E-549E-73AF-25A9DD3470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shall come with trumpet sound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may I then in Him be found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Dressed in His righteousness alone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Faultless, stand before the throne</a:t>
            </a:r>
          </a:p>
        </p:txBody>
      </p:sp>
    </p:spTree>
    <p:extLst>
      <p:ext uri="{BB962C8B-B14F-4D97-AF65-F5344CB8AC3E}">
        <p14:creationId xmlns:p14="http://schemas.microsoft.com/office/powerpoint/2010/main" val="3374325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 descr="A mountain with snow and a sunset&#10;&#10;AI-generated content may be incorrect.">
            <a:extLst>
              <a:ext uri="{FF2B5EF4-FFF2-40B4-BE49-F238E27FC236}">
                <a16:creationId xmlns:a16="http://schemas.microsoft.com/office/drawing/2014/main" id="{6A4D72FC-DF1E-94F8-76BF-4DA02F41FD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4" r="4528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5403" y="4629234"/>
            <a:ext cx="3445766" cy="1485319"/>
          </a:xfrm>
          <a:noFill/>
        </p:spPr>
        <p:txBody>
          <a:bodyPr>
            <a:normAutofit/>
          </a:bodyPr>
          <a:lstStyle/>
          <a:p>
            <a:pPr algn="l"/>
            <a:endParaRPr lang="en-US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i="1" dirty="0">
                <a:latin typeface="Avenir Oblique" panose="02000503020000020003" pitchFamily="2" charset="0"/>
                <a:ea typeface="Bodoni Ornaments" pitchFamily="2" charset="0"/>
              </a:rPr>
              <a:t>Good Good Father</a:t>
            </a:r>
          </a:p>
        </p:txBody>
      </p:sp>
    </p:spTree>
    <p:extLst>
      <p:ext uri="{BB962C8B-B14F-4D97-AF65-F5344CB8AC3E}">
        <p14:creationId xmlns:p14="http://schemas.microsoft.com/office/powerpoint/2010/main" val="830196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505F0-2C9A-D8AD-DFA4-B73903366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EF0C30-6484-3BF3-D373-46931D0DF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I’ve heard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thousand Stories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what they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Think you’re like</a:t>
            </a:r>
          </a:p>
        </p:txBody>
      </p:sp>
    </p:spTree>
    <p:extLst>
      <p:ext uri="{BB962C8B-B14F-4D97-AF65-F5344CB8AC3E}">
        <p14:creationId xmlns:p14="http://schemas.microsoft.com/office/powerpoint/2010/main" val="1374717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DBFFC-C2E7-FF56-08B2-79D8D2E2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49F10-2809-A234-C867-D60729E4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I’ve heard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tender whisper of love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dead of night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you tell me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you’re pleased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that I’m never alone</a:t>
            </a:r>
          </a:p>
        </p:txBody>
      </p:sp>
    </p:spTree>
    <p:extLst>
      <p:ext uri="{BB962C8B-B14F-4D97-AF65-F5344CB8AC3E}">
        <p14:creationId xmlns:p14="http://schemas.microsoft.com/office/powerpoint/2010/main" val="4215725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You’re a good good Father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you are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I’m loved by you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I am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504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1830C4-C7BF-C725-0399-DF228D2AA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90F9720-0C7A-AA64-085F-652726358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and I’ve seen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Many searching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answers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Far and wide</a:t>
            </a:r>
          </a:p>
        </p:txBody>
      </p:sp>
    </p:spTree>
    <p:extLst>
      <p:ext uri="{BB962C8B-B14F-4D97-AF65-F5344CB8AC3E}">
        <p14:creationId xmlns:p14="http://schemas.microsoft.com/office/powerpoint/2010/main" val="3277419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E79D6A-D600-EB8F-1563-9CCD21C89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F805491-C83A-BB6E-0561-2E6A9EC30D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I know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We’re all searching for answers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you provide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Cause you know just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we need before we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Say a word</a:t>
            </a:r>
          </a:p>
        </p:txBody>
      </p:sp>
    </p:spTree>
    <p:extLst>
      <p:ext uri="{BB962C8B-B14F-4D97-AF65-F5344CB8AC3E}">
        <p14:creationId xmlns:p14="http://schemas.microsoft.com/office/powerpoint/2010/main" val="2824900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83DE1C-1798-B848-FD3A-DD0C30214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2BD15F2-695B-6197-C236-824F76F491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You’re a good good Father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you are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I’m loved by you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I am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1455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99AF7F-84B8-C777-E2D2-C20A75566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2013F22-23DD-139A-B507-171419C8BE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Cause you are perfect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all of your ways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perfect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all of your ways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us</a:t>
            </a:r>
          </a:p>
        </p:txBody>
      </p:sp>
    </p:spTree>
    <p:extLst>
      <p:ext uri="{BB962C8B-B14F-4D97-AF65-F5344CB8AC3E}">
        <p14:creationId xmlns:p14="http://schemas.microsoft.com/office/powerpoint/2010/main" val="629197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8622C8-EF11-6AFC-34F7-F83964896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BFB4482-77A0-EF82-5468-35B3FE77C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it’s love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undeniable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I, I can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Hardly speak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15254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2182F0-C605-B075-6415-EDD8A0846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C46C3E-3623-DE85-94CC-29F4EB529C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Peace so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Unexplainable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I, I can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Hardly think</a:t>
            </a:r>
          </a:p>
        </p:txBody>
      </p:sp>
    </p:spTree>
    <p:extLst>
      <p:ext uri="{BB962C8B-B14F-4D97-AF65-F5344CB8AC3E}">
        <p14:creationId xmlns:p14="http://schemas.microsoft.com/office/powerpoint/2010/main" val="10252238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0BC644-AAF2-1083-18EB-BB078CF8F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04B65FD-73D0-F137-5430-B7235C6E41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you call me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Deeper still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Into Love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Love Love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7754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CAF8C5-F4FC-B5B4-923C-EF14680D2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EE2D2CC-ED0F-F941-B292-10D73C7A19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You’re a good good Father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you are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I’m loved by you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I am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474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A mountain with a red sky&#10;&#10;AI-generated content may be incorrect.">
            <a:extLst>
              <a:ext uri="{FF2B5EF4-FFF2-40B4-BE49-F238E27FC236}">
                <a16:creationId xmlns:a16="http://schemas.microsoft.com/office/drawing/2014/main" id="{F8A33EF8-8399-C39F-50A0-F9B748F8C2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41" t="9091" r="27222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solidFill>
                  <a:schemeClr val="bg1"/>
                </a:solidFill>
                <a:latin typeface="Avenir Oblique" panose="02000503020000020003" pitchFamily="2" charset="0"/>
                <a:ea typeface="Bodoni Ornaments" pitchFamily="2" charset="0"/>
              </a:rPr>
              <a:t>Hymn of Heaven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19411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 long to breathe the air of Heaven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pain is gone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mercy fills the streets</a:t>
            </a:r>
          </a:p>
        </p:txBody>
      </p:sp>
    </p:spTree>
    <p:extLst>
      <p:ext uri="{BB962C8B-B14F-4D97-AF65-F5344CB8AC3E}">
        <p14:creationId xmlns:p14="http://schemas.microsoft.com/office/powerpoint/2010/main" val="10285057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C6DE33-751C-92B4-7B0B-7315139E6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D925259-27FF-FECE-3C92-C339F3344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look upon the one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bled to save me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walk with Him for all eternity</a:t>
            </a:r>
          </a:p>
        </p:txBody>
      </p:sp>
    </p:spTree>
    <p:extLst>
      <p:ext uri="{BB962C8B-B14F-4D97-AF65-F5344CB8AC3E}">
        <p14:creationId xmlns:p14="http://schemas.microsoft.com/office/powerpoint/2010/main" val="35230286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7AA4F-6DB9-E773-223F-A914B162B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718BD2-4DDC-7FA1-35A2-586A13A3D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all will bow before Him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death will be no more</a:t>
            </a:r>
          </a:p>
        </p:txBody>
      </p:sp>
    </p:spTree>
    <p:extLst>
      <p:ext uri="{BB962C8B-B14F-4D97-AF65-F5344CB8AC3E}">
        <p14:creationId xmlns:p14="http://schemas.microsoft.com/office/powerpoint/2010/main" val="36426825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1D25B2-8BCB-DC3F-C1EC-DFADB7077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7A9E97-41D2-88BA-DCF7-7F8873869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He who died and rose again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</p:txBody>
      </p:sp>
    </p:spTree>
    <p:extLst>
      <p:ext uri="{BB962C8B-B14F-4D97-AF65-F5344CB8AC3E}">
        <p14:creationId xmlns:p14="http://schemas.microsoft.com/office/powerpoint/2010/main" val="36313205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581AFB-6378-F9CB-86D9-0C945A6E0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9F9F15-E5D6-33EC-7B73-DAF032B1C9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prayer we prayed in desperation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songs of faith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sang through doubt and fear</a:t>
            </a:r>
          </a:p>
        </p:txBody>
      </p:sp>
    </p:spTree>
    <p:extLst>
      <p:ext uri="{BB962C8B-B14F-4D97-AF65-F5344CB8AC3E}">
        <p14:creationId xmlns:p14="http://schemas.microsoft.com/office/powerpoint/2010/main" val="34989625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69EA81-2AA2-1CA2-B8ED-3B8B2E68D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6E71E5-C42A-E864-0AEF-23D453D04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end we’ll see that it was worth it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returns to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wipe away our tears</a:t>
            </a:r>
          </a:p>
        </p:txBody>
      </p:sp>
    </p:spTree>
    <p:extLst>
      <p:ext uri="{BB962C8B-B14F-4D97-AF65-F5344CB8AC3E}">
        <p14:creationId xmlns:p14="http://schemas.microsoft.com/office/powerpoint/2010/main" val="28919476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EF226F-5A93-E638-EAFD-96417E574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03EB68F-F1A3-231A-50FF-C457BDA667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all will bow before Him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death will be no more</a:t>
            </a:r>
          </a:p>
        </p:txBody>
      </p:sp>
    </p:spTree>
    <p:extLst>
      <p:ext uri="{BB962C8B-B14F-4D97-AF65-F5344CB8AC3E}">
        <p14:creationId xmlns:p14="http://schemas.microsoft.com/office/powerpoint/2010/main" val="22348370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156551-DEA6-474F-B655-791384307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B67AEAC-8126-3BF1-CB49-31135611B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He who died and rose again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</p:txBody>
      </p:sp>
    </p:spTree>
    <p:extLst>
      <p:ext uri="{BB962C8B-B14F-4D97-AF65-F5344CB8AC3E}">
        <p14:creationId xmlns:p14="http://schemas.microsoft.com/office/powerpoint/2010/main" val="11302830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9F9209-9E9A-6DE6-D13F-ADB369977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F1D2590-69D4-C086-7DB2-EBE408F429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that day we join the resurrection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stand beside the heroes of the faith</a:t>
            </a:r>
          </a:p>
        </p:txBody>
      </p:sp>
    </p:spTree>
    <p:extLst>
      <p:ext uri="{BB962C8B-B14F-4D97-AF65-F5344CB8AC3E}">
        <p14:creationId xmlns:p14="http://schemas.microsoft.com/office/powerpoint/2010/main" val="25941738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C55F6C-7489-DD7C-DAC0-94C1D6696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522A776-1AEF-4750-9B12-699071804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one voice a thousand generations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worthy is the Lamb who was slain</a:t>
            </a:r>
          </a:p>
        </p:txBody>
      </p:sp>
    </p:spTree>
    <p:extLst>
      <p:ext uri="{BB962C8B-B14F-4D97-AF65-F5344CB8AC3E}">
        <p14:creationId xmlns:p14="http://schemas.microsoft.com/office/powerpoint/2010/main" val="3958192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DACB30-90B5-723C-CE80-67CE32EC9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9FE35C5-4060-E161-BCB8-0B0CC7B1D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that day we join the resurrection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stand beside the heroes of the faith</a:t>
            </a:r>
          </a:p>
        </p:txBody>
      </p:sp>
    </p:spTree>
    <p:extLst>
      <p:ext uri="{BB962C8B-B14F-4D97-AF65-F5344CB8AC3E}">
        <p14:creationId xmlns:p14="http://schemas.microsoft.com/office/powerpoint/2010/main" val="30715232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676ACA-11CD-5C6E-AF56-1A61F2AD3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71BDA62-ABC8-3F14-DCC7-6E5DD621AC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one voice a thousand generations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worthy is the Lamb who was slain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He shall reign</a:t>
            </a:r>
          </a:p>
        </p:txBody>
      </p:sp>
    </p:spTree>
    <p:extLst>
      <p:ext uri="{BB962C8B-B14F-4D97-AF65-F5344CB8AC3E}">
        <p14:creationId xmlns:p14="http://schemas.microsoft.com/office/powerpoint/2010/main" val="14033500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4E7897-A55E-6262-6393-541243C3F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AC9CC9F-D7E2-6F47-C910-4E3E025A2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let it be today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shout the hymn of Heaven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angels and the Saints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raise a mighty roar</a:t>
            </a:r>
          </a:p>
        </p:txBody>
      </p:sp>
    </p:spTree>
    <p:extLst>
      <p:ext uri="{BB962C8B-B14F-4D97-AF65-F5344CB8AC3E}">
        <p14:creationId xmlns:p14="http://schemas.microsoft.com/office/powerpoint/2010/main" val="4074266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4FE043-DEC0-14F3-65D7-04C48F82D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CA1C6E0-216C-E27F-BBFB-EE511AD6B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Glory to our God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gave us life beyond the grave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</p:txBody>
      </p:sp>
    </p:spTree>
    <p:extLst>
      <p:ext uri="{BB962C8B-B14F-4D97-AF65-F5344CB8AC3E}">
        <p14:creationId xmlns:p14="http://schemas.microsoft.com/office/powerpoint/2010/main" val="40538113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C4CE22-1D55-5914-B153-FBE34A618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4132303-996E-CDFA-AC78-7B16BECBC7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let it be today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shout the hymn of Heaven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angels and the Saints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raise a mighty roar</a:t>
            </a:r>
          </a:p>
        </p:txBody>
      </p:sp>
    </p:spTree>
    <p:extLst>
      <p:ext uri="{BB962C8B-B14F-4D97-AF65-F5344CB8AC3E}">
        <p14:creationId xmlns:p14="http://schemas.microsoft.com/office/powerpoint/2010/main" val="11178738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421712-2DEE-EA84-89E0-236ABC9FF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902031-989E-A8B6-B152-53E7273D3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Glory to our God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gave us life beyond the grave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377334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625</Words>
  <Application>Microsoft Macintosh PowerPoint</Application>
  <PresentationFormat>Widescreen</PresentationFormat>
  <Paragraphs>209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Aptos</vt:lpstr>
      <vt:lpstr>Aptos Display</vt:lpstr>
      <vt:lpstr>Arial</vt:lpstr>
      <vt:lpstr>Avenir Medium</vt:lpstr>
      <vt:lpstr>Avenir Oblique</vt:lpstr>
      <vt:lpstr>Calibri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</cp:revision>
  <dcterms:created xsi:type="dcterms:W3CDTF">2025-12-28T01:23:21Z</dcterms:created>
  <dcterms:modified xsi:type="dcterms:W3CDTF">2026-02-14T23:07:39Z</dcterms:modified>
</cp:coreProperties>
</file>