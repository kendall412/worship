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4" r:id="rId3"/>
    <p:sldId id="276" r:id="rId4"/>
    <p:sldId id="287" r:id="rId5"/>
    <p:sldId id="286" r:id="rId6"/>
    <p:sldId id="285" r:id="rId7"/>
    <p:sldId id="288" r:id="rId8"/>
    <p:sldId id="289" r:id="rId9"/>
    <p:sldId id="290" r:id="rId10"/>
    <p:sldId id="291" r:id="rId11"/>
    <p:sldId id="292" r:id="rId12"/>
    <p:sldId id="293" r:id="rId13"/>
    <p:sldId id="294" r:id="rId14"/>
    <p:sldId id="295" r:id="rId15"/>
    <p:sldId id="296" r:id="rId16"/>
    <p:sldId id="297" r:id="rId17"/>
    <p:sldId id="298" r:id="rId18"/>
    <p:sldId id="299" r:id="rId19"/>
    <p:sldId id="300" r:id="rId20"/>
    <p:sldId id="301" r:id="rId21"/>
    <p:sldId id="302" r:id="rId22"/>
    <p:sldId id="303" r:id="rId23"/>
    <p:sldId id="304" r:id="rId24"/>
    <p:sldId id="305" r:id="rId25"/>
    <p:sldId id="306" r:id="rId26"/>
    <p:sldId id="307" r:id="rId27"/>
    <p:sldId id="308" r:id="rId28"/>
    <p:sldId id="309" r:id="rId29"/>
    <p:sldId id="310" r:id="rId30"/>
    <p:sldId id="311" r:id="rId31"/>
    <p:sldId id="312" r:id="rId32"/>
    <p:sldId id="313" r:id="rId33"/>
    <p:sldId id="314" r:id="rId34"/>
    <p:sldId id="315" r:id="rId35"/>
    <p:sldId id="316" r:id="rId36"/>
    <p:sldId id="317" r:id="rId37"/>
    <p:sldId id="318" r:id="rId38"/>
    <p:sldId id="319" r:id="rId39"/>
    <p:sldId id="320" r:id="rId40"/>
    <p:sldId id="321" r:id="rId41"/>
    <p:sldId id="322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606"/>
  </p:normalViewPr>
  <p:slideViewPr>
    <p:cSldViewPr snapToGrid="0">
      <p:cViewPr varScale="1">
        <p:scale>
          <a:sx n="96" d="100"/>
          <a:sy n="96" d="100"/>
        </p:scale>
        <p:origin x="192" y="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6130786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Blessed Assurance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9411067" cy="6541477"/>
          </a:xfrm>
        </p:spPr>
        <p:txBody>
          <a:bodyPr>
            <a:noAutofit/>
          </a:bodyPr>
          <a:lstStyle/>
          <a:p>
            <a:pPr algn="l"/>
            <a:r>
              <a:rPr lang="en-US" sz="3200" dirty="0">
                <a:solidFill>
                  <a:srgbClr val="FF0000"/>
                </a:solidFill>
                <a:latin typeface="Avenir Medium" panose="02000503020000020003" pitchFamily="2" charset="0"/>
                <a:ea typeface="Bodoni Ornaments" pitchFamily="2" charset="0"/>
              </a:rPr>
              <a:t>CAPO @ 2nd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C          F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Blessed assurance Jesus is mine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Am	G        F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what a foretaste of glory divine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C        F   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Heir of salvation purchase of God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F          G 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Born of His Spirit washed in His blood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EAA361F-1661-6764-80AC-E0827A471448}"/>
              </a:ext>
            </a:extLst>
          </p:cNvPr>
          <p:cNvSpPr txBox="1"/>
          <p:nvPr/>
        </p:nvSpPr>
        <p:spPr>
          <a:xfrm>
            <a:off x="8763000" y="6211669"/>
            <a:ext cx="3429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To CHORUS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F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This is my story, this is my song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F             G			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Praising my Savior all the day long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C       F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This is my story, this is my song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F         G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Praising my Savior all the day long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D671345-C886-AE99-38D2-71C81E321E69}"/>
              </a:ext>
            </a:extLst>
          </p:cNvPr>
          <p:cNvSpPr txBox="1"/>
          <p:nvPr/>
        </p:nvSpPr>
        <p:spPr>
          <a:xfrm>
            <a:off x="8763000" y="6211669"/>
            <a:ext cx="3429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To VERSE 2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A1A212-A1F0-FA3E-38E1-291836973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DB2D009-8883-85F7-0364-82C95AAC73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C          F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Perfect submission perfect delight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Am	G        F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Visions of rapture now burst on my sight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C        F   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Angels descending bring from above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F        G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Echoes of mercy whisper of love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F73047-EBF1-D86E-0CE0-11BF737F2480}"/>
              </a:ext>
            </a:extLst>
          </p:cNvPr>
          <p:cNvSpPr txBox="1"/>
          <p:nvPr/>
        </p:nvSpPr>
        <p:spPr>
          <a:xfrm>
            <a:off x="8763000" y="6211669"/>
            <a:ext cx="3429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To CHORUS</a:t>
            </a:r>
          </a:p>
        </p:txBody>
      </p:sp>
    </p:spTree>
    <p:extLst>
      <p:ext uri="{BB962C8B-B14F-4D97-AF65-F5344CB8AC3E}">
        <p14:creationId xmlns:p14="http://schemas.microsoft.com/office/powerpoint/2010/main" val="2989127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7121CC-D4E3-034E-7877-2308E7C8F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B3C2113-283C-8BF3-6AE0-6C8FBE5DE1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F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This is my story, this is my song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F             G			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Praising my Savior all the day long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C       F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This is my story, this is my song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F         G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Praising my Savior all the day long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A6A3054-3530-6EC1-E909-BCBDADEEC6A6}"/>
              </a:ext>
            </a:extLst>
          </p:cNvPr>
          <p:cNvSpPr txBox="1"/>
          <p:nvPr/>
        </p:nvSpPr>
        <p:spPr>
          <a:xfrm>
            <a:off x="8763000" y="5657671"/>
            <a:ext cx="3429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Drums dies out</a:t>
            </a:r>
          </a:p>
          <a:p>
            <a:pPr algn="r"/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To VERSE3</a:t>
            </a:r>
          </a:p>
        </p:txBody>
      </p:sp>
    </p:spTree>
    <p:extLst>
      <p:ext uri="{BB962C8B-B14F-4D97-AF65-F5344CB8AC3E}">
        <p14:creationId xmlns:p14="http://schemas.microsoft.com/office/powerpoint/2010/main" val="1390545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B92BBE-7171-3A0A-4F54-CB744B669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81A9FC3-618A-0194-7C86-4F7EDF6ECC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C          F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Perfect submission all is at rest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Am	G        F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in my Savior am happy and blest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C        F   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Watching and waiting looking above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F             G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Filled with His goodness lost in His love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33C87F6-1529-47B2-CB6B-1EE0A9E7703D}"/>
              </a:ext>
            </a:extLst>
          </p:cNvPr>
          <p:cNvSpPr txBox="1"/>
          <p:nvPr/>
        </p:nvSpPr>
        <p:spPr>
          <a:xfrm>
            <a:off x="7143750" y="164124"/>
            <a:ext cx="50482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DRUMS build at end </a:t>
            </a:r>
          </a:p>
          <a:p>
            <a:pPr algn="r"/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To CHORUS</a:t>
            </a:r>
          </a:p>
        </p:txBody>
      </p:sp>
    </p:spTree>
    <p:extLst>
      <p:ext uri="{BB962C8B-B14F-4D97-AF65-F5344CB8AC3E}">
        <p14:creationId xmlns:p14="http://schemas.microsoft.com/office/powerpoint/2010/main" val="34366060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E07AAC-F755-CAAE-056A-04F9388C0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2E1CB6F-8CCF-FE33-58E2-E6313CD259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F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This is my story, this is my song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F             G			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Praising my Savior all the day long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C       F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This is my story, this is my song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F         G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Praising my Savior all the day long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2C5DA0-71BB-C648-E5BD-92893E2142E5}"/>
              </a:ext>
            </a:extLst>
          </p:cNvPr>
          <p:cNvSpPr txBox="1"/>
          <p:nvPr/>
        </p:nvSpPr>
        <p:spPr>
          <a:xfrm>
            <a:off x="8763000" y="6211669"/>
            <a:ext cx="3429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REPEAT &amp; END</a:t>
            </a:r>
          </a:p>
        </p:txBody>
      </p:sp>
    </p:spTree>
    <p:extLst>
      <p:ext uri="{BB962C8B-B14F-4D97-AF65-F5344CB8AC3E}">
        <p14:creationId xmlns:p14="http://schemas.microsoft.com/office/powerpoint/2010/main" val="7864801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5729271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Shout to the LORD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65019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D     G     D   </a:t>
            </a:r>
          </a:p>
          <a:p>
            <a:pPr algn="l"/>
            <a:endParaRPr lang="en-US" sz="40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D                 Em                 D             C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Jesus, my Savior, Lord there is none like You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G       C              G   D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of my days,  I want to praise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Em                    F           C     </a:t>
            </a:r>
            <a:r>
              <a:rPr lang="en-US" sz="40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D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wonders of Your </a:t>
            </a:r>
            <a:r>
              <a:rPr lang="en-US" sz="40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migh</a:t>
            </a:r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- ty    love</a:t>
            </a:r>
          </a:p>
        </p:txBody>
      </p:sp>
    </p:spTree>
    <p:extLst>
      <p:ext uri="{BB962C8B-B14F-4D97-AF65-F5344CB8AC3E}">
        <p14:creationId xmlns:p14="http://schemas.microsoft.com/office/powerpoint/2010/main" val="1223693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C2FA0A-DAD0-E2E8-39FB-D01CAF64F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225C702-1E1B-FEDC-B5FF-81B5BAE309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D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comfort,  my shelter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D    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tower of refuge and strength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G          C            G    D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every breath, all that I am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F        C       </a:t>
            </a:r>
            <a:r>
              <a:rPr lang="en-US" sz="40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D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Never cease to </a:t>
            </a:r>
            <a:r>
              <a:rPr lang="en-US" sz="40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</a:t>
            </a:r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- ship   You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7574E2C-6D3A-75D1-8137-0D462036F03F}"/>
              </a:ext>
            </a:extLst>
          </p:cNvPr>
          <p:cNvSpPr txBox="1"/>
          <p:nvPr/>
        </p:nvSpPr>
        <p:spPr>
          <a:xfrm>
            <a:off x="8509001" y="6047546"/>
            <a:ext cx="33657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 CHORUS</a:t>
            </a:r>
          </a:p>
        </p:txBody>
      </p:sp>
    </p:spTree>
    <p:extLst>
      <p:ext uri="{BB962C8B-B14F-4D97-AF65-F5344CB8AC3E}">
        <p14:creationId xmlns:p14="http://schemas.microsoft.com/office/powerpoint/2010/main" val="1224692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Em               C     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Shout to the Lord, all the earth let us sing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Em         C        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Power and majesty, praise to the King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                   D    C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Mountains bow down, and the seas will roar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D        Em        D       A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At the sound of Your Name</a:t>
            </a:r>
          </a:p>
        </p:txBody>
      </p:sp>
    </p:spTree>
    <p:extLst>
      <p:ext uri="{BB962C8B-B14F-4D97-AF65-F5344CB8AC3E}">
        <p14:creationId xmlns:p14="http://schemas.microsoft.com/office/powerpoint/2010/main" val="13475589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C70D91-996B-9654-6374-82A49EB3C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2B40620-C7AF-7A15-EB50-0CBF12FEA4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Em           C        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sing for joy at the work of Your hands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G            Em                C 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For-ever I'll love You, For-ever I'll stand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          D     C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D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Nothing compares to the promise I have in You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B1C926-98A2-F523-0850-B49E51A127A9}"/>
              </a:ext>
            </a:extLst>
          </p:cNvPr>
          <p:cNvSpPr txBox="1"/>
          <p:nvPr/>
        </p:nvSpPr>
        <p:spPr>
          <a:xfrm>
            <a:off x="9067801" y="6047546"/>
            <a:ext cx="28069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 VERSE</a:t>
            </a:r>
          </a:p>
        </p:txBody>
      </p:sp>
    </p:spTree>
    <p:extLst>
      <p:ext uri="{BB962C8B-B14F-4D97-AF65-F5344CB8AC3E}">
        <p14:creationId xmlns:p14="http://schemas.microsoft.com/office/powerpoint/2010/main" val="26183371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513089-17A4-061F-6BDA-5DD8457F2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488E9A5-8A51-3EF2-5A9A-75811A1CC0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40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D                 Em                 D             C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Jesus, my Savior, Lord there is none like You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G       C              G   D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of my days,  I want to praise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Em                    F           C     </a:t>
            </a:r>
            <a:r>
              <a:rPr lang="en-US" sz="40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D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wonders of Your </a:t>
            </a:r>
            <a:r>
              <a:rPr lang="en-US" sz="40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migh</a:t>
            </a:r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- ty    love</a:t>
            </a:r>
          </a:p>
        </p:txBody>
      </p:sp>
    </p:spTree>
    <p:extLst>
      <p:ext uri="{BB962C8B-B14F-4D97-AF65-F5344CB8AC3E}">
        <p14:creationId xmlns:p14="http://schemas.microsoft.com/office/powerpoint/2010/main" val="15101329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52BF12-29B4-8A49-CDBC-762A0D190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E981DA9-AEA0-55A1-102B-764FFFF9B4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D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comfort,  my shelter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D    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tower of refuge and strength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G          C            G    D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every breath, all that I am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F        C       </a:t>
            </a:r>
            <a:r>
              <a:rPr lang="en-US" sz="40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D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Never cease to </a:t>
            </a:r>
            <a:r>
              <a:rPr lang="en-US" sz="40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</a:t>
            </a:r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- ship   You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69588A8-4C6C-5764-C566-B2010C7C9FAA}"/>
              </a:ext>
            </a:extLst>
          </p:cNvPr>
          <p:cNvSpPr txBox="1"/>
          <p:nvPr/>
        </p:nvSpPr>
        <p:spPr>
          <a:xfrm>
            <a:off x="9029701" y="6047546"/>
            <a:ext cx="28450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 CHORUS</a:t>
            </a:r>
          </a:p>
        </p:txBody>
      </p:sp>
    </p:spTree>
    <p:extLst>
      <p:ext uri="{BB962C8B-B14F-4D97-AF65-F5344CB8AC3E}">
        <p14:creationId xmlns:p14="http://schemas.microsoft.com/office/powerpoint/2010/main" val="4399071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002623-273F-A3E8-66B8-6F7BDA990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90EBA6E-165E-C0C1-0FFE-D25191721E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Em               C     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Shout to the Lord, all the earth let us sing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Em         C        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Power and majesty, praise to the King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                   D    C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Mountains bow down, and the seas will roar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D        Em        D       A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At the sound of Your Name</a:t>
            </a:r>
          </a:p>
        </p:txBody>
      </p:sp>
    </p:spTree>
    <p:extLst>
      <p:ext uri="{BB962C8B-B14F-4D97-AF65-F5344CB8AC3E}">
        <p14:creationId xmlns:p14="http://schemas.microsoft.com/office/powerpoint/2010/main" val="14266237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D0EC51-35BE-C04C-3636-B04DF9F2F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1A4C1DB-E76D-4D36-4910-AD270D299B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Em           C        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sing for joy at the work of Your hands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G            Em                C 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For-ever I'll love You, For-ever I'll stand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          D     C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D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Nothing compares to the promise I </a:t>
            </a:r>
            <a:r>
              <a:rPr lang="en-US" sz="360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have in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53958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1DB99B-DC6E-77A1-9756-C44112C98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87183DA-C854-0D73-FD9A-8E7D3AD6A2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Em               C     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Shout to the Lord, all the earth let us sing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Em         C        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Power and majesty, praise to the King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                   D    C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Mountains bow down, and the seas will roar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D        Em        D       A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At the sound of Your Name</a:t>
            </a:r>
          </a:p>
        </p:txBody>
      </p:sp>
    </p:spTree>
    <p:extLst>
      <p:ext uri="{BB962C8B-B14F-4D97-AF65-F5344CB8AC3E}">
        <p14:creationId xmlns:p14="http://schemas.microsoft.com/office/powerpoint/2010/main" val="28668470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475B15-92E3-11EE-08B2-94C5E81C9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83595DB-453C-915D-CD65-6ACE7DB041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9" y="211015"/>
            <a:ext cx="10191262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Em           C        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sing for joy at the work of Your hands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G            Em                C 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For-ever I'll love You, For-ever I'll stand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          D     C            </a:t>
            </a:r>
            <a:r>
              <a:rPr lang="en-US" sz="36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Dsus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D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Nothing compares to the promise I have in You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BB9BBDF-E0FA-0F82-3440-5B2A3236136F}"/>
              </a:ext>
            </a:extLst>
          </p:cNvPr>
          <p:cNvSpPr txBox="1"/>
          <p:nvPr/>
        </p:nvSpPr>
        <p:spPr>
          <a:xfrm>
            <a:off x="10765135" y="6047546"/>
            <a:ext cx="11095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8403713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023359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Build My Life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30292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0676" y="164123"/>
            <a:ext cx="11852031" cy="6529754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C / G C</a:t>
            </a:r>
            <a:endParaRPr lang="en-US" sz="3600" dirty="0">
              <a:solidFill>
                <a:schemeClr val="accent1">
                  <a:lumMod val="40000"/>
                  <a:lumOff val="60000"/>
                </a:schemeClr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C 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every song we could ever sing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all the praise we could ever bring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every breath we could ever breathe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G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</p:txBody>
      </p:sp>
    </p:spTree>
    <p:extLst>
      <p:ext uri="{BB962C8B-B14F-4D97-AF65-F5344CB8AC3E}">
        <p14:creationId xmlns:p14="http://schemas.microsoft.com/office/powerpoint/2010/main" val="40992725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DC5F68-2490-F980-1866-F66629E09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86BCCAC-B787-98A1-8EFC-165741C98B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0676" y="164123"/>
            <a:ext cx="11852031" cy="6529754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C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the name above every other name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the only one that could ever save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every breath we could ever breathe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</p:txBody>
      </p:sp>
    </p:spTree>
    <p:extLst>
      <p:ext uri="{BB962C8B-B14F-4D97-AF65-F5344CB8AC3E}">
        <p14:creationId xmlns:p14="http://schemas.microsoft.com/office/powerpoint/2010/main" val="5123538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1354" y="152400"/>
            <a:ext cx="11664461" cy="6506308"/>
          </a:xfrm>
        </p:spPr>
        <p:txBody>
          <a:bodyPr>
            <a:noAutofit/>
          </a:bodyPr>
          <a:lstStyle/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Am                       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there is no one like You There is none beside You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Em          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Open up my eyes in wonder and Show me who You are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fill me with Your heart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lead me in Your love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Em                       C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those around me</a:t>
            </a:r>
          </a:p>
        </p:txBody>
      </p:sp>
    </p:spTree>
    <p:extLst>
      <p:ext uri="{BB962C8B-B14F-4D97-AF65-F5344CB8AC3E}">
        <p14:creationId xmlns:p14="http://schemas.microsoft.com/office/powerpoint/2010/main" val="5487723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62E725-FC7A-BD29-C0AD-DA0DD071F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DEAAF69-99FD-8610-CCC0-44B8461B43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0676" y="164123"/>
            <a:ext cx="11852031" cy="6529754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C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the name above every other name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the only one that could ever save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every breath we could ever breathe</a:t>
            </a:r>
          </a:p>
          <a:p>
            <a:pPr algn="l"/>
            <a:r>
              <a:rPr lang="en-US" sz="360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G</a:t>
            </a:r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We live for You</a:t>
            </a:r>
          </a:p>
        </p:txBody>
      </p:sp>
    </p:spTree>
    <p:extLst>
      <p:ext uri="{BB962C8B-B14F-4D97-AF65-F5344CB8AC3E}">
        <p14:creationId xmlns:p14="http://schemas.microsoft.com/office/powerpoint/2010/main" val="28704637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F75689-E941-5408-274B-1212DAFAC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1006379-23F5-B41E-9471-D9A3225A07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1354" y="152400"/>
            <a:ext cx="11664461" cy="6506308"/>
          </a:xfrm>
        </p:spPr>
        <p:txBody>
          <a:bodyPr>
            <a:noAutofit/>
          </a:bodyPr>
          <a:lstStyle/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Am                       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there is no one like You There is none beside You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Em         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Open up my eyes in wonder and Show me who You are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fill me with Your heart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lead me in Your love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Em                       C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those around me</a:t>
            </a:r>
          </a:p>
        </p:txBody>
      </p:sp>
    </p:spTree>
    <p:extLst>
      <p:ext uri="{BB962C8B-B14F-4D97-AF65-F5344CB8AC3E}">
        <p14:creationId xmlns:p14="http://schemas.microsoft.com/office/powerpoint/2010/main" val="19907063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063C65-6C59-9A38-2A0E-9AAD458EE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F6A5585-53BB-6F53-953E-D38B42F90E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1355" y="152400"/>
            <a:ext cx="7181330" cy="6506308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D    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build my life, upon Your love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a firm foundation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D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put my trust, in You alone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 will not be shaken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5AB0EA6-34CF-4E27-BE3F-F58FA187821D}"/>
              </a:ext>
            </a:extLst>
          </p:cNvPr>
          <p:cNvSpPr txBox="1"/>
          <p:nvPr/>
        </p:nvSpPr>
        <p:spPr>
          <a:xfrm>
            <a:off x="8155858" y="6073933"/>
            <a:ext cx="40361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play twice &amp; to chorus</a:t>
            </a:r>
          </a:p>
        </p:txBody>
      </p:sp>
    </p:spTree>
    <p:extLst>
      <p:ext uri="{BB962C8B-B14F-4D97-AF65-F5344CB8AC3E}">
        <p14:creationId xmlns:p14="http://schemas.microsoft.com/office/powerpoint/2010/main" val="20305354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A3F554-34E3-3B1E-787D-C48115085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47F3F4D-C0D4-4A72-4951-1ABEC1BFE1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1354" y="152400"/>
            <a:ext cx="11664461" cy="6506308"/>
          </a:xfrm>
        </p:spPr>
        <p:txBody>
          <a:bodyPr>
            <a:noAutofit/>
          </a:bodyPr>
          <a:lstStyle/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Am                       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there is no one like You There is none beside You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Em         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Open up my eyes in wonder and Show me who You are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fill me with Your heart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lead me in Your love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Em                       C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those around 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FD1541-FF07-8598-DC17-EC928F2098CE}"/>
              </a:ext>
            </a:extLst>
          </p:cNvPr>
          <p:cNvSpPr txBox="1"/>
          <p:nvPr/>
        </p:nvSpPr>
        <p:spPr>
          <a:xfrm>
            <a:off x="10751574" y="6073933"/>
            <a:ext cx="14404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35472439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5005371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Only A Holy God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0826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/ C / F / C  </a:t>
            </a:r>
            <a:r>
              <a:rPr lang="en-US" sz="3600" dirty="0">
                <a:solidFill>
                  <a:schemeClr val="accent1">
                    <a:lumMod val="20000"/>
                    <a:lumOff val="80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CAPO 2</a:t>
            </a:r>
            <a:r>
              <a:rPr lang="en-US" sz="3600" baseline="30000" dirty="0">
                <a:solidFill>
                  <a:schemeClr val="accent1">
                    <a:lumMod val="20000"/>
                    <a:lumOff val="80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nd</a:t>
            </a:r>
            <a:r>
              <a:rPr lang="en-US" sz="3600" dirty="0">
                <a:solidFill>
                  <a:schemeClr val="accent1">
                    <a:lumMod val="20000"/>
                    <a:lumOff val="80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 for Marina</a:t>
            </a:r>
            <a:r>
              <a:rPr lang="en-US" sz="3600">
                <a:solidFill>
                  <a:schemeClr val="accent1">
                    <a:lumMod val="20000"/>
                    <a:lumOff val="80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, Skyler</a:t>
            </a:r>
            <a:endParaRPr lang="en-US" sz="3600" dirty="0">
              <a:solidFill>
                <a:schemeClr val="accent1">
                  <a:lumMod val="20000"/>
                  <a:lumOff val="80000"/>
                </a:schemeClr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C                F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else commands all the hosts of heaven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C                F                  C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else could make	every king bow down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C                F                  C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else can whisper	and	darkness trembles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G	      C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Only a Holy God</a:t>
            </a:r>
          </a:p>
        </p:txBody>
      </p:sp>
    </p:spTree>
    <p:extLst>
      <p:ext uri="{BB962C8B-B14F-4D97-AF65-F5344CB8AC3E}">
        <p14:creationId xmlns:p14="http://schemas.microsoft.com/office/powerpoint/2010/main" val="22454283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4FFE59-388D-EE4A-20EB-B530C97A7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6788C20-E1F1-8F5E-B0AC-DDA8ED4840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C             F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other beauty demands such praises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C                F          C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other 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splendour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outshines the sun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C    F                  C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other majesty rules with justice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G	      C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Only a Holy God</a:t>
            </a:r>
          </a:p>
        </p:txBody>
      </p:sp>
    </p:spTree>
    <p:extLst>
      <p:ext uri="{BB962C8B-B14F-4D97-AF65-F5344CB8AC3E}">
        <p14:creationId xmlns:p14="http://schemas.microsoft.com/office/powerpoint/2010/main" val="18038057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	              F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and behold Him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 G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	One	 and	 the	Only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	              F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Cry out, sing	holy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G     Am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Forever a Holy God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F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and worship the Holy God</a:t>
            </a:r>
          </a:p>
        </p:txBody>
      </p:sp>
    </p:spTree>
    <p:extLst>
      <p:ext uri="{BB962C8B-B14F-4D97-AF65-F5344CB8AC3E}">
        <p14:creationId xmlns:p14="http://schemas.microsoft.com/office/powerpoint/2010/main" val="39286571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ECE80D-BB37-21EF-5E19-44FECF9A6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97BE86D-3EC3-C4BD-2C09-4157D72414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C             F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other glory consumes like fire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C        F             C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other power can raise the dead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C            F               C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other name	 remains undefeated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G	      C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Only a Holy God</a:t>
            </a:r>
          </a:p>
        </p:txBody>
      </p:sp>
    </p:spTree>
    <p:extLst>
      <p:ext uri="{BB962C8B-B14F-4D97-AF65-F5344CB8AC3E}">
        <p14:creationId xmlns:p14="http://schemas.microsoft.com/office/powerpoint/2010/main" val="30876747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0A5BA1-EC57-2DD0-534C-0CA925B7E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B98AA49-8148-72B2-3BFC-F52BB40FA4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	              F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and behold Him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 G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	One	 and	 the	Only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	              F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Cry out, sing	holy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G     Am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Forever a Holy God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F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and worship the Holy God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9495A1-C153-A8BA-3F84-C5A2E0001537}"/>
              </a:ext>
            </a:extLst>
          </p:cNvPr>
          <p:cNvSpPr txBox="1"/>
          <p:nvPr/>
        </p:nvSpPr>
        <p:spPr>
          <a:xfrm>
            <a:off x="10930597" y="5877544"/>
            <a:ext cx="76495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x2</a:t>
            </a:r>
          </a:p>
        </p:txBody>
      </p:sp>
    </p:spTree>
    <p:extLst>
      <p:ext uri="{BB962C8B-B14F-4D97-AF65-F5344CB8AC3E}">
        <p14:creationId xmlns:p14="http://schemas.microsoft.com/office/powerpoint/2010/main" val="4820408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EDAC4C-223B-3408-320B-752696C4D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8B325B7-B24C-99A1-59D2-4ABAE23DC9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C                F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else could rescue me	 from my failing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C     F             C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else would offer His only Son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C                       F        C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else invites me to call Him Father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G	      C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Only a Holy God</a:t>
            </a:r>
          </a:p>
        </p:txBody>
      </p:sp>
    </p:spTree>
    <p:extLst>
      <p:ext uri="{BB962C8B-B14F-4D97-AF65-F5344CB8AC3E}">
        <p14:creationId xmlns:p14="http://schemas.microsoft.com/office/powerpoint/2010/main" val="33337594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A13A65-EB72-D1BC-2C16-E5794831C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7DBE5F2-BF3E-3EF6-B768-F5755D6E1F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	              F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and behold Him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 G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	One	 and	 the	Only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	              F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Cry out, sing	holy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G     Am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Forever a Holy God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F                 G</a:t>
            </a:r>
          </a:p>
          <a:p>
            <a:pPr algn="l"/>
            <a:r>
              <a:rPr lang="en-US" sz="360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and worship the Holy God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E0429ED-D90A-208A-D2CA-124911DE55EB}"/>
              </a:ext>
            </a:extLst>
          </p:cNvPr>
          <p:cNvSpPr txBox="1"/>
          <p:nvPr/>
        </p:nvSpPr>
        <p:spPr>
          <a:xfrm>
            <a:off x="10654478" y="5924436"/>
            <a:ext cx="131478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294998967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6576263" cy="1208141"/>
          </a:xfrm>
        </p:spPr>
        <p:txBody>
          <a:bodyPr>
            <a:normAutofit fontScale="85000" lnSpcReduction="10000"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Tis So Sweet To Trust in Jesus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494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/ D / C</a:t>
            </a:r>
            <a:endParaRPr lang="en-US" sz="3600" dirty="0">
              <a:solidFill>
                <a:schemeClr val="accent1">
                  <a:lumMod val="40000"/>
                  <a:lumOff val="60000"/>
                </a:schemeClr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Tis so sweet to trust in Jesus;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   D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Just to take Him at His word,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Just to rest upon His promise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C                  D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to know, "Thus saith the Lord."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495305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Jesus, Jesus, how I trust Him!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Em                      D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I've proved Him o'er and o'er.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G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Jesus, Jesus, precious Jesus,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C            D             G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for grace to trust Him more</a:t>
            </a:r>
          </a:p>
        </p:txBody>
      </p:sp>
    </p:spTree>
    <p:extLst>
      <p:ext uri="{BB962C8B-B14F-4D97-AF65-F5344CB8AC3E}">
        <p14:creationId xmlns:p14="http://schemas.microsoft.com/office/powerpoint/2010/main" val="119273530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C804A2-73E0-1DA7-1F04-6BCBF8B88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B3005EB-B013-5650-6226-CE25FB3093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how sweet to trust in Jesus;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    D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Just to trust His cleansing blood,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in simple faith to plunge 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C                       D          G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'neath the healing, cleansing flood</a:t>
            </a:r>
          </a:p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551758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5F3876-2BC2-62AC-4A25-D3389D9F3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0DE13D0-46E8-C844-659A-7CADD6CFAE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Jesus, Jesus, how I trust Him!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Em                      D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I've proved Him o'er and o'er.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G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Jesus, Jesus, precious Jesus,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C            D             G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for grace to trust Him more</a:t>
            </a:r>
          </a:p>
        </p:txBody>
      </p:sp>
    </p:spTree>
    <p:extLst>
      <p:ext uri="{BB962C8B-B14F-4D97-AF65-F5344CB8AC3E}">
        <p14:creationId xmlns:p14="http://schemas.microsoft.com/office/powerpoint/2010/main" val="275321786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0C2650-9F48-85B8-65A0-E7E6A5F82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2F1228D-1EFE-449B-1628-69B22F7E0F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Yes, 'tis sweet to trust in Jesus;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   D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Just from sin and self to cease,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Just from Jesus simply taking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C             D           G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Life and rest, and joy and peace.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6793868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23E254-7DB3-2B71-79C4-3A367FC25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F9EF6B2-6B05-70E1-2EE7-BBC14C0C8D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Jesus, Jesus, how I trust Him!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Em                      D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I've proved Him o'er and o'er.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G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Jesus, Jesus, precious Jesus,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C            D             G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for grace to trust Him more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1A5289-7E53-0819-1214-FC1D1D8A6727}"/>
              </a:ext>
            </a:extLst>
          </p:cNvPr>
          <p:cNvSpPr txBox="1"/>
          <p:nvPr/>
        </p:nvSpPr>
        <p:spPr>
          <a:xfrm>
            <a:off x="10654478" y="5924436"/>
            <a:ext cx="131478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26264347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240</TotalTime>
  <Words>1759</Words>
  <Application>Microsoft Macintosh PowerPoint</Application>
  <PresentationFormat>Widescreen</PresentationFormat>
  <Paragraphs>360</Paragraphs>
  <Slides>41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8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48</cp:revision>
  <dcterms:created xsi:type="dcterms:W3CDTF">2025-11-12T03:26:12Z</dcterms:created>
  <dcterms:modified xsi:type="dcterms:W3CDTF">2026-10-18T15:34:52Z</dcterms:modified>
</cp:coreProperties>
</file>