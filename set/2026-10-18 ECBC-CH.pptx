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7" r:id="rId5"/>
    <p:sldId id="286" r:id="rId6"/>
    <p:sldId id="285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95" r:id="rId15"/>
    <p:sldId id="296" r:id="rId16"/>
    <p:sldId id="297" r:id="rId17"/>
    <p:sldId id="298" r:id="rId18"/>
    <p:sldId id="299" r:id="rId19"/>
    <p:sldId id="300" r:id="rId20"/>
    <p:sldId id="301" r:id="rId21"/>
    <p:sldId id="302" r:id="rId22"/>
    <p:sldId id="303" r:id="rId23"/>
    <p:sldId id="304" r:id="rId24"/>
    <p:sldId id="305" r:id="rId25"/>
    <p:sldId id="306" r:id="rId26"/>
    <p:sldId id="307" r:id="rId27"/>
    <p:sldId id="308" r:id="rId28"/>
    <p:sldId id="309" r:id="rId29"/>
    <p:sldId id="310" r:id="rId30"/>
    <p:sldId id="311" r:id="rId31"/>
    <p:sldId id="312" r:id="rId32"/>
    <p:sldId id="313" r:id="rId33"/>
    <p:sldId id="314" r:id="rId34"/>
    <p:sldId id="315" r:id="rId35"/>
    <p:sldId id="316" r:id="rId36"/>
    <p:sldId id="317" r:id="rId37"/>
    <p:sldId id="318" r:id="rId38"/>
    <p:sldId id="319" r:id="rId39"/>
    <p:sldId id="320" r:id="rId40"/>
    <p:sldId id="321" r:id="rId41"/>
    <p:sldId id="322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436"/>
    <p:restoredTop sz="94604"/>
  </p:normalViewPr>
  <p:slideViewPr>
    <p:cSldViewPr snapToGrid="0">
      <p:cViewPr varScale="1">
        <p:scale>
          <a:sx n="90" d="100"/>
          <a:sy n="90" d="100"/>
        </p:scale>
        <p:origin x="240" y="1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6130786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Blessed Assurance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9411067" cy="654147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0000"/>
                </a:solidFill>
                <a:latin typeface="Avenir Medium" panose="02000503020000020003" pitchFamily="2" charset="0"/>
                <a:ea typeface="Bodoni Ornaments" pitchFamily="2" charset="0"/>
              </a:rPr>
              <a:t>CAPO @ 2nd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   F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assurance Jesus is mine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Am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what a foretaste of glory divine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 G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Heir of salvation purchase of God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G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Born of His Spirit washed in His blood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AA361F-1661-6764-80AC-E0827A471448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F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671345-C886-AE99-38D2-71C81E321E69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VERSE 2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A1A212-A1F0-FA3E-38E1-291836973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DB2D009-8883-85F7-0364-82C95AAC7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F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 submission perfect delight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Visions of rapture now burst on my sight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G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Angels descending bring from above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F        G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Echoes of mercy whisper of love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F73047-EBF1-D86E-0CE0-11BF737F2480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298912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7121CC-D4E3-034E-7877-2308E7C8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B3C2113-283C-8BF3-6AE0-6C8FBE5DE1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F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6A3054-3530-6EC1-E909-BCBDADEEC6A6}"/>
              </a:ext>
            </a:extLst>
          </p:cNvPr>
          <p:cNvSpPr txBox="1"/>
          <p:nvPr/>
        </p:nvSpPr>
        <p:spPr>
          <a:xfrm>
            <a:off x="8763000" y="5657671"/>
            <a:ext cx="342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Drums dies out</a:t>
            </a:r>
          </a:p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VERSE3</a:t>
            </a:r>
          </a:p>
        </p:txBody>
      </p:sp>
    </p:spTree>
    <p:extLst>
      <p:ext uri="{BB962C8B-B14F-4D97-AF65-F5344CB8AC3E}">
        <p14:creationId xmlns:p14="http://schemas.microsoft.com/office/powerpoint/2010/main" val="1390545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92BBE-7171-3A0A-4F54-CB744B669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1A9FC3-618A-0194-7C86-4F7EDF6ECC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F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 submission all is at rest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in my Savior am happy and blest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C       G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Watching and waiting looking above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    G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His goodness lost in His love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3C87F6-1529-47B2-CB6B-1EE0A9E7703D}"/>
              </a:ext>
            </a:extLst>
          </p:cNvPr>
          <p:cNvSpPr txBox="1"/>
          <p:nvPr/>
        </p:nvSpPr>
        <p:spPr>
          <a:xfrm>
            <a:off x="7143750" y="164124"/>
            <a:ext cx="50482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DRUMS build at end </a:t>
            </a:r>
          </a:p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3436606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E07AAC-F755-CAAE-056A-04F9388C0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E1CB6F-8CCF-FE33-58E2-E6313CD25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F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C5DA0-71BB-C648-E5BD-92893E2142E5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REPEAT &amp; END</a:t>
            </a:r>
          </a:p>
        </p:txBody>
      </p:sp>
    </p:spTree>
    <p:extLst>
      <p:ext uri="{BB962C8B-B14F-4D97-AF65-F5344CB8AC3E}">
        <p14:creationId xmlns:p14="http://schemas.microsoft.com/office/powerpoint/2010/main" val="786480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72927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Shout to the LORD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501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D     G     D   </a:t>
            </a:r>
          </a:p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D                 Em                 D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Jesus, my Savior, Lord there is none like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       C              G   D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of my days,  I want to praise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Em                    F           C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wonders of Your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migh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ty    love</a:t>
            </a:r>
          </a:p>
        </p:txBody>
      </p:sp>
    </p:spTree>
    <p:extLst>
      <p:ext uri="{BB962C8B-B14F-4D97-AF65-F5344CB8AC3E}">
        <p14:creationId xmlns:p14="http://schemas.microsoft.com/office/powerpoint/2010/main" val="122369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C2FA0A-DAD0-E2E8-39FB-D01CAF64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225C702-1E1B-FEDC-B5FF-81B5BAE309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comfort,  my shelter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D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tower of refuge and strength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C            G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every breath, all that I am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F        C  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Never cease to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ship  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574E2C-6D3A-75D1-8137-0D462036F03F}"/>
              </a:ext>
            </a:extLst>
          </p:cNvPr>
          <p:cNvSpPr txBox="1"/>
          <p:nvPr/>
        </p:nvSpPr>
        <p:spPr>
          <a:xfrm>
            <a:off x="8509001" y="6047546"/>
            <a:ext cx="3365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12246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13475589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C70D91-996B-9654-6374-82A49EB3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B40620-C7AF-7A15-EB50-0CBF12FEA4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B1C926-98A2-F523-0850-B49E51A127A9}"/>
              </a:ext>
            </a:extLst>
          </p:cNvPr>
          <p:cNvSpPr txBox="1"/>
          <p:nvPr/>
        </p:nvSpPr>
        <p:spPr>
          <a:xfrm>
            <a:off x="9067801" y="6047546"/>
            <a:ext cx="2806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VERSE</a:t>
            </a:r>
          </a:p>
        </p:txBody>
      </p:sp>
    </p:spTree>
    <p:extLst>
      <p:ext uri="{BB962C8B-B14F-4D97-AF65-F5344CB8AC3E}">
        <p14:creationId xmlns:p14="http://schemas.microsoft.com/office/powerpoint/2010/main" val="2618337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13089-17A4-061F-6BDA-5DD8457F2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88E9A5-8A51-3EF2-5A9A-75811A1CC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D                 Em                 D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Jesus, my Savior, Lord there is none like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       C              G   D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of my days,  I want to praise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Em                    F           C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wonders of Your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migh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ty    love</a:t>
            </a:r>
          </a:p>
        </p:txBody>
      </p:sp>
    </p:spTree>
    <p:extLst>
      <p:ext uri="{BB962C8B-B14F-4D97-AF65-F5344CB8AC3E}">
        <p14:creationId xmlns:p14="http://schemas.microsoft.com/office/powerpoint/2010/main" val="1510132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2BF12-29B4-8A49-CDBC-762A0D190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981DA9-AEA0-55A1-102B-764FFFF9B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comfort,  my shelter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D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tower of refuge and strength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C            G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every breath, all that I am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F        C  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Never cease to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ship  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9588A8-4C6C-5764-C566-B2010C7C9FAA}"/>
              </a:ext>
            </a:extLst>
          </p:cNvPr>
          <p:cNvSpPr txBox="1"/>
          <p:nvPr/>
        </p:nvSpPr>
        <p:spPr>
          <a:xfrm>
            <a:off x="9029701" y="6047546"/>
            <a:ext cx="2845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43990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02623-273F-A3E8-66B8-6F7BDA990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0EBA6E-165E-C0C1-0FFE-D25191721E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14266237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D0EC51-35BE-C04C-3636-B04DF9F2F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A4C1DB-E76D-4D36-4910-AD270D299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</p:txBody>
      </p:sp>
    </p:spTree>
    <p:extLst>
      <p:ext uri="{BB962C8B-B14F-4D97-AF65-F5344CB8AC3E}">
        <p14:creationId xmlns:p14="http://schemas.microsoft.com/office/powerpoint/2010/main" val="4045395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1DB99B-DC6E-77A1-9756-C44112C9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87183DA-C854-0D73-FD9A-8E7D3AD6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28668470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475B15-92E3-11EE-08B2-94C5E81C9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3595DB-453C-915D-CD65-6ACE7DB04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191262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B9BBDF-E0FA-0F82-3440-5B2A3236136F}"/>
              </a:ext>
            </a:extLst>
          </p:cNvPr>
          <p:cNvSpPr txBox="1"/>
          <p:nvPr/>
        </p:nvSpPr>
        <p:spPr>
          <a:xfrm>
            <a:off x="10765135" y="6047546"/>
            <a:ext cx="1109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8403713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Build My Life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029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song we could ever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the praise we could ever bring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40992725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DC5F68-2490-F980-1866-F66629E09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6BCCAC-B787-98A1-8EFC-165741C98B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512353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5487723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62E725-FC7A-BD29-C0AD-DA0DD071F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EAAF69-99FD-8610-CCC0-44B8461B4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2870463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75689-E941-5408-274B-1212DAFAC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006379-23F5-B41E-9471-D9A3225A0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19907063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63C65-6C59-9A38-2A0E-9AAD458EE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6A5585-53BB-6F53-953E-D38B42F90E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5" y="152400"/>
            <a:ext cx="7181330" cy="6506308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build my life, upon Your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a firm foundation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D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put my trust, in You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not be shaken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AB0EA6-34CF-4E27-BE3F-F58FA187821D}"/>
              </a:ext>
            </a:extLst>
          </p:cNvPr>
          <p:cNvSpPr txBox="1"/>
          <p:nvPr/>
        </p:nvSpPr>
        <p:spPr>
          <a:xfrm>
            <a:off x="8155858" y="6073933"/>
            <a:ext cx="4036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play twice &amp; to chorus</a:t>
            </a:r>
          </a:p>
        </p:txBody>
      </p:sp>
    </p:spTree>
    <p:extLst>
      <p:ext uri="{BB962C8B-B14F-4D97-AF65-F5344CB8AC3E}">
        <p14:creationId xmlns:p14="http://schemas.microsoft.com/office/powerpoint/2010/main" val="2030535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3F554-34E3-3B1E-787D-C48115085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7F3F4D-C0D4-4A72-4951-1ABEC1BFE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FD1541-FF07-8598-DC17-EC928F2098CE}"/>
              </a:ext>
            </a:extLst>
          </p:cNvPr>
          <p:cNvSpPr txBox="1"/>
          <p:nvPr/>
        </p:nvSpPr>
        <p:spPr>
          <a:xfrm>
            <a:off x="10751574" y="6073933"/>
            <a:ext cx="14404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5472439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00537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0826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/ C / F / C  </a:t>
            </a:r>
            <a:r>
              <a:rPr lang="en-US" sz="36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2</a:t>
            </a:r>
            <a:r>
              <a:rPr lang="en-US" sz="3600" baseline="300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nd</a:t>
            </a:r>
            <a:r>
              <a:rPr lang="en-US" sz="36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 for Marina</a:t>
            </a:r>
            <a:r>
              <a:rPr lang="en-US" sz="360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, Skyler</a:t>
            </a:r>
            <a:endParaRPr lang="en-US" sz="3600" dirty="0">
              <a:solidFill>
                <a:schemeClr val="accent1">
                  <a:lumMod val="20000"/>
                  <a:lumOff val="8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commands all the hosts of heaven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make	every king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can whisper	and	darkness trembles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2245428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FFE59-388D-EE4A-20EB-B530C97A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88C20-E1F1-8F5E-B0AC-DDA8ED4840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 F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beauty demands such praises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C                F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splendour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outshines the sun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majesty rules with justice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18038057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</a:p>
        </p:txBody>
      </p:sp>
    </p:spTree>
    <p:extLst>
      <p:ext uri="{BB962C8B-B14F-4D97-AF65-F5344CB8AC3E}">
        <p14:creationId xmlns:p14="http://schemas.microsoft.com/office/powerpoint/2010/main" val="3928657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ECE80D-BB37-21EF-5E19-44FECF9A6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7BE86D-3EC3-C4BD-2C09-4157D72414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glory consumes like fire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F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power can raise the dead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C            F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name	 remains undefeated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3087674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0A5BA1-EC57-2DD0-534C-0CA925B7E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98AA49-8148-72B2-3BFC-F52BB40FA4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9495A1-C153-A8BA-3F84-C5A2E0001537}"/>
              </a:ext>
            </a:extLst>
          </p:cNvPr>
          <p:cNvSpPr txBox="1"/>
          <p:nvPr/>
        </p:nvSpPr>
        <p:spPr>
          <a:xfrm>
            <a:off x="10930597" y="5877544"/>
            <a:ext cx="7649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</a:t>
            </a:r>
          </a:p>
        </p:txBody>
      </p:sp>
    </p:spTree>
    <p:extLst>
      <p:ext uri="{BB962C8B-B14F-4D97-AF65-F5344CB8AC3E}">
        <p14:creationId xmlns:p14="http://schemas.microsoft.com/office/powerpoint/2010/main" val="4820408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DAC4C-223B-3408-320B-752696C4D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B325B7-B24C-99A1-59D2-4ABAE23DC9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rescue me	 from my failing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C     F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would offer His only Son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C                       F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invites me to call Him Father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3333759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A13A65-EB72-D1BC-2C16-E5794831C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7DBE5F2-BF3E-3EF6-B768-F5755D6E1F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0429ED-D90A-208A-D2CA-124911DE55EB}"/>
              </a:ext>
            </a:extLst>
          </p:cNvPr>
          <p:cNvSpPr txBox="1"/>
          <p:nvPr/>
        </p:nvSpPr>
        <p:spPr>
          <a:xfrm>
            <a:off x="10654478" y="5924436"/>
            <a:ext cx="131478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9499896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6576263" cy="1208141"/>
          </a:xfrm>
        </p:spPr>
        <p:txBody>
          <a:bodyPr>
            <a:normAutofit fontScale="85000" lnSpcReduction="1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Tis So Sweet To Trust in Jesus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49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/ D / C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Tis so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D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take Him at His word,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rest upon His promise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C  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to know, "Thus saith the Lord."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9530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</p:spTree>
    <p:extLst>
      <p:ext uri="{BB962C8B-B14F-4D97-AF65-F5344CB8AC3E}">
        <p14:creationId xmlns:p14="http://schemas.microsoft.com/office/powerpoint/2010/main" val="11927353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C804A2-73E0-1DA7-1F04-6BCBF8B88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3005EB-B013-5650-6226-CE25FB309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how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trust His cleansing blood,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simple faith to plunge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           D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'neath the healing, cleansing flood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55175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5F3876-2BC2-62AC-4A25-D3389D9F3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0DE13D0-46E8-C844-659A-7CADD6CFA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</p:spTree>
    <p:extLst>
      <p:ext uri="{BB962C8B-B14F-4D97-AF65-F5344CB8AC3E}">
        <p14:creationId xmlns:p14="http://schemas.microsoft.com/office/powerpoint/2010/main" val="27532178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0C2650-9F48-85B8-65A0-E7E6A5F82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2F1228D-1EFE-449B-1628-69B22F7E0F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Yes, 'tis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sin and self to cease,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Jesus simply taking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C             D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Life and rest, and joy and peace.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6793868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23E254-7DB3-2B71-79C4-3A367FC2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9EF6B2-6B05-70E1-2EE7-BBC14C0C8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1A5289-7E53-0819-1214-FC1D1D8A6727}"/>
              </a:ext>
            </a:extLst>
          </p:cNvPr>
          <p:cNvSpPr txBox="1"/>
          <p:nvPr/>
        </p:nvSpPr>
        <p:spPr>
          <a:xfrm>
            <a:off x="10654478" y="5924436"/>
            <a:ext cx="131478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626434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1739</Words>
  <Application>Microsoft Macintosh PowerPoint</Application>
  <PresentationFormat>Widescreen</PresentationFormat>
  <Paragraphs>360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46</cp:revision>
  <dcterms:created xsi:type="dcterms:W3CDTF">2025-11-12T03:26:12Z</dcterms:created>
  <dcterms:modified xsi:type="dcterms:W3CDTF">2026-10-16T18:38:47Z</dcterms:modified>
</cp:coreProperties>
</file>