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7" r:id="rId5"/>
    <p:sldId id="286" r:id="rId6"/>
    <p:sldId id="285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09" d="100"/>
          <a:sy n="109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30786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Assurance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9411067" cy="654147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0000"/>
                </a:solidFill>
                <a:latin typeface="Avenir Medium" panose="02000503020000020003" pitchFamily="2" charset="0"/>
                <a:ea typeface="Bodoni Ornaments" pitchFamily="2" charset="0"/>
              </a:rPr>
              <a:t>CAPO @ 2nd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F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 Jesus is mine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what a foretaste of glory divine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Heir of salvation purchase of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G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Born of His Spirit washed in His blood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A361F-1661-6764-80AC-E0827A471448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F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71345-C886-AE99-38D2-71C81E321E69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A212-A1F0-FA3E-38E1-29183697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B2D009-8883-85F7-0364-82C95AAC7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F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perfect delight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Visions of rapture now burst on my sight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Angels descending bring from above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F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Echoes of mercy whisper of love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F73047-EBF1-D86E-0CE0-11BF737F2480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98912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121CC-D4E3-034E-7877-2308E7C8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C2113-283C-8BF3-6AE0-6C8FBE5DE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F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6A3054-3530-6EC1-E909-BCBDADEEC6A6}"/>
              </a:ext>
            </a:extLst>
          </p:cNvPr>
          <p:cNvSpPr txBox="1"/>
          <p:nvPr/>
        </p:nvSpPr>
        <p:spPr>
          <a:xfrm>
            <a:off x="8763000" y="5657671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Drums dies out</a:t>
            </a:r>
          </a:p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 VERSE3</a:t>
            </a:r>
          </a:p>
        </p:txBody>
      </p:sp>
    </p:spTree>
    <p:extLst>
      <p:ext uri="{BB962C8B-B14F-4D97-AF65-F5344CB8AC3E}">
        <p14:creationId xmlns:p14="http://schemas.microsoft.com/office/powerpoint/2010/main" val="139054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92BBE-7171-3A0A-4F54-CB744B66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1A9FC3-618A-0194-7C86-4F7EDF6EC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F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all is at rest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	G        F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in my Savior am happy and blest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C        F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Watching and waiting looking above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 G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His goodness lost in His love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C87F6-1529-47B2-CB6B-1EE0A9E7703D}"/>
              </a:ext>
            </a:extLst>
          </p:cNvPr>
          <p:cNvSpPr txBox="1"/>
          <p:nvPr/>
        </p:nvSpPr>
        <p:spPr>
          <a:xfrm>
            <a:off x="7143750" y="164124"/>
            <a:ext cx="5048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DRUMS build at end </a:t>
            </a:r>
          </a:p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43660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07AAC-F755-CAAE-056A-04F9388C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E1CB6F-8CCF-FE33-58E2-E6313CD25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F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F             G			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F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this is my song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G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all the day long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C5DA0-71BB-C648-E5BD-92893E2142E5}"/>
              </a:ext>
            </a:extLst>
          </p:cNvPr>
          <p:cNvSpPr txBox="1"/>
          <p:nvPr/>
        </p:nvSpPr>
        <p:spPr>
          <a:xfrm>
            <a:off x="8763000" y="6211669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78648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92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01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D     G     D   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1223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2FA0A-DAD0-E2E8-39FB-D01CAF64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25C702-1E1B-FEDC-B5FF-81B5BAE30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74E2C-6D3A-75D1-8137-0D462036F03F}"/>
              </a:ext>
            </a:extLst>
          </p:cNvPr>
          <p:cNvSpPr txBox="1"/>
          <p:nvPr/>
        </p:nvSpPr>
        <p:spPr>
          <a:xfrm>
            <a:off x="8509001" y="6047546"/>
            <a:ext cx="3365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2246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134755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70D91-996B-9654-6374-82A49EB3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B40620-C7AF-7A15-EB50-0CBF12FEA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1C926-98A2-F523-0850-B49E51A127A9}"/>
              </a:ext>
            </a:extLst>
          </p:cNvPr>
          <p:cNvSpPr txBox="1"/>
          <p:nvPr/>
        </p:nvSpPr>
        <p:spPr>
          <a:xfrm>
            <a:off x="9067801" y="6047546"/>
            <a:ext cx="2806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618337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13089-17A4-061F-6BDA-5DD8457F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8E9A5-8A51-3EF2-5A9A-75811A1C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151013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2BF12-29B4-8A49-CDBC-762A0D19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981DA9-AEA0-55A1-102B-764FFFF9B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588A8-4C6C-5764-C566-B2010C7C9FAA}"/>
              </a:ext>
            </a:extLst>
          </p:cNvPr>
          <p:cNvSpPr txBox="1"/>
          <p:nvPr/>
        </p:nvSpPr>
        <p:spPr>
          <a:xfrm>
            <a:off x="9029701" y="6047546"/>
            <a:ext cx="2845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3990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2623-273F-A3E8-66B8-6F7BDA99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EBA6E-165E-C0C1-0FFE-D25191721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1426623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0EC51-35BE-C04C-3636-B04DF9F2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A4C1DB-E76D-4D36-4910-AD270D299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</p:spTree>
    <p:extLst>
      <p:ext uri="{BB962C8B-B14F-4D97-AF65-F5344CB8AC3E}">
        <p14:creationId xmlns:p14="http://schemas.microsoft.com/office/powerpoint/2010/main" val="4045395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DB99B-DC6E-77A1-9756-C44112C9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7183DA-C854-0D73-FD9A-8E7D3AD6A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286684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75B15-92E3-11EE-08B2-94C5E81C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3595DB-453C-915D-CD65-6ACE7DB04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91262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9BBDF-E0FA-0F82-3440-5B2A3236136F}"/>
              </a:ext>
            </a:extLst>
          </p:cNvPr>
          <p:cNvSpPr txBox="1"/>
          <p:nvPr/>
        </p:nvSpPr>
        <p:spPr>
          <a:xfrm>
            <a:off x="10765135" y="604754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40371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2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4099272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548772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073933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8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 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 for Marina</a:t>
            </a:r>
            <a:r>
              <a:rPr 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, Skyler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2245428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3928657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576263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Tis So Sweet To Trust in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49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53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1192735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804A2-73E0-1DA7-1F04-6BCBF8B8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3005EB-B013-5650-6226-CE25FB30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         D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cleansing flood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175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F3876-2BC2-62AC-4A25-D3389D9F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DE13D0-46E8-C844-659A-7CADD6CF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753217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C2650-9F48-85B8-65A0-E7E6A5F8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1228D-1EFE-449B-1628-69B22F7E0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     D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peace.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679386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3E254-7DB3-2B71-79C4-3A367FC2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9EF6B2-6B05-70E1-2EE7-BBC14C0C8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A5289-7E53-0819-1214-FC1D1D8A6727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2643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1760</Words>
  <Application>Microsoft Macintosh PowerPoint</Application>
  <PresentationFormat>Widescreen</PresentationFormat>
  <Paragraphs>360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2026-10-18T04:08:58Z</dcterms:modified>
</cp:coreProperties>
</file>