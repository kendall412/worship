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85" r:id="rId4"/>
    <p:sldId id="286" r:id="rId5"/>
    <p:sldId id="287" r:id="rId6"/>
    <p:sldId id="288" r:id="rId7"/>
    <p:sldId id="289" r:id="rId8"/>
    <p:sldId id="277" r:id="rId9"/>
    <p:sldId id="276" r:id="rId10"/>
    <p:sldId id="279" r:id="rId11"/>
    <p:sldId id="290" r:id="rId12"/>
    <p:sldId id="280" r:id="rId13"/>
    <p:sldId id="291" r:id="rId14"/>
    <p:sldId id="281" r:id="rId15"/>
    <p:sldId id="292" r:id="rId16"/>
    <p:sldId id="275" r:id="rId17"/>
    <p:sldId id="293" r:id="rId18"/>
    <p:sldId id="294" r:id="rId19"/>
    <p:sldId id="295" r:id="rId20"/>
    <p:sldId id="278" r:id="rId21"/>
    <p:sldId id="283" r:id="rId22"/>
    <p:sldId id="296" r:id="rId23"/>
    <p:sldId id="297" r:id="rId24"/>
    <p:sldId id="274" r:id="rId25"/>
    <p:sldId id="298" r:id="rId26"/>
    <p:sldId id="299" r:id="rId27"/>
    <p:sldId id="300" r:id="rId28"/>
    <p:sldId id="301" r:id="rId29"/>
    <p:sldId id="302" r:id="rId30"/>
    <p:sldId id="303" r:id="rId31"/>
    <p:sldId id="282" r:id="rId32"/>
    <p:sldId id="304" r:id="rId33"/>
    <p:sldId id="305" r:id="rId34"/>
    <p:sldId id="306" r:id="rId35"/>
    <p:sldId id="323" r:id="rId36"/>
    <p:sldId id="324" r:id="rId37"/>
    <p:sldId id="325" r:id="rId38"/>
    <p:sldId id="326" r:id="rId39"/>
    <p:sldId id="327" r:id="rId40"/>
    <p:sldId id="328" r:id="rId41"/>
    <p:sldId id="329" r:id="rId42"/>
    <p:sldId id="330" r:id="rId43"/>
    <p:sldId id="331" r:id="rId44"/>
    <p:sldId id="332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58"/>
  </p:normalViewPr>
  <p:slideViewPr>
    <p:cSldViewPr snapToGrid="0">
      <p:cViewPr varScale="1">
        <p:scale>
          <a:sx n="101" d="100"/>
          <a:sy n="101" d="100"/>
        </p:scale>
        <p:origin x="208" y="1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601053"/>
          </a:xfrm>
        </p:spPr>
        <p:txBody>
          <a:bodyPr>
            <a:normAutofit fontScale="92500" lnSpcReduction="2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Take My Life</a:t>
            </a: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And Let It Be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185" y="117231"/>
            <a:ext cx="11758246" cy="6611815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CAPO 5th</a:t>
            </a:r>
          </a:p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life and let it be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G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Consecrated, Lord, to Thee.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F               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moments and my days,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them flow in ceaseless praise.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G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them flow in ceaseless praise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8F7539-5041-CC60-B36B-BA6D73BF3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3566C6-358A-6069-EAB2-507A19F7A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185" y="117231"/>
            <a:ext cx="11758246" cy="6611815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C         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hands, and let them move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G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the impulse of Thy love;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F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feet and let them be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Swift and beautiful for Thee,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G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Swift and beautiful for Thee.</a:t>
            </a:r>
          </a:p>
        </p:txBody>
      </p:sp>
    </p:spTree>
    <p:extLst>
      <p:ext uri="{BB962C8B-B14F-4D97-AF65-F5344CB8AC3E}">
        <p14:creationId xmlns:p14="http://schemas.microsoft.com/office/powerpoint/2010/main" val="1455891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ED68DA-8811-ACEE-C0A6-D2B43FE5C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27EA03-C21C-9B9E-FEAB-CDE1C9134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185" y="117231"/>
            <a:ext cx="11758246" cy="6611815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F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voice, and let me sing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G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Always, only, for my King;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F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lips, and let them be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Filled with messages from Thee,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G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Filled with messages from Thee.</a:t>
            </a:r>
          </a:p>
        </p:txBody>
      </p:sp>
    </p:spTree>
    <p:extLst>
      <p:ext uri="{BB962C8B-B14F-4D97-AF65-F5344CB8AC3E}">
        <p14:creationId xmlns:p14="http://schemas.microsoft.com/office/powerpoint/2010/main" val="2801911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33E327-90EF-B46A-0527-BDC157E06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2F5C00-4F1E-DD4B-994B-F9A7E91844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185" y="117231"/>
            <a:ext cx="11758246" cy="6611815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F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will, and make it Thine;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G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shall be no longer mine.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F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heart; it is Thine own;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shall be Thy royal throne,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G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shall be Thy royal throne.</a:t>
            </a:r>
          </a:p>
        </p:txBody>
      </p:sp>
    </p:spTree>
    <p:extLst>
      <p:ext uri="{BB962C8B-B14F-4D97-AF65-F5344CB8AC3E}">
        <p14:creationId xmlns:p14="http://schemas.microsoft.com/office/powerpoint/2010/main" val="642280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90391F-56B6-5FC2-9630-ACE0C0B6E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5F72B12-550D-9235-ED8F-4DE7A817B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185" y="117231"/>
            <a:ext cx="11758246" cy="6611815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F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love; my Lord, I pour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G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Thy feet its treasure store.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F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myself, and I will be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Ever, only, all for Thee,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G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Ever, only, all for Thee.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215AC0-3802-F368-B886-7C4B2CC7B48D}"/>
              </a:ext>
            </a:extLst>
          </p:cNvPr>
          <p:cNvSpPr txBox="1"/>
          <p:nvPr/>
        </p:nvSpPr>
        <p:spPr>
          <a:xfrm>
            <a:off x="11005665" y="6273225"/>
            <a:ext cx="1007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287759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A stone plaque on a building&#10;&#10;AI-generated content may be incorrect.">
            <a:extLst>
              <a:ext uri="{FF2B5EF4-FFF2-40B4-BE49-F238E27FC236}">
                <a16:creationId xmlns:a16="http://schemas.microsoft.com/office/drawing/2014/main" id="{85B2D037-BFE7-0030-BD98-5D52DD2CDF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03" r="13818" b="3988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800" i="1" dirty="0">
                <a:solidFill>
                  <a:schemeClr val="bg1"/>
                </a:solidFill>
                <a:latin typeface="Avenir Oblique" panose="02000503020000020003" pitchFamily="2" charset="0"/>
                <a:ea typeface="Bodoni Ornaments" pitchFamily="2" charset="0"/>
              </a:rPr>
              <a:t>Cornerstone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226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/ Am / F / 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hope is built on nothing less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Than Jesus' blood and righteousness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dare not trust the sweetest frame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G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wholly trust in Jesus' name</a:t>
            </a:r>
          </a:p>
        </p:txBody>
      </p:sp>
    </p:spTree>
    <p:extLst>
      <p:ext uri="{BB962C8B-B14F-4D97-AF65-F5344CB8AC3E}">
        <p14:creationId xmlns:p14="http://schemas.microsoft.com/office/powerpoint/2010/main" val="2554902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F           Am                 G 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F                        Am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G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90D214-6CD0-192E-513C-6EBAEE0C7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9888A38-53AD-A1E5-D9BD-2FB937D27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darkness seems to hide His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rest on His unchanging grace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every high and stormy gale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G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683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A450C2-F585-2818-DB88-6DAAF58AF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4523004-3737-2609-3A53-DAC560E7E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F           Am                 G 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F                        Am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G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2605307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E1BA70-EDAF-C503-70B4-BD9E28EB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273C14-6FFF-4EA1-84DC-D2FCEAEE8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Am   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F	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of all</a:t>
            </a:r>
          </a:p>
        </p:txBody>
      </p:sp>
    </p:spTree>
    <p:extLst>
      <p:ext uri="{BB962C8B-B14F-4D97-AF65-F5344CB8AC3E}">
        <p14:creationId xmlns:p14="http://schemas.microsoft.com/office/powerpoint/2010/main" val="2939149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9BC9E6-3282-0735-A5E8-51F733757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948E6D9-BA70-962F-0F7C-09DDB937E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F           Am                 G 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F                        Am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G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3677149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0B95B7-2010-EFAD-A0C0-2D3DC98FB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C7AFAA-713E-549E-73AF-25A9DD347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shall come with trumpet sound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may I then in Him be found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         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His righteousness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G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Faultless, stand before the throne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/ Am / G/  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EFB94-CF12-1969-F40D-9F6FC53F4084}"/>
              </a:ext>
            </a:extLst>
          </p:cNvPr>
          <p:cNvSpPr txBox="1"/>
          <p:nvPr/>
        </p:nvSpPr>
        <p:spPr>
          <a:xfrm>
            <a:off x="11005665" y="6273225"/>
            <a:ext cx="1007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374325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A mountain with snow and a sunset&#10;&#10;AI-generated content may be incorrect.">
            <a:extLst>
              <a:ext uri="{FF2B5EF4-FFF2-40B4-BE49-F238E27FC236}">
                <a16:creationId xmlns:a16="http://schemas.microsoft.com/office/drawing/2014/main" id="{6A4D72FC-DF1E-94F8-76BF-4DA02F41F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4" r="4528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i="1" dirty="0">
                <a:latin typeface="Avenir Oblique" panose="02000503020000020003" pitchFamily="2" charset="0"/>
                <a:ea typeface="Bodoni Ornaments" pitchFamily="2" charset="0"/>
              </a:rPr>
              <a:t>Good Good Father</a:t>
            </a:r>
          </a:p>
        </p:txBody>
      </p:sp>
    </p:spTree>
    <p:extLst>
      <p:ext uri="{BB962C8B-B14F-4D97-AF65-F5344CB8AC3E}">
        <p14:creationId xmlns:p14="http://schemas.microsoft.com/office/powerpoint/2010/main" val="458294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505F0-2C9A-D8AD-DFA4-B73903366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EF0C30-6484-3BF3-D373-46931D0DF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I’ve heard A thousand Stories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what they Think you’re like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I’ve heard The tender whisper of love in the dead of night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G                      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You tell me That you’re pleased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Am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that I’m never alone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11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You’re a good good Father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Am               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you are, It’s who you are, It’s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I’m loved by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  Am        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I am, It’s who I am, It’s who I am</a:t>
            </a: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160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1830C4-C7BF-C725-0399-DF228D2AA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90F9720-0C7A-AA64-085F-652726358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and I’ve seen many searching</a:t>
            </a:r>
          </a:p>
          <a:p>
            <a:pPr algn="l"/>
            <a:endParaRPr lang="en-US" sz="2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answers Far and wide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I know we’re all searching for answers only you provide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C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Cause you know just what we need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Am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before we say a word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5283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E1224-660B-DD80-6128-FE299E7DD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2A1D367-2DA8-8404-3072-072741ED6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You’re a good good Father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Am               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you are, It’s who you are, It’s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I’m loved by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  Am        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I am, It’s who I am, It’s who I am</a:t>
            </a: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896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99AF7F-84B8-C777-E2D2-C20A75566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2013F22-23DD-139A-B507-171419C8B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C                               Em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Causer You are perfect In all of your ways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Am 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perfect In all of your ways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C                                Em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perfect In all of your ways to us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896DE-042F-CA1F-45FA-659560B5A8CC}"/>
              </a:ext>
            </a:extLst>
          </p:cNvPr>
          <p:cNvSpPr txBox="1"/>
          <p:nvPr/>
        </p:nvSpPr>
        <p:spPr>
          <a:xfrm>
            <a:off x="9843247" y="6360298"/>
            <a:ext cx="24742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REPEAT </a:t>
            </a:r>
          </a:p>
        </p:txBody>
      </p:sp>
    </p:spTree>
    <p:extLst>
      <p:ext uri="{BB962C8B-B14F-4D97-AF65-F5344CB8AC3E}">
        <p14:creationId xmlns:p14="http://schemas.microsoft.com/office/powerpoint/2010/main" val="34654350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8622C8-EF11-6AFC-34F7-F83964896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BFB4482-77A0-EF82-5468-35B3FE77C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it’s love so undeniable I, I can hardly speak</a:t>
            </a:r>
          </a:p>
          <a:p>
            <a:pPr algn="l"/>
            <a:endParaRPr lang="en-US" sz="2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Peace so unexplainable I, I can hardly think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you call me deeper still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Am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you call me deeper still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you call me deeper still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Am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Into Love Love Love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9111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888091-70AA-462F-5115-55E1623D3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3B8570-F5E9-088A-969B-210C183A0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You’re a good good Father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Am               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you are, It’s who you are, It’s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I’m loved by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  Am        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I am, It’s who I am, It’s who I am</a:t>
            </a: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CB3A08-E673-23DB-661A-61AAD46C8A25}"/>
              </a:ext>
            </a:extLst>
          </p:cNvPr>
          <p:cNvSpPr txBox="1"/>
          <p:nvPr/>
        </p:nvSpPr>
        <p:spPr>
          <a:xfrm>
            <a:off x="8014447" y="6273225"/>
            <a:ext cx="41775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REPEAT 3x and END</a:t>
            </a:r>
          </a:p>
        </p:txBody>
      </p:sp>
    </p:spTree>
    <p:extLst>
      <p:ext uri="{BB962C8B-B14F-4D97-AF65-F5344CB8AC3E}">
        <p14:creationId xmlns:p14="http://schemas.microsoft.com/office/powerpoint/2010/main" val="28318237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A mountain with snow and a sunset&#10;&#10;AI-generated content may be incorrect.">
            <a:extLst>
              <a:ext uri="{FF2B5EF4-FFF2-40B4-BE49-F238E27FC236}">
                <a16:creationId xmlns:a16="http://schemas.microsoft.com/office/drawing/2014/main" id="{6A4D72FC-DF1E-94F8-76BF-4DA02F41F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4" r="4528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i="1" dirty="0">
                <a:latin typeface="Avenir Oblique" panose="02000503020000020003" pitchFamily="2" charset="0"/>
                <a:ea typeface="Bodoni Ornaments" pitchFamily="2" charset="0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39620340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95" y="192505"/>
            <a:ext cx="11855116" cy="6481011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Am G     C/E    Am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C                                   F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thousand generations falling down in worship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Am                       G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sing the song of ages to the Lamb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C                                                   F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who've gone before us and all who will believe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Am                         G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Will sing the song of ages to the Lamb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68B144-2502-C8D6-B70F-58B7B0905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4984C5-02C7-13A0-BE52-02F7D3A15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95" y="192505"/>
            <a:ext cx="11855116" cy="6481011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highest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greatest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F      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thrones and dominions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powers and positions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Dm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32213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F            Am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angels cry: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creation cries: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Dm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lifted high,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Csus4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6429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68937F-1B0B-D60E-8A2F-8779586E2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6EA6FD0-A174-4866-B88D-F0BE10171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95" y="192505"/>
            <a:ext cx="11855116" cy="6481011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F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If you've been forgiven and if you've been redeemed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G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the song forever to the Lamb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F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If you walk in freedom and if you bear His name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G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the song forever to the Lamb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Am                         G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We'll sing the song forever and amen</a:t>
            </a:r>
          </a:p>
        </p:txBody>
      </p:sp>
    </p:spTree>
    <p:extLst>
      <p:ext uri="{BB962C8B-B14F-4D97-AF65-F5344CB8AC3E}">
        <p14:creationId xmlns:p14="http://schemas.microsoft.com/office/powerpoint/2010/main" val="14139206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EBAA91-F4CA-AF11-8B21-880C24A0F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EE2076C-EC2B-9AA9-72FB-E39E7447C5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F         Am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angels cry: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creation cries: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Dm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lifted high,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Csus4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7155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880269-F0C2-8131-4EE0-D78851E0F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0FFD390-F883-D262-DD50-1D3C4A74F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F            Am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Hear your people sing: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C  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King of Kings: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Dm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will always be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Csus4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7967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23F22B-B6D4-1B65-3695-3D78C9940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09EFBE8-F6D1-FF88-9FF5-7769380D4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95" y="192505"/>
            <a:ext cx="11855116" cy="6481011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highest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greatest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F      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thrones and dominions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powers and positions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Dm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E114FB-42D3-3970-4401-7F040E3DEDFE}"/>
              </a:ext>
            </a:extLst>
          </p:cNvPr>
          <p:cNvSpPr txBox="1"/>
          <p:nvPr/>
        </p:nvSpPr>
        <p:spPr>
          <a:xfrm>
            <a:off x="8502316" y="673767"/>
            <a:ext cx="29517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Medium" panose="02000503020000020003" pitchFamily="2" charset="0"/>
                <a:ea typeface="Bodoni Ornaments" pitchFamily="2" charset="0"/>
                <a:cs typeface="+mn-cs"/>
              </a:rPr>
              <a:t>1 of 2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94481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B5C67B-FE69-E38C-986A-A759EB98F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FCB84DF-7784-29BE-F5B2-98C4666CF1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95" y="192505"/>
            <a:ext cx="11855116" cy="6481011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highest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greatest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F      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thrones and dominions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powers and positions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Dm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3596AC-FFCC-4C68-4D38-D5D7874EE79D}"/>
              </a:ext>
            </a:extLst>
          </p:cNvPr>
          <p:cNvSpPr txBox="1"/>
          <p:nvPr/>
        </p:nvSpPr>
        <p:spPr>
          <a:xfrm>
            <a:off x="8502316" y="673767"/>
            <a:ext cx="29517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Medium" panose="02000503020000020003" pitchFamily="2" charset="0"/>
                <a:ea typeface="Bodoni Ornaments" pitchFamily="2" charset="0"/>
                <a:cs typeface="+mn-cs"/>
              </a:rPr>
              <a:t>2 of 2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28170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E8CD93-5E2C-B84D-A10B-5E41D849D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0D5276-DEFE-E10E-3378-8813A32DF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F         Am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angels cry: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creation cries: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Dm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lifted high,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Csus4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0594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F5DA3A-821F-B154-8D09-F7DC61C37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D0B4A5-785F-DD93-7066-973C87335F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F            Am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Hear your people sing: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C  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King of Kings: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Dm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will always be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Csus4   C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5047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D6467F-349E-71A5-A77C-B5B2E0A88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3659AC-BF4A-AB29-8F56-437766A135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Dm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will always be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Csus4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4A101A-3762-DDDA-D38F-78AA34AB84EF}"/>
              </a:ext>
            </a:extLst>
          </p:cNvPr>
          <p:cNvSpPr txBox="1"/>
          <p:nvPr/>
        </p:nvSpPr>
        <p:spPr>
          <a:xfrm>
            <a:off x="11005665" y="6273225"/>
            <a:ext cx="1007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7922293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088C09-3A26-A7C0-972E-A00D092EC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3D1AD-9BA5-5279-DCE6-9751FE20B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/>
                </a:solidFill>
                <a:latin typeface="Avenir Book Oblique" panose="02000503020000020003" pitchFamily="2" charset="0"/>
              </a:rPr>
              <a:t>Old Rugged Cross</a:t>
            </a:r>
          </a:p>
        </p:txBody>
      </p:sp>
    </p:spTree>
    <p:extLst>
      <p:ext uri="{BB962C8B-B14F-4D97-AF65-F5344CB8AC3E}">
        <p14:creationId xmlns:p14="http://schemas.microsoft.com/office/powerpoint/2010/main" val="31469437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a hill far away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stood an old rugged cross,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emblem of </a:t>
            </a:r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suff’ring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and shame,</a:t>
            </a:r>
          </a:p>
        </p:txBody>
      </p:sp>
    </p:spTree>
    <p:extLst>
      <p:ext uri="{BB962C8B-B14F-4D97-AF65-F5344CB8AC3E}">
        <p14:creationId xmlns:p14="http://schemas.microsoft.com/office/powerpoint/2010/main" val="4645845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love that old cross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the Dearest and Best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D                        C                     G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a world of lost sinners was slain.</a:t>
            </a:r>
          </a:p>
        </p:txBody>
      </p:sp>
    </p:spTree>
    <p:extLst>
      <p:ext uri="{BB962C8B-B14F-4D97-AF65-F5344CB8AC3E}">
        <p14:creationId xmlns:p14="http://schemas.microsoft.com/office/powerpoint/2010/main" val="209519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D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3681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737DA7-8C8E-FBA7-4464-713026D60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DA09BC1-4614-96C7-F99B-7D39C6033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that old rugged cross,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despised by the world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D 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Has a wondrous attraction for me</a:t>
            </a:r>
          </a:p>
        </p:txBody>
      </p:sp>
    </p:spTree>
    <p:extLst>
      <p:ext uri="{BB962C8B-B14F-4D97-AF65-F5344CB8AC3E}">
        <p14:creationId xmlns:p14="http://schemas.microsoft.com/office/powerpoint/2010/main" val="8689378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69B19D-8C95-EA9E-68E8-5AC7D629C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990EEF6-A5F3-3FA9-CAC7-9AEFF86CE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the dear Lamb of God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left His glory above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C              G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bear it to dark Calvary</a:t>
            </a:r>
          </a:p>
        </p:txBody>
      </p:sp>
    </p:spTree>
    <p:extLst>
      <p:ext uri="{BB962C8B-B14F-4D97-AF65-F5344CB8AC3E}">
        <p14:creationId xmlns:p14="http://schemas.microsoft.com/office/powerpoint/2010/main" val="34867743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B07D70-9136-2D21-FAB5-2F1D97971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488AF1-1A9F-5E29-7619-4887A868F9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D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6843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E243F4-CB94-4B76-F4FF-E83C2857E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D418CD-25A3-F123-3FB3-BBD6FDAC0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old rugged cross,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stained with blood so divine,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wondrous beauty I see;</a:t>
            </a:r>
          </a:p>
        </p:txBody>
      </p:sp>
    </p:spTree>
    <p:extLst>
      <p:ext uri="{BB962C8B-B14F-4D97-AF65-F5344CB8AC3E}">
        <p14:creationId xmlns:p14="http://schemas.microsoft.com/office/powerpoint/2010/main" val="13699994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B7D9DD-9FDF-188B-B04F-CC4F610B7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DC8BB0-FF14-6E79-C19F-DC425DCC2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’twas on that old cross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C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suffered and died,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D                     C              G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pardon and sanctify me</a:t>
            </a:r>
          </a:p>
        </p:txBody>
      </p:sp>
    </p:spTree>
    <p:extLst>
      <p:ext uri="{BB962C8B-B14F-4D97-AF65-F5344CB8AC3E}">
        <p14:creationId xmlns:p14="http://schemas.microsoft.com/office/powerpoint/2010/main" val="7433542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0CE6E1-3FFD-7C26-239E-DA4BE44AE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28FD1C5-E0F7-8987-8AF0-8FE910D5F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D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A707BE-8340-8280-7CCC-55B0444C76AD}"/>
              </a:ext>
            </a:extLst>
          </p:cNvPr>
          <p:cNvSpPr txBox="1"/>
          <p:nvPr/>
        </p:nvSpPr>
        <p:spPr>
          <a:xfrm>
            <a:off x="10565027" y="6273225"/>
            <a:ext cx="1428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807009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1607</Words>
  <Application>Microsoft Macintosh PowerPoint</Application>
  <PresentationFormat>Widescreen</PresentationFormat>
  <Paragraphs>374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Aptos</vt:lpstr>
      <vt:lpstr>Aptos Display</vt:lpstr>
      <vt:lpstr>Arial</vt:lpstr>
      <vt:lpstr>Avenir Book</vt:lpstr>
      <vt:lpstr>Avenir Book Oblique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Old Rugged Cross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48</cp:revision>
  <dcterms:created xsi:type="dcterms:W3CDTF">2025-11-12T03:26:12Z</dcterms:created>
  <dcterms:modified xsi:type="dcterms:W3CDTF">2026-08-23T03:01:38Z</dcterms:modified>
</cp:coreProperties>
</file>