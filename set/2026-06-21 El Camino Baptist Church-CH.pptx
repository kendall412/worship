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85" r:id="rId4"/>
    <p:sldId id="276" r:id="rId5"/>
    <p:sldId id="288" r:id="rId6"/>
    <p:sldId id="289" r:id="rId7"/>
    <p:sldId id="286" r:id="rId8"/>
    <p:sldId id="290" r:id="rId9"/>
    <p:sldId id="291" r:id="rId10"/>
    <p:sldId id="292" r:id="rId11"/>
    <p:sldId id="293" r:id="rId12"/>
    <p:sldId id="294" r:id="rId13"/>
    <p:sldId id="295" r:id="rId14"/>
    <p:sldId id="296" r:id="rId15"/>
    <p:sldId id="287" r:id="rId16"/>
    <p:sldId id="297" r:id="rId17"/>
    <p:sldId id="298" r:id="rId18"/>
    <p:sldId id="274" r:id="rId19"/>
    <p:sldId id="277" r:id="rId20"/>
    <p:sldId id="299" r:id="rId21"/>
    <p:sldId id="278" r:id="rId22"/>
    <p:sldId id="279" r:id="rId23"/>
    <p:sldId id="280" r:id="rId24"/>
    <p:sldId id="281" r:id="rId25"/>
    <p:sldId id="282" r:id="rId26"/>
    <p:sldId id="283" r:id="rId27"/>
    <p:sldId id="300" r:id="rId28"/>
    <p:sldId id="301" r:id="rId29"/>
    <p:sldId id="302" r:id="rId30"/>
    <p:sldId id="303" r:id="rId31"/>
    <p:sldId id="304" r:id="rId32"/>
    <p:sldId id="305" r:id="rId33"/>
    <p:sldId id="306" r:id="rId34"/>
    <p:sldId id="307" r:id="rId35"/>
    <p:sldId id="308" r:id="rId36"/>
    <p:sldId id="309" r:id="rId37"/>
    <p:sldId id="310" r:id="rId38"/>
    <p:sldId id="311" r:id="rId39"/>
    <p:sldId id="312" r:id="rId40"/>
    <p:sldId id="313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668"/>
  </p:normalViewPr>
  <p:slideViewPr>
    <p:cSldViewPr snapToGrid="0">
      <p:cViewPr varScale="1">
        <p:scale>
          <a:sx n="87" d="100"/>
          <a:sy n="87" d="100"/>
        </p:scale>
        <p:origin x="216" y="1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Build My Life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676" y="164123"/>
            <a:ext cx="11852031" cy="6529754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C / G C</a:t>
            </a:r>
            <a:endParaRPr lang="en-US" sz="3600" dirty="0">
              <a:solidFill>
                <a:schemeClr val="accent1">
                  <a:lumMod val="40000"/>
                  <a:lumOff val="60000"/>
                </a:schemeClr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song we could ever sing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all the praise we could ever bring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breath we could ever breathe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Em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DC5F68-2490-F980-1866-F66629E09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86BCCAC-B787-98A1-8EFC-165741C98B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676" y="164123"/>
            <a:ext cx="11852031" cy="6529754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name above every other name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only one that could ever save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breath we could ever breathe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</p:txBody>
      </p:sp>
    </p:spTree>
    <p:extLst>
      <p:ext uri="{BB962C8B-B14F-4D97-AF65-F5344CB8AC3E}">
        <p14:creationId xmlns:p14="http://schemas.microsoft.com/office/powerpoint/2010/main" val="5123538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354" y="152400"/>
            <a:ext cx="11664461" cy="6506308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Am    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there is no one like You There is none beside You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Em   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 up my eyes in wonder and Show me who You are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fill me with Your heart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lead me in Your love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Em                       C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those around me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62E725-FC7A-BD29-C0AD-DA0DD071F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DEAAF69-99FD-8610-CCC0-44B8461B43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676" y="164123"/>
            <a:ext cx="11852031" cy="6529754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name above every other name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only one that could ever save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breath we could ever breathe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We live for You</a:t>
            </a:r>
          </a:p>
        </p:txBody>
      </p:sp>
    </p:spTree>
    <p:extLst>
      <p:ext uri="{BB962C8B-B14F-4D97-AF65-F5344CB8AC3E}">
        <p14:creationId xmlns:p14="http://schemas.microsoft.com/office/powerpoint/2010/main" val="2870463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F75689-E941-5408-274B-1212DAFAC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1006379-23F5-B41E-9471-D9A3225A07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354" y="152400"/>
            <a:ext cx="11664461" cy="6506308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Am    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there is no one like You There is none beside You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Em  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 up my eyes in wonder and Show me who You are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fill me with Your heart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lead me in Your love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Em                       C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those around me</a:t>
            </a:r>
          </a:p>
        </p:txBody>
      </p:sp>
    </p:spTree>
    <p:extLst>
      <p:ext uri="{BB962C8B-B14F-4D97-AF65-F5344CB8AC3E}">
        <p14:creationId xmlns:p14="http://schemas.microsoft.com/office/powerpoint/2010/main" val="19907063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063C65-6C59-9A38-2A0E-9AAD458EE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F6A5585-53BB-6F53-953E-D38B42F90E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355" y="152400"/>
            <a:ext cx="7181330" cy="6506308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D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build my life, upon Your love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a firm foundation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D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put my trust, in You alone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 will not be shaken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AB0EA6-34CF-4E27-BE3F-F58FA187821D}"/>
              </a:ext>
            </a:extLst>
          </p:cNvPr>
          <p:cNvSpPr txBox="1"/>
          <p:nvPr/>
        </p:nvSpPr>
        <p:spPr>
          <a:xfrm>
            <a:off x="8155858" y="6073933"/>
            <a:ext cx="4036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FF00"/>
                </a:solidFill>
              </a:rPr>
              <a:t>play twice &amp; to chorus</a:t>
            </a:r>
          </a:p>
        </p:txBody>
      </p:sp>
    </p:spTree>
    <p:extLst>
      <p:ext uri="{BB962C8B-B14F-4D97-AF65-F5344CB8AC3E}">
        <p14:creationId xmlns:p14="http://schemas.microsoft.com/office/powerpoint/2010/main" val="20305354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A3F554-34E3-3B1E-787D-C48115085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47F3F4D-C0D4-4A72-4951-1ABEC1BFE1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354" y="152400"/>
            <a:ext cx="11664461" cy="6506308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Am    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there is no one like You There is none beside You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Em  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 up my eyes in wonder and Show me who You are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fill me with Your heart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lead me in Your love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Em                       C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those around 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FD1541-FF07-8598-DC17-EC928F2098CE}"/>
              </a:ext>
            </a:extLst>
          </p:cNvPr>
          <p:cNvSpPr txBox="1"/>
          <p:nvPr/>
        </p:nvSpPr>
        <p:spPr>
          <a:xfrm>
            <a:off x="10751574" y="6073933"/>
            <a:ext cx="14404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FF00"/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35472439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219925" cy="2259929"/>
          </a:xfrm>
        </p:spPr>
        <p:txBody>
          <a:bodyPr>
            <a:normAutofit fontScale="92500" lnSpcReduction="100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The Solid Rock</a:t>
            </a: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(My Hope Is Built)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4192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C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hope is built on nothing less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Than Jesus' blood and righteousness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C   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dare not trust the sweetest frame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F                        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But wholly lean on Jesus' name</a:t>
            </a:r>
          </a:p>
        </p:txBody>
      </p:sp>
    </p:spTree>
    <p:extLst>
      <p:ext uri="{BB962C8B-B14F-4D97-AF65-F5344CB8AC3E}">
        <p14:creationId xmlns:p14="http://schemas.microsoft.com/office/powerpoint/2010/main" val="14744986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DE98F4-A7A6-08C6-CF3A-9FA23F8D2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4A01E9F-5199-B666-CB42-94FE83412E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darkness veils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lovely face I rest on his unchanging grace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C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every high and stormy gale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F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anchor holds within the veil</a:t>
            </a:r>
          </a:p>
        </p:txBody>
      </p:sp>
    </p:spTree>
    <p:extLst>
      <p:ext uri="{BB962C8B-B14F-4D97-AF65-F5344CB8AC3E}">
        <p14:creationId xmlns:p14="http://schemas.microsoft.com/office/powerpoint/2010/main" val="29121964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FF1423-0A80-1008-F63F-B09BA1E32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015473A-A217-7D93-A9DC-BB5F4AC129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      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Christ the solid rock I stand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C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other ground is sinking sand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          G         C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other ground is sinking sand</a:t>
            </a:r>
          </a:p>
        </p:txBody>
      </p:sp>
    </p:spTree>
    <p:extLst>
      <p:ext uri="{BB962C8B-B14F-4D97-AF65-F5344CB8AC3E}">
        <p14:creationId xmlns:p14="http://schemas.microsoft.com/office/powerpoint/2010/main" val="21245412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945C12-5A2A-2832-2530-C738BF976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C9EA354-A3F1-F182-8976-F5E1EB6AC3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oath His covenant His blood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F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Support me in the whelming flood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C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all around my soul gives way</a:t>
            </a:r>
          </a:p>
          <a:p>
            <a:pPr algn="l"/>
            <a:r>
              <a:rPr lang="en-US" sz="3600" b="1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then is all my hope and stay</a:t>
            </a:r>
          </a:p>
        </p:txBody>
      </p:sp>
    </p:spTree>
    <p:extLst>
      <p:ext uri="{BB962C8B-B14F-4D97-AF65-F5344CB8AC3E}">
        <p14:creationId xmlns:p14="http://schemas.microsoft.com/office/powerpoint/2010/main" val="37093412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437FC5-F169-96D6-0CFF-03363B306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3E5329C-3D66-8614-2D47-2ECCC5AA8A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      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Christ the solid rock I stand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C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other ground is sinking sand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other ground is sinking sand</a:t>
            </a:r>
          </a:p>
        </p:txBody>
      </p:sp>
    </p:spTree>
    <p:extLst>
      <p:ext uri="{BB962C8B-B14F-4D97-AF65-F5344CB8AC3E}">
        <p14:creationId xmlns:p14="http://schemas.microsoft.com/office/powerpoint/2010/main" val="42839032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33AE27-FFB0-AC04-4A62-8E4AC03AD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81F2854-B505-721F-B7B2-B2376D044A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C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He shall come with trumpet sound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may I then in Him be found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C    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Dressed In His righteousness alone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F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Faultless to stand before the throne</a:t>
            </a:r>
          </a:p>
        </p:txBody>
      </p:sp>
    </p:spTree>
    <p:extLst>
      <p:ext uri="{BB962C8B-B14F-4D97-AF65-F5344CB8AC3E}">
        <p14:creationId xmlns:p14="http://schemas.microsoft.com/office/powerpoint/2010/main" val="42733334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9" y="211015"/>
            <a:ext cx="6956538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      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Christ the solid rock I stand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C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other ground is sinking sand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other ground is sinking sand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C74F20-83AE-4447-136F-5E6EDB779813}"/>
              </a:ext>
            </a:extLst>
          </p:cNvPr>
          <p:cNvSpPr txBox="1"/>
          <p:nvPr/>
        </p:nvSpPr>
        <p:spPr>
          <a:xfrm>
            <a:off x="7735330" y="6047546"/>
            <a:ext cx="46293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Play twice and END</a:t>
            </a:r>
          </a:p>
        </p:txBody>
      </p:sp>
    </p:spTree>
    <p:extLst>
      <p:ext uri="{BB962C8B-B14F-4D97-AF65-F5344CB8AC3E}">
        <p14:creationId xmlns:p14="http://schemas.microsoft.com/office/powerpoint/2010/main" val="10273766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Picture 4" descr="A mountain with snow and a sunset&#10;&#10;AI-generated content may be incorrect.">
            <a:extLst>
              <a:ext uri="{FF2B5EF4-FFF2-40B4-BE49-F238E27FC236}">
                <a16:creationId xmlns:a16="http://schemas.microsoft.com/office/drawing/2014/main" id="{6A4D72FC-DF1E-94F8-76BF-4DA02F41FD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24" r="4528"/>
          <a:stretch>
            <a:fillRect/>
          </a:stretch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35403" y="4629234"/>
            <a:ext cx="3445766" cy="1485319"/>
          </a:xfrm>
          <a:noFill/>
        </p:spPr>
        <p:txBody>
          <a:bodyPr>
            <a:normAutofit/>
          </a:bodyPr>
          <a:lstStyle/>
          <a:p>
            <a:pPr algn="l"/>
            <a:endParaRPr lang="en-US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i="1" dirty="0">
                <a:latin typeface="Avenir Oblique" panose="02000503020000020003" pitchFamily="2" charset="0"/>
                <a:ea typeface="Bodoni Ornaments" pitchFamily="2" charset="0"/>
              </a:rPr>
              <a:t>Holy Forever</a:t>
            </a:r>
          </a:p>
        </p:txBody>
      </p:sp>
    </p:spTree>
    <p:extLst>
      <p:ext uri="{BB962C8B-B14F-4D97-AF65-F5344CB8AC3E}">
        <p14:creationId xmlns:p14="http://schemas.microsoft.com/office/powerpoint/2010/main" val="2692480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295" y="192505"/>
            <a:ext cx="11855116" cy="6481011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Am G     C/E    Am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C                                   F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thousand generations falling down in worship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Am                       G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sing the song of ages to the Lamb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C                                                   F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all who've gone before us and all who will believe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Am                         G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Will sing the song of ages to the Lamb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68B144-2502-C8D6-B70F-58B7B0905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4984C5-02C7-13A0-BE52-02F7D3A151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295" y="192505"/>
            <a:ext cx="11855116" cy="6481011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F                    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highest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greatest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                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F                          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thrones and dominions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powers and positions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                                   Dm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232213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505" y="208547"/>
            <a:ext cx="11871158" cy="6464969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F            Am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angels cry: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creation cries: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Dm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lifted high, 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Csus4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 -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ver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28747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68937F-1B0B-D60E-8A2F-8779586E2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6EA6FD0-A174-4866-B88D-F0BE10171A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295" y="192505"/>
            <a:ext cx="11855116" cy="6481011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F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If you've been forgiven and if you've been redeemed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G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the song forever to the Lamb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F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If you walk in freedom and if you bear His name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G 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the song forever to the Lamb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Am                         G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We'll sing the song forever and amen</a:t>
            </a:r>
          </a:p>
        </p:txBody>
      </p:sp>
    </p:spTree>
    <p:extLst>
      <p:ext uri="{BB962C8B-B14F-4D97-AF65-F5344CB8AC3E}">
        <p14:creationId xmlns:p14="http://schemas.microsoft.com/office/powerpoint/2010/main" val="14139206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BAA91-F4CA-AF11-8B21-880C24A0F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EE2076C-EC2B-9AA9-72FB-E39E7447C5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505" y="208547"/>
            <a:ext cx="11871158" cy="6464969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F         Am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angels cry: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creation cries: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Dm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lifted high, 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Csus4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 -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ver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47155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880269-F0C2-8131-4EE0-D78851E0F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0FFD390-F883-D262-DD50-1D3C4A74F4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505" y="208547"/>
            <a:ext cx="11871158" cy="6464969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 F            Am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Hear your people sing: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C  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King of Kings: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Dm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will always be 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Csus4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 -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ver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67967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23F22B-B6D4-1B65-3695-3D78C9940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09EFBE8-F6D1-FF88-9FF5-7769380D44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295" y="192505"/>
            <a:ext cx="11855116" cy="6481011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F                    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highest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greatest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                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F                          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thrones and dominions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powers and positions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                                   Dm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E114FB-42D3-3970-4401-7F040E3DEDFE}"/>
              </a:ext>
            </a:extLst>
          </p:cNvPr>
          <p:cNvSpPr txBox="1"/>
          <p:nvPr/>
        </p:nvSpPr>
        <p:spPr>
          <a:xfrm>
            <a:off x="8502316" y="673767"/>
            <a:ext cx="29517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Medium" panose="02000503020000020003" pitchFamily="2" charset="0"/>
                <a:ea typeface="Bodoni Ornaments" pitchFamily="2" charset="0"/>
                <a:cs typeface="+mn-cs"/>
              </a:rPr>
              <a:t>1 of 2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94481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B5C67B-FE69-E38C-986A-A759EB98F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FCB84DF-7784-29BE-F5B2-98C4666CF1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295" y="192505"/>
            <a:ext cx="11855116" cy="6481011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F                    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highest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greatest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                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F                          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thrones and dominions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powers and positions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                                   Dm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3596AC-FFCC-4C68-4D38-D5D7874EE79D}"/>
              </a:ext>
            </a:extLst>
          </p:cNvPr>
          <p:cNvSpPr txBox="1"/>
          <p:nvPr/>
        </p:nvSpPr>
        <p:spPr>
          <a:xfrm>
            <a:off x="8502316" y="673767"/>
            <a:ext cx="29517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Medium" panose="02000503020000020003" pitchFamily="2" charset="0"/>
                <a:ea typeface="Bodoni Ornaments" pitchFamily="2" charset="0"/>
                <a:cs typeface="+mn-cs"/>
              </a:rPr>
              <a:t>2 of 2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28170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E8CD93-5E2C-B84D-A10B-5E41D849D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F0D5276-DEFE-E10E-3378-8813A32DF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505" y="208547"/>
            <a:ext cx="11871158" cy="6464969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F         Am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angels cry: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creation cries: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Dm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lifted high, 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Csus4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 -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ver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60594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F5DA3A-821F-B154-8D09-F7DC61C37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D0B4A5-785F-DD93-7066-973C87335F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505" y="208547"/>
            <a:ext cx="11871158" cy="6464969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 F            Am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Hear your people sing: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C  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King of Kings: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Dm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will always be 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Csus4   C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 -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ver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55047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D6467F-349E-71A5-A77C-B5B2E0A88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33659AC-BF4A-AB29-8F56-437766A135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505" y="208547"/>
            <a:ext cx="11871158" cy="6464969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Dm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will always be 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Csus4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 -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ver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4A101A-3762-DDDA-D38F-78AA34AB84EF}"/>
              </a:ext>
            </a:extLst>
          </p:cNvPr>
          <p:cNvSpPr txBox="1"/>
          <p:nvPr/>
        </p:nvSpPr>
        <p:spPr>
          <a:xfrm>
            <a:off x="11005665" y="6273225"/>
            <a:ext cx="10070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37922293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559894" cy="2100964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Nearer My God To Thee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04844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           C                    G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Nearer, my God, to Thee Nearer to Thee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C               G      D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Even though it be a cross That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raiseth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C                    Em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Still all my song shall be Nearer, my God, to Thee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C                     G    D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Thee, nearer to Thee</a:t>
            </a:r>
          </a:p>
        </p:txBody>
      </p:sp>
    </p:spTree>
    <p:extLst>
      <p:ext uri="{BB962C8B-B14F-4D97-AF65-F5344CB8AC3E}">
        <p14:creationId xmlns:p14="http://schemas.microsoft.com/office/powerpoint/2010/main" val="5773990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4DDD07-ADB1-C938-D314-CB490FA0E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4A76516-C5FB-34B9-AB2A-79EE1C17D6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G                      C             G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Though, like the wanderer The sun gone down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C            G    D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Darkness be over me My rest a 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C                     Em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Yet in my dreams I'd be Nearer, my God, to Thee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C                     G   D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Thee, nearer to Thee</a:t>
            </a:r>
          </a:p>
        </p:txBody>
      </p:sp>
    </p:spTree>
    <p:extLst>
      <p:ext uri="{BB962C8B-B14F-4D97-AF65-F5344CB8AC3E}">
        <p14:creationId xmlns:p14="http://schemas.microsoft.com/office/powerpoint/2010/main" val="4957510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957BAC-E501-9A35-A70A-D795E6E44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10C758E-2BEB-6ABF-498E-D37A1E6675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G                   C                          G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Then, with my waking thoughts Bright with Thy praise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C                  G     D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Out of my stony griefs Bethel I'll raise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C                Em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by my woes to be Nearer, my God, to Thee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C                     G   D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Thee, nearer to Thee</a:t>
            </a:r>
          </a:p>
        </p:txBody>
      </p:sp>
    </p:spTree>
    <p:extLst>
      <p:ext uri="{BB962C8B-B14F-4D97-AF65-F5344CB8AC3E}">
        <p14:creationId xmlns:p14="http://schemas.microsoft.com/office/powerpoint/2010/main" val="42014341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BEE676-BF42-E028-A11B-7276772AC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18D853A-975B-D097-F077-233AED9840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7" y="152399"/>
            <a:ext cx="9472246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G              C                         G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in my Father’s home, safe and at rest,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C                   G     D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in my Savior’s love, perfectly blest;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C              Em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Age after age to be Nearer my God to Thee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C                    G    D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Thee, nearer to Thee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00D4802-012D-522A-2FE6-F164512222F6}"/>
              </a:ext>
            </a:extLst>
          </p:cNvPr>
          <p:cNvSpPr txBox="1"/>
          <p:nvPr/>
        </p:nvSpPr>
        <p:spPr>
          <a:xfrm>
            <a:off x="10890739" y="6273225"/>
            <a:ext cx="10070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0765290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796164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Great is Thy Faithfulness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9374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F  Am  G </a:t>
            </a:r>
          </a:p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C               F                   G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 O God my Father,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F                 C              D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is no shadow of turning with Thee;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G                      C                                        Dm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Thou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changest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not, Thy compassions they fail not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C                G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As Thou has been Thou forever wilt be</a:t>
            </a:r>
          </a:p>
        </p:txBody>
      </p:sp>
    </p:spTree>
    <p:extLst>
      <p:ext uri="{BB962C8B-B14F-4D97-AF65-F5344CB8AC3E}">
        <p14:creationId xmlns:p14="http://schemas.microsoft.com/office/powerpoint/2010/main" val="41681496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25C349-FB1F-4850-F274-DC32930F2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57E25BF-DF50-AFAC-A286-9B59BA0D33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Dm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C                 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Morning by morning new mercies I see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C                                   Dm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I have needed Thy hand hath provided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C                  G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 Lord unto me</a:t>
            </a:r>
          </a:p>
        </p:txBody>
      </p:sp>
    </p:spTree>
    <p:extLst>
      <p:ext uri="{BB962C8B-B14F-4D97-AF65-F5344CB8AC3E}">
        <p14:creationId xmlns:p14="http://schemas.microsoft.com/office/powerpoint/2010/main" val="2422789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C510D2-DB6E-2F76-C6DB-711CBF94C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FA1D61C-E8F9-1FAB-F668-6863393FC4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F                 G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Summer and winter, and springtime and harvest,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C               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Sun, moon and stars in their courses above,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C                                Dm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Join with all nature in manifold witness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C                  G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Thy great faithfulness, mercy and love</a:t>
            </a:r>
          </a:p>
        </p:txBody>
      </p:sp>
    </p:spTree>
    <p:extLst>
      <p:ext uri="{BB962C8B-B14F-4D97-AF65-F5344CB8AC3E}">
        <p14:creationId xmlns:p14="http://schemas.microsoft.com/office/powerpoint/2010/main" val="19738234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B18CA8-5C33-981B-CAA1-A671A0557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FDECAA6-8DEE-F4AB-C2A8-2DC0ED8DF1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Dm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C                 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Morning by morning new mercies I see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C                                   Dm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I have needed Thy hand hath provided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C                  G               C     F    Am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 Lord unto me.</a:t>
            </a:r>
          </a:p>
        </p:txBody>
      </p:sp>
    </p:spTree>
    <p:extLst>
      <p:ext uri="{BB962C8B-B14F-4D97-AF65-F5344CB8AC3E}">
        <p14:creationId xmlns:p14="http://schemas.microsoft.com/office/powerpoint/2010/main" val="17996270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C9E54E-3A48-D99D-2EA3-4B8388BF3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9F247F3-9753-3E05-BA45-BE8CB8E89C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F              G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Pardon for sin and a peace that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endureth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C                 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own dear presence to cheer and to guide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C                                         Dm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Strength for today and bright hope for tomorrow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C                      G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Blessings all mine, with ten thousand beside</a:t>
            </a:r>
          </a:p>
        </p:txBody>
      </p:sp>
    </p:spTree>
    <p:extLst>
      <p:ext uri="{BB962C8B-B14F-4D97-AF65-F5344CB8AC3E}">
        <p14:creationId xmlns:p14="http://schemas.microsoft.com/office/powerpoint/2010/main" val="174977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9" y="211015"/>
            <a:ext cx="11148646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Dm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C                 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Morning by morning new mercies I see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C                                   Dm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I have needed Thy hand hath provided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C                  G              C     Am    F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Thy faithfulness, Lord unto 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3D88D1-2660-ABE0-BA1B-445F49451E6D}"/>
              </a:ext>
            </a:extLst>
          </p:cNvPr>
          <p:cNvSpPr txBox="1"/>
          <p:nvPr/>
        </p:nvSpPr>
        <p:spPr>
          <a:xfrm>
            <a:off x="10609384" y="6047546"/>
            <a:ext cx="13598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282736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</TotalTime>
  <Words>1621</Words>
  <Application>Microsoft Macintosh PowerPoint</Application>
  <PresentationFormat>Widescreen</PresentationFormat>
  <Paragraphs>353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52</cp:revision>
  <dcterms:created xsi:type="dcterms:W3CDTF">2025-11-12T03:26:12Z</dcterms:created>
  <dcterms:modified xsi:type="dcterms:W3CDTF">2026-06-20T23:31:08Z</dcterms:modified>
</cp:coreProperties>
</file>