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76" r:id="rId5"/>
    <p:sldId id="288" r:id="rId6"/>
    <p:sldId id="289" r:id="rId7"/>
    <p:sldId id="286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87" r:id="rId16"/>
    <p:sldId id="297" r:id="rId17"/>
    <p:sldId id="298" r:id="rId18"/>
    <p:sldId id="274" r:id="rId19"/>
    <p:sldId id="277" r:id="rId20"/>
    <p:sldId id="299" r:id="rId21"/>
    <p:sldId id="278" r:id="rId22"/>
    <p:sldId id="279" r:id="rId23"/>
    <p:sldId id="280" r:id="rId24"/>
    <p:sldId id="281" r:id="rId25"/>
    <p:sldId id="282" r:id="rId26"/>
    <p:sldId id="283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Build My Life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</a:t>
            </a:r>
            <a:endParaRPr lang="en-US" sz="3600" dirty="0">
              <a:solidFill>
                <a:schemeClr val="accent1">
                  <a:lumMod val="40000"/>
                  <a:lumOff val="60000"/>
                </a:schemeClr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song we could ever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the praise we could ever bring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C5F68-2490-F980-1866-F66629E0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86BCCAC-B787-98A1-8EFC-165741C98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512353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2E725-FC7A-BD29-C0AD-DA0DD071F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DEAAF69-99FD-8610-CCC0-44B8461B4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676" y="164123"/>
            <a:ext cx="11852031" cy="6529754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name above every other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the only one that could ever save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every breath we could ever breathe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live for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We live for You</a:t>
            </a:r>
          </a:p>
        </p:txBody>
      </p:sp>
    </p:spTree>
    <p:extLst>
      <p:ext uri="{BB962C8B-B14F-4D97-AF65-F5344CB8AC3E}">
        <p14:creationId xmlns:p14="http://schemas.microsoft.com/office/powerpoint/2010/main" val="2870463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F75689-E941-5408-274B-1212DAFA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006379-23F5-B41E-9471-D9A3225A0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</p:spTree>
    <p:extLst>
      <p:ext uri="{BB962C8B-B14F-4D97-AF65-F5344CB8AC3E}">
        <p14:creationId xmlns:p14="http://schemas.microsoft.com/office/powerpoint/2010/main" val="199070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63C65-6C59-9A38-2A0E-9AAD458E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6A5585-53BB-6F53-953E-D38B42F90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5" y="152400"/>
            <a:ext cx="7181330" cy="6506308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build my life, upon Your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a firm foundation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D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put my trust, in You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not be shaken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AB0EA6-34CF-4E27-BE3F-F58FA187821D}"/>
              </a:ext>
            </a:extLst>
          </p:cNvPr>
          <p:cNvSpPr txBox="1"/>
          <p:nvPr/>
        </p:nvSpPr>
        <p:spPr>
          <a:xfrm>
            <a:off x="8155858" y="6073933"/>
            <a:ext cx="40361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play twice &amp; to chorus</a:t>
            </a:r>
          </a:p>
        </p:txBody>
      </p:sp>
    </p:spTree>
    <p:extLst>
      <p:ext uri="{BB962C8B-B14F-4D97-AF65-F5344CB8AC3E}">
        <p14:creationId xmlns:p14="http://schemas.microsoft.com/office/powerpoint/2010/main" val="203053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3F554-34E3-3B1E-787D-C48115085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7F3F4D-C0D4-4A72-4951-1ABEC1BFE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354" y="152400"/>
            <a:ext cx="11664461" cy="6506308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Am 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there is no one like You There is none beside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Em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 up my eyes in wonder and Show me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fill me with Your heart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lead me in Your love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Em                       C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those around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FD1541-FF07-8598-DC17-EC928F2098CE}"/>
              </a:ext>
            </a:extLst>
          </p:cNvPr>
          <p:cNvSpPr txBox="1"/>
          <p:nvPr/>
        </p:nvSpPr>
        <p:spPr>
          <a:xfrm>
            <a:off x="10751574" y="6073933"/>
            <a:ext cx="1440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4724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219925" cy="2259929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19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Jesus' name</a:t>
            </a:r>
          </a:p>
        </p:txBody>
      </p:sp>
    </p:spTree>
    <p:extLst>
      <p:ext uri="{BB962C8B-B14F-4D97-AF65-F5344CB8AC3E}">
        <p14:creationId xmlns:p14="http://schemas.microsoft.com/office/powerpoint/2010/main" val="147449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E98F4-A7A6-08C6-CF3A-9FA23F8D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A01E9F-5199-B666-CB42-94FE83412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     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912196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F1423-0A80-1008-F63F-B09BA1E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15473A-A217-7D93-A9DC-BB5F4AC12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G         C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2124541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45C12-5A2A-2832-2530-C738BF97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9EA354-A3F1-F182-8976-F5E1EB6AC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His blood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soul gives way</a:t>
            </a:r>
          </a:p>
          <a:p>
            <a:pPr algn="l"/>
            <a:r>
              <a:rPr lang="en-US" sz="3600" b="1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hope and stay</a:t>
            </a:r>
          </a:p>
        </p:txBody>
      </p:sp>
    </p:spTree>
    <p:extLst>
      <p:ext uri="{BB962C8B-B14F-4D97-AF65-F5344CB8AC3E}">
        <p14:creationId xmlns:p14="http://schemas.microsoft.com/office/powerpoint/2010/main" val="3709341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37FC5-F169-96D6-0CFF-03363B30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E5329C-3D66-8614-2D47-2ECCC5AA8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428390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3AE27-FFB0-AC04-4A62-8E4AC03A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1F2854-B505-721F-B7B2-B2376D044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4273333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6956538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74F20-83AE-4447-136F-5E6EDB779813}"/>
              </a:ext>
            </a:extLst>
          </p:cNvPr>
          <p:cNvSpPr txBox="1"/>
          <p:nvPr/>
        </p:nvSpPr>
        <p:spPr>
          <a:xfrm>
            <a:off x="7735330" y="6047546"/>
            <a:ext cx="4629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Play twice and END</a:t>
            </a:r>
          </a:p>
        </p:txBody>
      </p:sp>
    </p:spTree>
    <p:extLst>
      <p:ext uri="{BB962C8B-B14F-4D97-AF65-F5344CB8AC3E}">
        <p14:creationId xmlns:p14="http://schemas.microsoft.com/office/powerpoint/2010/main" val="1027376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i="1" dirty="0">
                <a:latin typeface="Avenir Oblique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269248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Am G     C/E    Am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    F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falling down in worship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Am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               F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and all who will believe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Am                         G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to the Lamb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Am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874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and if you've been redeemed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and if you bear His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Am  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BAA91-F4CA-AF11-8B21-880C24A0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E2076C-EC2B-9AA9-72FB-E39E7447C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15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3F22B-B6D4-1B65-3695-3D78C994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EFBE8-F6D1-FF88-9FF5-7769380D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114FB-42D3-3970-4401-7F040E3DEDFE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1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481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C67B-FE69-E38C-986A-A759EB98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CB84DF-7784-29BE-F5B2-98C4666CF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596AC-FFCC-4C68-4D38-D5D7874EE79D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2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817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8CD93-5E2C-B84D-A10B-5E41D849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0D5276-DEFE-E10E-3378-8813A32D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59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5DA3A-821F-B154-8D09-F7DC61C3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0B4A5-785F-DD93-7066-973C8733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4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6467F-349E-71A5-A77C-B5B2E0A8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3659AC-BF4A-AB29-8F56-437766A1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A101A-3762-DDDA-D38F-78AA34AB84EF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922293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559894" cy="210096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Nearer My God To Thee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4844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/ C /  G /  D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C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Nearer, my God, to Thee Nearer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C               G  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though it be a cross That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raiseth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Still all my song shall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577399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DDD07-ADB1-C938-D314-CB490FA0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4A76516-C5FB-34B9-AB2A-79EE1C17D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C             G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Though, like the wanderer The sun gone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C            G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Darkness be over me My rest a 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C     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Yet in my dreams I'd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95751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957BAC-E501-9A35-A70A-D795E6E4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0C758E-2BEB-6ABF-498E-D37A1E667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    C                          G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Then, with my waking thoughts Bright with Thy praise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C                  G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my stony griefs Bethel I'll 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  Em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by my woes to be Nearer, my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 G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</p:spTree>
    <p:extLst>
      <p:ext uri="{BB962C8B-B14F-4D97-AF65-F5344CB8AC3E}">
        <p14:creationId xmlns:p14="http://schemas.microsoft.com/office/powerpoint/2010/main" val="4201434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EE676-BF42-E028-A11B-7276772A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8D853A-975B-D097-F077-233AED984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9472246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C                  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Father’s home, safe and at rest,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C                   G     D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my Savior’s love, perfectly blest;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C              Em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after age to be Nearer my God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                   G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Nearer my God to Thee, nearer to Thee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D4802-012D-522A-2FE6-F164512222F6}"/>
              </a:ext>
            </a:extLst>
          </p:cNvPr>
          <p:cNvSpPr txBox="1"/>
          <p:nvPr/>
        </p:nvSpPr>
        <p:spPr>
          <a:xfrm>
            <a:off x="10890739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076529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796164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Great is Thy Faithfulness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374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F  Am  G 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F                   G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O God my Father,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C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is no shadow of turning with Thee;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     C                                        Dm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changest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not, Thy compassions they fail not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C                G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Thou has been Thou forever wilt be</a:t>
            </a:r>
          </a:p>
        </p:txBody>
      </p:sp>
    </p:spTree>
    <p:extLst>
      <p:ext uri="{BB962C8B-B14F-4D97-AF65-F5344CB8AC3E}">
        <p14:creationId xmlns:p14="http://schemas.microsoft.com/office/powerpoint/2010/main" val="4168149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5C349-FB1F-4850-F274-DC32930F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7E25BF-DF50-AFAC-A286-9B59BA0D3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</a:t>
            </a:r>
          </a:p>
        </p:txBody>
      </p:sp>
    </p:spTree>
    <p:extLst>
      <p:ext uri="{BB962C8B-B14F-4D97-AF65-F5344CB8AC3E}">
        <p14:creationId xmlns:p14="http://schemas.microsoft.com/office/powerpoint/2010/main" val="2422789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510D2-DB6E-2F76-C6DB-711CBF94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A1D61C-E8F9-1FAB-F668-6863393FC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F                 G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Summer and winter, and springtime and harvest,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C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Sun, moon and stars in their courses above,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Join with all nature in manifold witness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C     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Thy great faithfulness, mercy and love</a:t>
            </a:r>
          </a:p>
        </p:txBody>
      </p:sp>
    </p:spTree>
    <p:extLst>
      <p:ext uri="{BB962C8B-B14F-4D97-AF65-F5344CB8AC3E}">
        <p14:creationId xmlns:p14="http://schemas.microsoft.com/office/powerpoint/2010/main" val="19738234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18CA8-5C33-981B-CAA1-A671A055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DECAA6-8DEE-F4AB-C2A8-2DC0ED8DF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 C     F    Am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me.</a:t>
            </a:r>
          </a:p>
        </p:txBody>
      </p:sp>
    </p:spTree>
    <p:extLst>
      <p:ext uri="{BB962C8B-B14F-4D97-AF65-F5344CB8AC3E}">
        <p14:creationId xmlns:p14="http://schemas.microsoft.com/office/powerpoint/2010/main" val="1799627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9E54E-3A48-D99D-2EA3-4B8388BF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F247F3-9753-3E05-BA45-BE8CB8E89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F       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Pardon for sin and a peace that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endureth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C                  D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own dear presence to cheer and to guide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                                         Dm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Strength for today and bright hope for tomorrow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Blessings all mine, with ten thousand beside</a:t>
            </a:r>
          </a:p>
        </p:txBody>
      </p:sp>
    </p:spTree>
    <p:extLst>
      <p:ext uri="{BB962C8B-B14F-4D97-AF65-F5344CB8AC3E}">
        <p14:creationId xmlns:p14="http://schemas.microsoft.com/office/powerpoint/2010/main" val="174977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1148646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C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Morning by morning new mercies I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                                   Dm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I have needed Thy hand hath provided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C                  G              C     Am    F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Thy faithfulness, Lord unto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3D88D1-2660-ABE0-BA1B-445F49451E6D}"/>
              </a:ext>
            </a:extLst>
          </p:cNvPr>
          <p:cNvSpPr txBox="1"/>
          <p:nvPr/>
        </p:nvSpPr>
        <p:spPr>
          <a:xfrm>
            <a:off x="10609384" y="6047546"/>
            <a:ext cx="1359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82736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1629</Words>
  <Application>Microsoft Macintosh PowerPoint</Application>
  <PresentationFormat>Widescreen</PresentationFormat>
  <Paragraphs>354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54</cp:revision>
  <dcterms:created xsi:type="dcterms:W3CDTF">2025-11-12T03:26:12Z</dcterms:created>
  <dcterms:modified xsi:type="dcterms:W3CDTF">2026-06-21T03:46:23Z</dcterms:modified>
</cp:coreProperties>
</file>