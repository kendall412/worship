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82" r:id="rId6"/>
    <p:sldId id="283" r:id="rId7"/>
    <p:sldId id="290" r:id="rId8"/>
    <p:sldId id="284" r:id="rId9"/>
    <p:sldId id="285" r:id="rId10"/>
    <p:sldId id="286" r:id="rId11"/>
    <p:sldId id="287" r:id="rId12"/>
    <p:sldId id="288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275" r:id="rId53"/>
    <p:sldId id="330" r:id="rId54"/>
    <p:sldId id="331" r:id="rId55"/>
    <p:sldId id="265" r:id="rId56"/>
    <p:sldId id="276" r:id="rId57"/>
    <p:sldId id="332" r:id="rId58"/>
    <p:sldId id="333" r:id="rId59"/>
    <p:sldId id="277" r:id="rId60"/>
    <p:sldId id="334" r:id="rId61"/>
    <p:sldId id="335" r:id="rId62"/>
    <p:sldId id="336" r:id="rId63"/>
    <p:sldId id="278" r:id="rId64"/>
    <p:sldId id="337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Matt Maher (2003)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2003 Thankyou Music Ltd; SPIRITANDSONG.COM PUBLISHING)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sinner's heart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4B173-67A5-7741-1B21-6E7D7731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968CA9-8E01-420E-AEA2-2F1599CBE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mercy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keep us apart</a:t>
            </a:r>
          </a:p>
        </p:txBody>
      </p:sp>
    </p:spTree>
    <p:extLst>
      <p:ext uri="{BB962C8B-B14F-4D97-AF65-F5344CB8AC3E}">
        <p14:creationId xmlns:p14="http://schemas.microsoft.com/office/powerpoint/2010/main" val="63854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345FB-8EEB-D3D2-5BC3-F014C91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191FD1-E912-309A-4FF2-3B2763178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9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C9E52-A5B3-5EA9-9002-21EBB048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537918-C0B4-14F0-DAFA-49A4A5423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79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2B370-AEC6-DEC3-BF92-FC925663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9EB70E-BB0C-F80F-8593-288626012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lead the strong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9571-B83F-5045-DC54-BAD5AB4A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845214-5B83-748A-CF7D-FE83DBBCB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salvation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78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22696-AE14-A2E3-70F3-BB4C52A3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D94FE1-ADE0-554E-E709-A47B883E3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4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2694D-0899-ED86-E0CA-D8B443F9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93E1F5-E57B-3198-70A2-50EA9E3A3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39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E3784-E4E0-36D3-6D07-9A18E3F8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55F256-D7B0-AFCC-9407-7C889F880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2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977AB-6F75-4978-2489-9E7781BB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298114-ED32-24CB-7014-3638BD19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68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03B46-5376-ACAF-4960-AD2E687B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D3C12F-6E82-0268-3932-FBE4E5805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 see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0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7784D-98CE-91D8-C0AA-8F416D5C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24DAE8-1C84-401B-5F39-D76D39E4E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49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Dustin Smith, Jonny Robinson, Michael Farren, Rich Thompson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Music; Integrity's Praise!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21304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343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C3F84-7CD6-C8FC-E1D7-5140DCEA942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Matt Boswell and Matt Papa in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Messenger Hymns and Love Your Enemies Publishing (Administered by Music Services, Inc.)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378446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296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579A6-F40B-1A3E-B86E-8261F8A9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CDA21B-FE9E-0E98-A953-DC57E447D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32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400D9-91AC-C740-378B-4CA05FD1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9C6225-A45A-181F-6FC7-92A1B771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0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42B7-048B-66A4-83B8-8FD10719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8A517A-BB0F-4CC6-0F2F-56379A366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66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3A98D-D0B9-D960-1235-F74B6EB2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ED31-74E0-F379-5957-AFDB3FA1A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06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0B8B3-FF34-E99C-D5CC-C97B7EBA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550C-EE96-53CE-8827-C61B7C303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7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0F6E0-FEFA-9F57-1DF6-F215E446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44CC7-EBEF-5573-A5E0-482C17167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10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36F9-AB35-4E75-9880-ADCDD5BD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E448-C72E-8A6E-E063-E00AE7468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A5CBD-9433-55FB-9219-617D6AD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D5CFD7-2E17-B8A9-AD4D-18068B5D0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30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477A-88DB-79D4-D478-C0ADA1A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F35AD6-7068-BA91-8DAE-3E2CB44C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92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Time Huges (2001)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2000 Thankyou Music Ltd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8055607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stepped down into darkness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see</a:t>
            </a:r>
          </a:p>
        </p:txBody>
      </p:sp>
    </p:spTree>
    <p:extLst>
      <p:ext uri="{BB962C8B-B14F-4D97-AF65-F5344CB8AC3E}">
        <p14:creationId xmlns:p14="http://schemas.microsoft.com/office/powerpoint/2010/main" val="1327568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66C94-82FB-996C-F0A9-91A8A66B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963ADF-FFBE-34E0-ED56-0FEBCB03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heart adore You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</a:t>
            </a:r>
          </a:p>
        </p:txBody>
      </p:sp>
    </p:spTree>
    <p:extLst>
      <p:ext uri="{BB962C8B-B14F-4D97-AF65-F5344CB8AC3E}">
        <p14:creationId xmlns:p14="http://schemas.microsoft.com/office/powerpoint/2010/main" val="1095658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D9410-FC9B-9EC6-405A-1BF13321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C8E2BF-53F4-D22B-FC21-6AB76D2A4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103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01EE3-E99E-D587-D496-030476C4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5502C-2835-A8E9-F719-10A8AA3DB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34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93F9-036B-BAA3-E806-726E0E3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9D47F5-5549-1C27-05A6-770393D34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so highly exalted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</p:txBody>
      </p:sp>
    </p:spTree>
    <p:extLst>
      <p:ext uri="{BB962C8B-B14F-4D97-AF65-F5344CB8AC3E}">
        <p14:creationId xmlns:p14="http://schemas.microsoft.com/office/powerpoint/2010/main" val="4263974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28D66-6B83-58E8-CBA3-CE90FC9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58BB94-BAEF-4C94-FBD6-9A6849173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earth You created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625470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AF77-5082-65F2-5970-58038344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781073-B088-8349-BC0C-84A5AD77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808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657F1-4674-8773-5B58-E21CD83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50FF1-E70A-C6D2-D736-5F5607A57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2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27C4C-AFDE-7AD4-4BB0-C63BFED3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E6E55F-0AB3-D748-AD3B-D5C71DDD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much it cost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that cross</a:t>
            </a:r>
          </a:p>
        </p:txBody>
      </p:sp>
    </p:spTree>
    <p:extLst>
      <p:ext uri="{BB962C8B-B14F-4D97-AF65-F5344CB8AC3E}">
        <p14:creationId xmlns:p14="http://schemas.microsoft.com/office/powerpoint/2010/main" val="3363391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52783-B041-BD38-9D5A-FD0A32A8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5DB6D-142A-D660-E155-EBBF75A6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39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5A30B-01FA-4FAF-9739-755B1A9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4DC2D0-F16B-4D54-A189-D99C5F327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65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750F7-3AE0-6F22-FBB9-4E47E95A492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Horatio G. Spafford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by Philip P. Bliss (1876)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0CAC-CC85-A085-CDF1-E7AE19E7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9B5AB-826A-D4BD-7A21-39449DF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</a:p>
          <a:p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</p:txBody>
      </p:sp>
    </p:spTree>
    <p:extLst>
      <p:ext uri="{BB962C8B-B14F-4D97-AF65-F5344CB8AC3E}">
        <p14:creationId xmlns:p14="http://schemas.microsoft.com/office/powerpoint/2010/main" val="42696852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E41F-B8B1-D8C4-8AF1-511363F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60025F-4FCF-C552-E9E8-85D8029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810242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trials should come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4BFF-F580-3282-8F95-C4B8C684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B6973-6971-F008-ADB4-501338FC8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helpless estate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soul</a:t>
            </a:r>
          </a:p>
        </p:txBody>
      </p:sp>
    </p:spTree>
    <p:extLst>
      <p:ext uri="{BB962C8B-B14F-4D97-AF65-F5344CB8AC3E}">
        <p14:creationId xmlns:p14="http://schemas.microsoft.com/office/powerpoint/2010/main" val="29330946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88DC-8790-5416-F2FD-FDA20BB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6C7E63-464E-581C-536F-3CBB2FE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734815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glorious thought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8C16-46F9-5441-DE67-0D37807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088943-0F19-01F5-3B6C-1B570784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bear it no more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</a:t>
            </a:r>
          </a:p>
        </p:txBody>
      </p:sp>
    </p:spTree>
    <p:extLst>
      <p:ext uri="{BB962C8B-B14F-4D97-AF65-F5344CB8AC3E}">
        <p14:creationId xmlns:p14="http://schemas.microsoft.com/office/powerpoint/2010/main" val="13060022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23C2-A5D0-054E-5748-575271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17AD11-4223-D5E7-BEF7-90CC3A1D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2073917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9FFCA-D5AD-7325-F5AD-48DC0A3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BDBD0-2AA3-1D74-3D45-39435D48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</p:txBody>
      </p:sp>
    </p:spTree>
    <p:extLst>
      <p:ext uri="{BB962C8B-B14F-4D97-AF65-F5344CB8AC3E}">
        <p14:creationId xmlns:p14="http://schemas.microsoft.com/office/powerpoint/2010/main" val="40670540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Lord shall descend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CBDE-5290-C40C-FE29-81E43264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ED596F-8B21-C961-DECC-C058FC1B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835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1136</Words>
  <Application>Microsoft Macintosh PowerPoint</Application>
  <PresentationFormat>On-screen Show (4:3)</PresentationFormat>
  <Paragraphs>310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2026-09-05T05:48:12Z</dcterms:modified>
</cp:coreProperties>
</file>