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2"/>
    <p:sldId id="275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56" r:id="rId17"/>
    <p:sldId id="276" r:id="rId18"/>
    <p:sldId id="277" r:id="rId19"/>
    <p:sldId id="278" r:id="rId20"/>
    <p:sldId id="279" r:id="rId21"/>
    <p:sldId id="280" r:id="rId22"/>
    <p:sldId id="281" r:id="rId23"/>
    <p:sldId id="282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711"/>
    <p:restoredTop sz="94694"/>
  </p:normalViewPr>
  <p:slideViewPr>
    <p:cSldViewPr snapToGrid="0">
      <p:cViewPr varScale="1">
        <p:scale>
          <a:sx n="107" d="100"/>
          <a:sy n="107" d="100"/>
        </p:scale>
        <p:origin x="320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ACF013-4574-2AD0-7BFD-6E771B7E5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Matterhorn with snow and stars in the sky&#10;&#10;AI-generated content may be incorrect.">
            <a:extLst>
              <a:ext uri="{FF2B5EF4-FFF2-40B4-BE49-F238E27FC236}">
                <a16:creationId xmlns:a16="http://schemas.microsoft.com/office/drawing/2014/main" id="{20FF3D56-E105-8F19-A54E-4F173C83BF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159" t="9091" r="25205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FD9A51-1655-DF8C-52C5-2398AD7832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 fontScale="92500"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i="1" dirty="0">
                <a:latin typeface="Avenir Oblique" panose="02000503020000020003" pitchFamily="2" charset="0"/>
                <a:ea typeface="Bodoni Ornaments" pitchFamily="2" charset="0"/>
              </a:rPr>
              <a:t>All sufficient merit</a:t>
            </a:r>
          </a:p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6047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3E1F97-17F4-001F-7673-B8EFA09D8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F0AA937-867D-D484-37E8-C9B43A9059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sufficient merit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Shining like the sun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fortune I inherit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By no work I have done</a:t>
            </a:r>
          </a:p>
        </p:txBody>
      </p:sp>
    </p:spTree>
    <p:extLst>
      <p:ext uri="{BB962C8B-B14F-4D97-AF65-F5344CB8AC3E}">
        <p14:creationId xmlns:p14="http://schemas.microsoft.com/office/powerpoint/2010/main" val="2991002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321B20-1F07-D41B-D17B-105DC9065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4E81914-E1B4-6E96-BBA8-CF33B0DE65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righteousness I forfeit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At my saviors cross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Where all sufficient merit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Did what I could not</a:t>
            </a:r>
          </a:p>
        </p:txBody>
      </p:sp>
    </p:spTree>
    <p:extLst>
      <p:ext uri="{BB962C8B-B14F-4D97-AF65-F5344CB8AC3E}">
        <p14:creationId xmlns:p14="http://schemas.microsoft.com/office/powerpoint/2010/main" val="1943880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7A8B09-2F31-905B-BD0E-1A22C68CD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8957205-5518-134E-F4A7-AD9AB21DC5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love he condescended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Eternal now in time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life without a blemish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maker made to die</a:t>
            </a:r>
          </a:p>
        </p:txBody>
      </p:sp>
    </p:spTree>
    <p:extLst>
      <p:ext uri="{BB962C8B-B14F-4D97-AF65-F5344CB8AC3E}">
        <p14:creationId xmlns:p14="http://schemas.microsoft.com/office/powerpoint/2010/main" val="270575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8485AA-E5D7-1D2A-5596-A117FB74F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81BF79A-693B-1553-9129-003849B4A6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Law could never save us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lawlessness had won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Until the pure and spotless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Lamb had finally come</a:t>
            </a:r>
          </a:p>
        </p:txBody>
      </p:sp>
    </p:spTree>
    <p:extLst>
      <p:ext uri="{BB962C8B-B14F-4D97-AF65-F5344CB8AC3E}">
        <p14:creationId xmlns:p14="http://schemas.microsoft.com/office/powerpoint/2010/main" val="1328795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AFF0EA-04E9-B7E9-0BF6-7D546FDEE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377A57-C32B-6F9A-6862-0207CC2B85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done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finished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more debt I owe</a:t>
            </a:r>
          </a:p>
        </p:txBody>
      </p:sp>
    </p:spTree>
    <p:extLst>
      <p:ext uri="{BB962C8B-B14F-4D97-AF65-F5344CB8AC3E}">
        <p14:creationId xmlns:p14="http://schemas.microsoft.com/office/powerpoint/2010/main" val="3098694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5F4B13-D2D3-B52B-5C79-90350352F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676AC21-EFE8-0107-87AA-58036F07F1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Paid in full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sufficient merit now my own</a:t>
            </a:r>
          </a:p>
        </p:txBody>
      </p:sp>
    </p:spTree>
    <p:extLst>
      <p:ext uri="{BB962C8B-B14F-4D97-AF65-F5344CB8AC3E}">
        <p14:creationId xmlns:p14="http://schemas.microsoft.com/office/powerpoint/2010/main" val="2424527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F6EB98-5F43-3DA3-94A9-EB6300F45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1DE054B-FBE9-55DC-2B7F-6146B7B7E5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lay down my garments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Any empty boast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Good works now all corrupted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By the sinful host</a:t>
            </a:r>
          </a:p>
        </p:txBody>
      </p:sp>
    </p:spTree>
    <p:extLst>
      <p:ext uri="{BB962C8B-B14F-4D97-AF65-F5344CB8AC3E}">
        <p14:creationId xmlns:p14="http://schemas.microsoft.com/office/powerpoint/2010/main" val="2919432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7266B9-C9EE-B7FF-FDA9-A064D3B5A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7847247-1E8D-0181-52EF-49ECFD3331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I’m dressed in my LORD Jesus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crimson robe made white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more fear of judgement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righteousness is mine</a:t>
            </a:r>
          </a:p>
        </p:txBody>
      </p:sp>
    </p:spTree>
    <p:extLst>
      <p:ext uri="{BB962C8B-B14F-4D97-AF65-F5344CB8AC3E}">
        <p14:creationId xmlns:p14="http://schemas.microsoft.com/office/powerpoint/2010/main" val="23053852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6C86CD-4E1D-3561-16CB-290155117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87F42E7-D1DC-DB2D-C43A-E9C05A0A88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done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finished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more debt I owe</a:t>
            </a:r>
          </a:p>
        </p:txBody>
      </p:sp>
    </p:spTree>
    <p:extLst>
      <p:ext uri="{BB962C8B-B14F-4D97-AF65-F5344CB8AC3E}">
        <p14:creationId xmlns:p14="http://schemas.microsoft.com/office/powerpoint/2010/main" val="8816520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0D35CF-1EB1-F96C-F585-C6412E95B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AD8B3DD-E39F-8B93-A66C-07B87B2BF8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Paid in full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sufficient merit now my own</a:t>
            </a:r>
          </a:p>
        </p:txBody>
      </p:sp>
    </p:spTree>
    <p:extLst>
      <p:ext uri="{BB962C8B-B14F-4D97-AF65-F5344CB8AC3E}">
        <p14:creationId xmlns:p14="http://schemas.microsoft.com/office/powerpoint/2010/main" val="15141487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8EAD9D-411B-BBB0-2853-4AE179FD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AA9DF7F-CB55-F585-2E89-9D375B0873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sufficient merit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Firm in life and death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joy of my salvation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Shall be my final breath</a:t>
            </a:r>
          </a:p>
        </p:txBody>
      </p:sp>
    </p:spTree>
    <p:extLst>
      <p:ext uri="{BB962C8B-B14F-4D97-AF65-F5344CB8AC3E}">
        <p14:creationId xmlns:p14="http://schemas.microsoft.com/office/powerpoint/2010/main" val="23723099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A0F7E5-CC77-9690-4674-FA9570954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276E9F8-15BB-D1F9-FFD7-553FE54BB1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I stand accepted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Before the throne of God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I’ll gaze upon my Jesus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thank Him for the cross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Yes I’ll thank Him for the cross</a:t>
            </a:r>
          </a:p>
        </p:txBody>
      </p:sp>
    </p:spTree>
    <p:extLst>
      <p:ext uri="{BB962C8B-B14F-4D97-AF65-F5344CB8AC3E}">
        <p14:creationId xmlns:p14="http://schemas.microsoft.com/office/powerpoint/2010/main" val="16139499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4D88FC-4E3B-33B7-4523-713E4E923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0EFA89D-9061-98AB-0628-D5031176EF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done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finished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more debt I owe</a:t>
            </a:r>
          </a:p>
        </p:txBody>
      </p:sp>
    </p:spTree>
    <p:extLst>
      <p:ext uri="{BB962C8B-B14F-4D97-AF65-F5344CB8AC3E}">
        <p14:creationId xmlns:p14="http://schemas.microsoft.com/office/powerpoint/2010/main" val="19702717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9EF69D-9EA9-BF41-1D9F-657A64BF3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CEC6CFC-0B61-AE61-952D-EE48216DD4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Paid in full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sufficient merit now my own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(Oh your merit now my own)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1934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Picture 4" descr="A mountain with snow and a sunset&#10;&#10;AI-generated content may be incorrect.">
            <a:extLst>
              <a:ext uri="{FF2B5EF4-FFF2-40B4-BE49-F238E27FC236}">
                <a16:creationId xmlns:a16="http://schemas.microsoft.com/office/drawing/2014/main" id="{6A4D72FC-DF1E-94F8-76BF-4DA02F41FD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24" r="4528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5403" y="4629234"/>
            <a:ext cx="3445766" cy="1485319"/>
          </a:xfrm>
          <a:noFill/>
        </p:spPr>
        <p:txBody>
          <a:bodyPr>
            <a:normAutofit/>
          </a:bodyPr>
          <a:lstStyle/>
          <a:p>
            <a:pPr algn="l"/>
            <a:endParaRPr lang="en-US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i="1" dirty="0">
                <a:latin typeface="Avenir Oblique" panose="02000503020000020003" pitchFamily="2" charset="0"/>
                <a:ea typeface="Bodoni Ornaments" pitchFamily="2" charset="0"/>
              </a:rPr>
              <a:t>Only A Holy God</a:t>
            </a: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commands all the hosts of heaven?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could make every king bow down?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can whisper and darkness trembles?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F505F0-2C9A-D8AD-DFA4-B73903366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1EF0C30-6484-3BF3-D373-46931D0DFD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beauty demands such praises?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splendor outshines the sun?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majesty rules with justice?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</p:txBody>
      </p:sp>
    </p:spTree>
    <p:extLst>
      <p:ext uri="{BB962C8B-B14F-4D97-AF65-F5344CB8AC3E}">
        <p14:creationId xmlns:p14="http://schemas.microsoft.com/office/powerpoint/2010/main" val="3071111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behold Him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One and the Only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Cry out, sing holy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Forever a Holy God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worship the Holy God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D2FD3F-6844-171B-75C6-E0B10DBB3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A48DAEF-3BC1-304E-FFFF-19C952686D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glory consumes like fire?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power can raise the dead?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name remains undefeated?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</p:txBody>
      </p:sp>
    </p:spTree>
    <p:extLst>
      <p:ext uri="{BB962C8B-B14F-4D97-AF65-F5344CB8AC3E}">
        <p14:creationId xmlns:p14="http://schemas.microsoft.com/office/powerpoint/2010/main" val="21391436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DD6076-183C-D81C-EBA3-D8969D3B5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36CF681-D5C2-48F7-C8BB-4D44BB1BAC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behold Him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One and the Only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Cry out, sing holy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Forever a Holy God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worship the Holy God</a:t>
            </a:r>
          </a:p>
        </p:txBody>
      </p:sp>
    </p:spTree>
    <p:extLst>
      <p:ext uri="{BB962C8B-B14F-4D97-AF65-F5344CB8AC3E}">
        <p14:creationId xmlns:p14="http://schemas.microsoft.com/office/powerpoint/2010/main" val="12412940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8317EC-1961-007B-9D77-878B0602D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4CB05F5-887D-B9B2-15C9-D104BAD59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could rescue me from my failing?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would offer His only Son?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invites me to call Him Father?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my Holy God</a:t>
            </a:r>
          </a:p>
        </p:txBody>
      </p:sp>
    </p:spTree>
    <p:extLst>
      <p:ext uri="{BB962C8B-B14F-4D97-AF65-F5344CB8AC3E}">
        <p14:creationId xmlns:p14="http://schemas.microsoft.com/office/powerpoint/2010/main" val="819042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DE7837-C86C-DF59-5616-63A3AF70F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6AE4AD9-59BD-88FF-3051-F99F71AA13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behold Him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One and the Only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Cry out, sing holy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Forever a Holy God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worship the Holy God</a:t>
            </a:r>
          </a:p>
        </p:txBody>
      </p:sp>
    </p:spTree>
    <p:extLst>
      <p:ext uri="{BB962C8B-B14F-4D97-AF65-F5344CB8AC3E}">
        <p14:creationId xmlns:p14="http://schemas.microsoft.com/office/powerpoint/2010/main" val="1204786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414</Words>
  <Application>Microsoft Macintosh PowerPoint</Application>
  <PresentationFormat>Widescreen</PresentationFormat>
  <Paragraphs>135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22</cp:revision>
  <dcterms:created xsi:type="dcterms:W3CDTF">2025-11-12T03:26:12Z</dcterms:created>
  <dcterms:modified xsi:type="dcterms:W3CDTF">2025-11-23T04:41:29Z</dcterms:modified>
</cp:coreProperties>
</file>