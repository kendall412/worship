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91" r:id="rId6"/>
    <p:sldId id="292" r:id="rId7"/>
    <p:sldId id="290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99"/>
    <p:restoredTop sz="94650"/>
  </p:normalViewPr>
  <p:slideViewPr>
    <p:cSldViewPr snapToGrid="0">
      <p:cViewPr varScale="1">
        <p:scale>
          <a:sx n="76" d="100"/>
          <a:sy n="76" d="100"/>
        </p:scale>
        <p:origin x="216" y="2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3rd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A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A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Bm                 A                     G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             A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C10A-A8B8-B454-FA85-EEF80F7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6517DD-88E8-A370-BA3F-9F0CDA1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A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Bm              A                        G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G                                F#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348735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Em  A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Em  A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Bm    A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Em   D                     G    A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      Above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2AD17-BFA3-E450-9FE2-0EA249A6D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EF4358-2963-DB79-5364-4125CB7FE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A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A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Bm                 A                     G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             A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830016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AA729-51F6-A2C1-DC45-EED100AE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3C984B-D2B1-F5C9-AAB9-A4B83CC78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A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Bm              A                        G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G                                F#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60233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1ABF1-8C44-2C21-EADB-B94EA328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591224-DAF4-558F-3595-54A2C96F8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Em  A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Em  A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Bm    A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Em   D                     G    A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     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442BAD-29E8-DD27-39A6-403827A72D10}"/>
              </a:ext>
            </a:extLst>
          </p:cNvPr>
          <p:cNvSpPr txBox="1"/>
          <p:nvPr/>
        </p:nvSpPr>
        <p:spPr>
          <a:xfrm>
            <a:off x="10127673" y="6150114"/>
            <a:ext cx="196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260207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9EE0-CF0D-D60D-261A-2FAA3292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4CDEF4-5454-62F7-CC66-DF5DFACE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Bm    A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Em   D                     G    A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     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579F7-1BAA-8A16-E55C-D87FD9D503BE}"/>
              </a:ext>
            </a:extLst>
          </p:cNvPr>
          <p:cNvSpPr txBox="1"/>
          <p:nvPr/>
        </p:nvSpPr>
        <p:spPr>
          <a:xfrm>
            <a:off x="10986655" y="6150114"/>
            <a:ext cx="120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0239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333</Words>
  <Application>Microsoft Macintosh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48</cp:revision>
  <dcterms:created xsi:type="dcterms:W3CDTF">2025-11-12T03:26:12Z</dcterms:created>
  <dcterms:modified xsi:type="dcterms:W3CDTF">2026-09-18T03:01:14Z</dcterms:modified>
</cp:coreProperties>
</file>