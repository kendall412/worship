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1" r:id="rId4"/>
    <p:sldId id="263" r:id="rId5"/>
    <p:sldId id="264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7"/>
    <p:restoredTop sz="94725"/>
  </p:normalViewPr>
  <p:slideViewPr>
    <p:cSldViewPr snapToGrid="0">
      <p:cViewPr varScale="1">
        <p:scale>
          <a:sx n="107" d="100"/>
          <a:sy n="107" d="100"/>
        </p:scale>
        <p:origin x="16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    G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9700-242A-8DF5-A676-275DCBDE7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A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A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A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D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E1F9-0E06-9E49-4B5D-A1794F99D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5CB3-9C53-22BC-C4B0-F523CFD4A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D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E63D-3243-8BE5-50D5-96713B873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D    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186</Words>
  <Application>Microsoft Macintosh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Avenir Book</vt:lpstr>
      <vt:lpstr>Office Theme</vt:lpstr>
      <vt:lpstr>Verse 1</vt:lpstr>
      <vt:lpstr>Pre-Chorus</vt:lpstr>
      <vt:lpstr>Chorus 1</vt:lpstr>
      <vt:lpstr>Verse 2</vt:lpstr>
      <vt:lpstr>Chorus 1</vt:lpstr>
      <vt:lpstr>Chorus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9</cp:revision>
  <dcterms:created xsi:type="dcterms:W3CDTF">2026-04-04T15:41:28Z</dcterms:created>
  <dcterms:modified xsi:type="dcterms:W3CDTF">2026-04-05T04:11:06Z</dcterms:modified>
</cp:coreProperties>
</file>