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  <p:sldId id="290" r:id="rId10"/>
    <p:sldId id="291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6"/>
  </p:normalViewPr>
  <p:slideViewPr>
    <p:cSldViewPr snapToGrid="0">
      <p:cViewPr varScale="1">
        <p:scale>
          <a:sx n="100" d="100"/>
          <a:sy n="100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7292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Shout to the LORD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D     G     D   </a:t>
            </a:r>
          </a:p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D                 Em                 D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my Savior, Lord there is none like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C              G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I want to praise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F           C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migh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ty    love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2FA0A-DAD0-E2E8-39FB-D01CAF64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25C702-1E1B-FEDC-B5FF-81B5BAE30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my shelter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D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C            G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all that I am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F        C  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ship  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74E2C-6D3A-75D1-8137-0D462036F03F}"/>
              </a:ext>
            </a:extLst>
          </p:cNvPr>
          <p:cNvSpPr txBox="1"/>
          <p:nvPr/>
        </p:nvSpPr>
        <p:spPr>
          <a:xfrm>
            <a:off x="8509001" y="6047546"/>
            <a:ext cx="3365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2246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70D91-996B-9654-6374-82A49EB3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B40620-C7AF-7A15-EB50-0CBF12FEA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1C926-98A2-F523-0850-B49E51A127A9}"/>
              </a:ext>
            </a:extLst>
          </p:cNvPr>
          <p:cNvSpPr txBox="1"/>
          <p:nvPr/>
        </p:nvSpPr>
        <p:spPr>
          <a:xfrm>
            <a:off x="9067801" y="6047546"/>
            <a:ext cx="2806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261833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13089-17A4-061F-6BDA-5DD8457F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88E9A5-8A51-3EF2-5A9A-75811A1CC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D                 Em                 D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my Savior, Lord there is none like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C              G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I want to praise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F           C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migh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ty    love</a:t>
            </a:r>
          </a:p>
        </p:txBody>
      </p:sp>
    </p:spTree>
    <p:extLst>
      <p:ext uri="{BB962C8B-B14F-4D97-AF65-F5344CB8AC3E}">
        <p14:creationId xmlns:p14="http://schemas.microsoft.com/office/powerpoint/2010/main" val="151013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2BF12-29B4-8A49-CDBC-762A0D19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981DA9-AEA0-55A1-102B-764FFFF9B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my shelter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D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C            G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all that I am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F        C  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ship  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588A8-4C6C-5764-C566-B2010C7C9FAA}"/>
              </a:ext>
            </a:extLst>
          </p:cNvPr>
          <p:cNvSpPr txBox="1"/>
          <p:nvPr/>
        </p:nvSpPr>
        <p:spPr>
          <a:xfrm>
            <a:off x="9029701" y="6047546"/>
            <a:ext cx="2845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439907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02623-273F-A3E8-66B8-6F7BDA99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EBA6E-165E-C0C1-0FFE-D25191721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142662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0EC51-35BE-C04C-3636-B04DF9F2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A4C1DB-E76D-4D36-4910-AD270D299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</p:spTree>
    <p:extLst>
      <p:ext uri="{BB962C8B-B14F-4D97-AF65-F5344CB8AC3E}">
        <p14:creationId xmlns:p14="http://schemas.microsoft.com/office/powerpoint/2010/main" val="404539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DB99B-DC6E-77A1-9756-C44112C9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7183DA-C854-0D73-FD9A-8E7D3AD6A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286684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75B15-92E3-11EE-08B2-94C5E81C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3595DB-453C-915D-CD65-6ACE7DB04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91262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9BBDF-E0FA-0F82-3440-5B2A3236136F}"/>
              </a:ext>
            </a:extLst>
          </p:cNvPr>
          <p:cNvSpPr txBox="1"/>
          <p:nvPr/>
        </p:nvSpPr>
        <p:spPr>
          <a:xfrm>
            <a:off x="10765135" y="6047546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40371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473</Words>
  <Application>Microsoft Macintosh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43</cp:revision>
  <dcterms:created xsi:type="dcterms:W3CDTF">2025-11-12T03:26:12Z</dcterms:created>
  <dcterms:modified xsi:type="dcterms:W3CDTF">2026-10-09T03:55:59Z</dcterms:modified>
</cp:coreProperties>
</file>