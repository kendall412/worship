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79" r:id="rId4"/>
    <p:sldId id="281" r:id="rId5"/>
    <p:sldId id="283" r:id="rId6"/>
    <p:sldId id="282" r:id="rId7"/>
    <p:sldId id="28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760"/>
    <p:restoredTop sz="94772"/>
  </p:normalViewPr>
  <p:slideViewPr>
    <p:cSldViewPr snapToGrid="0">
      <p:cViewPr varScale="1">
        <p:scale>
          <a:sx n="104" d="100"/>
          <a:sy n="104" d="100"/>
        </p:scale>
        <p:origin x="20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Fly Away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14100-2707-C624-DA79-240574B536C8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by Albert E. Brumley (1929)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Albert E. Brumley &amp; Sons / </a:t>
            </a:r>
            <a:r>
              <a:rPr lang="en-US" dirty="0" err="1">
                <a:solidFill>
                  <a:schemeClr val="bg1"/>
                </a:solidFill>
              </a:rPr>
              <a:t>Clearbox</a:t>
            </a:r>
            <a:r>
              <a:rPr lang="en-US" dirty="0">
                <a:solidFill>
                  <a:schemeClr val="bg1"/>
                </a:solidFill>
              </a:rPr>
              <a:t> Rights (1932)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Some glad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this life is o'er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a home on God’s celestial shore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 (I'll fly away)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away, oh glory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 (In the morning)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die, Hallelujah,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and by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 (I'll fly away)</a:t>
            </a: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95B15-AB40-9A87-9035-138FB49A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AACC42-DFE6-AB26-F4A0-45266C38A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shadows of this life have gone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bird from prison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bars has flown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 (I'll fly away)</a:t>
            </a:r>
          </a:p>
        </p:txBody>
      </p:sp>
    </p:spTree>
    <p:extLst>
      <p:ext uri="{BB962C8B-B14F-4D97-AF65-F5344CB8AC3E}">
        <p14:creationId xmlns:p14="http://schemas.microsoft.com/office/powerpoint/2010/main" val="156931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CD612-DA5A-C778-1D83-A8869E755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C2F224-2425-241D-A54E-EE892BAA7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away, oh glory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 (In the morning)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die, Hallelujah,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and by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 (I'll fly away)</a:t>
            </a:r>
          </a:p>
        </p:txBody>
      </p:sp>
    </p:spTree>
    <p:extLst>
      <p:ext uri="{BB962C8B-B14F-4D97-AF65-F5344CB8AC3E}">
        <p14:creationId xmlns:p14="http://schemas.microsoft.com/office/powerpoint/2010/main" val="3263052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B85B97-4E84-AED5-1D49-796B1905A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1617A-B70C-EB13-BDE6-E4C4DF932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a few more weary days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a land where joy shall never end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 (I'll fly away)</a:t>
            </a:r>
          </a:p>
        </p:txBody>
      </p:sp>
    </p:spTree>
    <p:extLst>
      <p:ext uri="{BB962C8B-B14F-4D97-AF65-F5344CB8AC3E}">
        <p14:creationId xmlns:p14="http://schemas.microsoft.com/office/powerpoint/2010/main" val="3647878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018B5-F125-497E-1E39-6F167FDA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D37A01-4E72-DC84-0635-DADCC0151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away, oh glory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 (In the morning)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die, Hallelujah,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and by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fly away (I'll fly away)</a:t>
            </a:r>
          </a:p>
        </p:txBody>
      </p:sp>
    </p:spTree>
    <p:extLst>
      <p:ext uri="{BB962C8B-B14F-4D97-AF65-F5344CB8AC3E}">
        <p14:creationId xmlns:p14="http://schemas.microsoft.com/office/powerpoint/2010/main" val="865367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204</Words>
  <Application>Microsoft Macintosh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2026-08-07T02:48:53Z</dcterms:modified>
</cp:coreProperties>
</file>