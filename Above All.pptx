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1" r:id="rId4"/>
    <p:sldId id="282" r:id="rId5"/>
    <p:sldId id="283" r:id="rId6"/>
    <p:sldId id="284" r:id="rId7"/>
    <p:sldId id="285" r:id="rId8"/>
    <p:sldId id="286" r:id="rId9"/>
    <p:sldId id="287" r:id="rId10"/>
    <p:sldId id="288" r:id="rId11"/>
    <p:sldId id="289" r:id="rId12"/>
    <p:sldId id="290" r:id="rId13"/>
    <p:sldId id="291" r:id="rId14"/>
    <p:sldId id="292" r:id="rId15"/>
    <p:sldId id="293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6928"/>
    <p:restoredTop sz="94769"/>
  </p:normalViewPr>
  <p:slideViewPr>
    <p:cSldViewPr snapToGrid="0">
      <p:cViewPr varScale="1">
        <p:scale>
          <a:sx n="113" d="100"/>
          <a:sy n="113" d="100"/>
        </p:scale>
        <p:origin x="176" y="1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powers, above all Kings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nature, and all created things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4651F1-1A6E-2681-9C11-0CDA87E9F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1E373EA-4CD3-9B45-F6CF-F7C8481975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wisdom,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all the ways of man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were here before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world began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4588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5E8CA5-EF85-81D1-15AC-42FECA661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CA2A2D0-7760-6CD3-523B-F4004DA8CD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kingdoms,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thrones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wonders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world has ever known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81876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BAF942-B436-51AB-CA12-8DC4B3941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4A0355C-4635-F50B-CF1F-55C1B3CDA3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wealth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treasures of the earth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no way to measure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You're worth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9659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EECD6A-CD3D-15F6-2859-D0CE059EA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0FEBB13-E2CE-D684-3F22-3F32FC7F28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Crucified, laid behind a stone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 to die,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rejected and alone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4744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D79778-7F8B-C02D-42F9-65001A962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41350C3-D8B0-EA5D-5380-94D684D624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trampled on the ground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thought of me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2695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8C262-A7F1-1410-BE86-892F3AC7D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7D0DA7-2AE4-6996-B0EB-8D0B367D28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powers, above all Kings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nature, and all created things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8732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CD92D3-1020-C6A5-49FE-CA7A29BBE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D2DCAFD-64C2-92D9-6419-261658D95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wisdom,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all the ways of man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were here before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world began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34459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2A7A80-9ED1-454B-0352-982E34C13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E63940D-20BD-7ECB-35A8-0FE5ED699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kingdoms,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thrones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wonders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world has ever known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80498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CD4E60-EFDF-6155-96D4-9BB98E4D8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44FC6E3-A712-7335-0734-5EF03A6B01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wealth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treasures of the earth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no way to measure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You're worth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85418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FD4F0E-1E16-45FB-D7B8-3F01D870B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86F008F-61F8-FB01-F4AF-6675F3A4FB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Crucified, laid behind a stone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 to die,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rejected and alone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02432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806D7-7575-43DC-BF21-0FC76B77E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F2BD1AD-BA61-4FEA-56A6-B56F0985B2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trampled on the ground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thought of me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6864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F1C567-6B2E-66FD-6E89-84B9E817E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C8A5A45-8D05-EA9E-8783-B27C93B34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Crucified, laid behind a stone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 to die,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rejected and alone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00687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49A099-1CD3-723E-73DC-706FC485F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212B184-512D-CACB-5A2F-7340CB873E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trampled on the ground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thought of me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5357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</TotalTime>
  <Words>227</Words>
  <Application>Microsoft Macintosh PowerPoint</Application>
  <PresentationFormat>On-screen Show (4:3)</PresentationFormat>
  <Paragraphs>83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19</cp:revision>
  <dcterms:created xsi:type="dcterms:W3CDTF">2025-11-12T03:26:12Z</dcterms:created>
  <dcterms:modified xsi:type="dcterms:W3CDTF">2026-07-05T00:37:08Z</dcterms:modified>
</cp:coreProperties>
</file>