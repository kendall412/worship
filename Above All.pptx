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69"/>
  </p:normalViewPr>
  <p:slideViewPr>
    <p:cSldViewPr snapToGrid="0">
      <p:cViewPr varScale="1">
        <p:scale>
          <a:sx n="113" d="100"/>
          <a:sy n="113" d="100"/>
        </p:scale>
        <p:origin x="176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46CEB0-F801-400C-A01E-A09C087CE579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Musci by Lenny LeBlanc &amp; Paul Baloche (1999)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1999 Integrity's Hosanna! Music; </a:t>
            </a:r>
            <a:r>
              <a:rPr lang="en-US" dirty="0" err="1">
                <a:solidFill>
                  <a:schemeClr val="bg1"/>
                </a:solidFill>
              </a:rPr>
              <a:t>Leadworship</a:t>
            </a:r>
            <a:r>
              <a:rPr lang="en-US" dirty="0">
                <a:solidFill>
                  <a:schemeClr val="bg1"/>
                </a:solidFill>
              </a:rPr>
              <a:t> Songs; 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</a:rPr>
              <a:t>LenSongs</a:t>
            </a:r>
            <a:r>
              <a:rPr lang="en-US" dirty="0">
                <a:solidFill>
                  <a:schemeClr val="bg1"/>
                </a:solidFill>
              </a:rPr>
              <a:t> Publishing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created things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651F1-1A6E-2681-9C11-0CDA87E9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E373EA-4CD3-9B45-F6CF-F7C848197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the ways of man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world began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458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5E8CA5-EF85-81D1-15AC-42FECA66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A2A2D0-7760-6CD3-523B-F4004DA8C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thrones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world has ever known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187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AF942-B436-51AB-CA12-8DC4B394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A0355C-4635-F50B-CF1F-55C1B3CDA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treasures of the earth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You're worth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659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ECD6A-CD3D-15F6-2859-D0CE059E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FEBB13-E2CE-D684-3F22-3F32FC7F2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744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79778-7F8B-C02D-42F9-65001A962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1350C3-D8B0-EA5D-5380-94D684D62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69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8C262-A7F1-1410-BE86-892F3AC7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7D0DA7-2AE4-6996-B0EB-8D0B367D2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created things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732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D92D3-1020-C6A5-49FE-CA7A29BBE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2DCAFD-64C2-92D9-6419-261658D95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the ways of man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world began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445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A7A80-9ED1-454B-0352-982E34C13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63940D-20BD-7ECB-35A8-0FE5ED699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thrones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world has ever known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49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D4E60-EFDF-6155-96D4-9BB98E4D8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4FC6E3-A712-7335-0734-5EF03A6B0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treasures of the earth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You're worth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541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D4F0E-1E16-45FB-D7B8-3F01D870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6F008F-61F8-FB01-F4AF-6675F3A4F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243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806D7-7575-43DC-BF21-0FC76B77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2BD1AD-BA61-4FEA-56A6-B56F0985B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864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1C567-6B2E-66FD-6E89-84B9E817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8A5A45-8D05-EA9E-8783-B27C93B34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068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9A099-1CD3-723E-73DC-706FC485F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12B184-512D-CACB-5A2F-7340CB873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57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255</Words>
  <Application>Microsoft Macintosh PowerPoint</Application>
  <PresentationFormat>On-screen Show (4:3)</PresentationFormat>
  <Paragraphs>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24</cp:revision>
  <dcterms:created xsi:type="dcterms:W3CDTF">2025-11-12T03:26:12Z</dcterms:created>
  <dcterms:modified xsi:type="dcterms:W3CDTF">2026-07-19T04:50:09Z</dcterms:modified>
</cp:coreProperties>
</file>