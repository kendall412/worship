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2" r:id="rId3"/>
    <p:sldId id="261" r:id="rId4"/>
    <p:sldId id="259" r:id="rId5"/>
    <p:sldId id="273" r:id="rId6"/>
    <p:sldId id="265" r:id="rId7"/>
    <p:sldId id="274" r:id="rId8"/>
    <p:sldId id="268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22"/>
    <p:restoredTop sz="94628"/>
  </p:normalViewPr>
  <p:slideViewPr>
    <p:cSldViewPr snapToGrid="0">
      <p:cViewPr varScale="1">
        <p:scale>
          <a:sx n="96" d="100"/>
          <a:sy n="96" d="100"/>
        </p:scale>
        <p:origin x="176" y="1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ountain range reflected in a lake&#10;&#10;AI-generated content may be incorrect.">
            <a:extLst>
              <a:ext uri="{FF2B5EF4-FFF2-40B4-BE49-F238E27FC236}">
                <a16:creationId xmlns:a16="http://schemas.microsoft.com/office/drawing/2014/main" id="{98BA084F-0CF8-8D13-165C-DA40FA274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19" r="17612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49778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336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471BC-71FA-5050-E195-E824F107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F4B07D-1F4C-FAA9-270A-D4E9E8B3C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10826338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640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51791"/>
            <a:ext cx="10826338" cy="634779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love could remember,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wrongs we have done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Omniscient all-knowing,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counts not their sum</a:t>
            </a: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38539"/>
            <a:ext cx="10826338" cy="638754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Thrown into a sea,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without bottom or shore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3609031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80F83-840A-7D60-3E61-EB069DA8F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E36D67-5F5B-1302-0FF4-08B06953C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10826338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381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A817F-60B4-9AB9-EFC4-AAC3AA9B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607DF9-90AB-0EC9-1C9C-C71ABF2EC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51791"/>
            <a:ext cx="10826338" cy="6268279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            C                G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patience would wait as we constantly roam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D             Em            C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Father so tender is calling us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      Am                G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welcomes the weakest, the vilest, the poor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714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D6EC4-127F-BFAD-171D-73A78D973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895BFC-B06A-5412-BD85-37FF4AC91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10826338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66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28804-0296-2F6C-62C2-18A0239C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13D3C6-E285-880B-ACB9-52B26040E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38539"/>
            <a:ext cx="10826338" cy="6281531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               C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riches of kindness He lavished on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Em                 C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blood was the payment, His life was the cost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        Am                    G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stood 'neath a debt we could never afford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592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E8561D-D38F-AAED-281E-4CAA898A3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420DD9-55EA-305F-9529-24AA5F3A2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9282804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49009-25DD-C3B8-FE0C-5438A813F1BC}"/>
              </a:ext>
            </a:extLst>
          </p:cNvPr>
          <p:cNvSpPr txBox="1"/>
          <p:nvPr/>
        </p:nvSpPr>
        <p:spPr>
          <a:xfrm>
            <a:off x="8980736" y="6211669"/>
            <a:ext cx="3211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REPEAT &amp; END</a:t>
            </a:r>
          </a:p>
        </p:txBody>
      </p:sp>
    </p:spTree>
    <p:extLst>
      <p:ext uri="{BB962C8B-B14F-4D97-AF65-F5344CB8AC3E}">
        <p14:creationId xmlns:p14="http://schemas.microsoft.com/office/powerpoint/2010/main" val="4127363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349</Words>
  <Application>Microsoft Macintosh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16</cp:revision>
  <dcterms:created xsi:type="dcterms:W3CDTF">2025-11-12T03:26:12Z</dcterms:created>
  <dcterms:modified xsi:type="dcterms:W3CDTF">2026-08-08T17:23:51Z</dcterms:modified>
</cp:coreProperties>
</file>