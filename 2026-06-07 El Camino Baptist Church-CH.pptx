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8" r:id="rId4"/>
    <p:sldId id="260" r:id="rId5"/>
    <p:sldId id="275" r:id="rId6"/>
    <p:sldId id="265" r:id="rId7"/>
    <p:sldId id="276" r:id="rId8"/>
    <p:sldId id="270" r:id="rId9"/>
    <p:sldId id="277" r:id="rId10"/>
    <p:sldId id="278" r:id="rId11"/>
    <p:sldId id="284" r:id="rId12"/>
    <p:sldId id="285" r:id="rId13"/>
    <p:sldId id="286" r:id="rId14"/>
    <p:sldId id="290" r:id="rId15"/>
    <p:sldId id="287" r:id="rId16"/>
    <p:sldId id="291" r:id="rId17"/>
    <p:sldId id="289" r:id="rId18"/>
    <p:sldId id="292" r:id="rId19"/>
    <p:sldId id="261" r:id="rId20"/>
    <p:sldId id="293" r:id="rId21"/>
    <p:sldId id="294" r:id="rId22"/>
    <p:sldId id="295" r:id="rId23"/>
    <p:sldId id="279" r:id="rId24"/>
    <p:sldId id="296" r:id="rId25"/>
    <p:sldId id="280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28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44"/>
  </p:normalViewPr>
  <p:slideViewPr>
    <p:cSldViewPr snapToGrid="0">
      <p:cViewPr varScale="1">
        <p:scale>
          <a:sx n="148" d="100"/>
          <a:sy n="148" d="100"/>
        </p:scale>
        <p:origin x="21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Am           F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and mercy fills the streets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F                          C 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F                   G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F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        F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 we sang through doubt and fear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      C       G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G           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wipe away our tears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767A5-1040-0B0E-42CB-60FCAC3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44F2D-181E-4237-C2C4-9E0C7F0F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8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0E32-01C4-4D80-A2A1-C201A67C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681B1-27E9-A129-5D47-E725637F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G      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“Forever He shall reign”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8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4243B-246E-2EB9-4D86-8500941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05771-7487-C67B-8498-493E3A69B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30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6C7EB-3032-7AB1-100A-F3BFFF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7" r="-1" b="3759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665" y="2852193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336575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G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ED0BD-7288-6664-B398-2031586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DD8E7-01E1-7510-E28F-160CA71B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095619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G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</a:t>
            </a:r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F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Dm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35649-3967-C48B-278E-320272F0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DD3981-7533-007E-35B1-A2315436A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739631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F               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Your mercy never fails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Am                   F        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Am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G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G                Csus4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F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Am                    F                    Gsus4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Am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  G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         G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008CE-3ADD-6407-4016-5817365F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F11ED-C8AB-C58D-6C55-6019AF966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219642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1104-8B63-30C8-E757-8A6F734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7A7FE-417D-8386-0FB8-E37D73863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68413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Eagles Wings</a:t>
            </a:r>
          </a:p>
        </p:txBody>
      </p:sp>
    </p:spTree>
    <p:extLst>
      <p:ext uri="{BB962C8B-B14F-4D97-AF65-F5344CB8AC3E}">
        <p14:creationId xmlns:p14="http://schemas.microsoft.com/office/powerpoint/2010/main" val="3190965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D      G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1552885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D     G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C75F-480F-8995-543F-F9AAD332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F2D79D-C7EE-A366-EAA7-CC93A29B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2054342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19105-D6B9-F07D-A874-F3D0465E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9A8A34-AC28-EEC6-5C7D-913D36AB1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2418529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It Is Well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649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C   D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     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C                     A      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C       D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652120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790865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          C  D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though trials should come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Em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C                 A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my helpless estate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   C    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for my soul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6C626-1C7C-832E-FD9A-E6AC449A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5FD494-5511-309A-033D-8F60B90D6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447987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        C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this glorious thought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Em             A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C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and I bear it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C     D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O my soul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C527E-21C1-1FC1-2A61-4A3F41A1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E538ED-147B-D896-9936-0DE138A1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544536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              C   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  A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C            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and the Lord shall descend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C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8ACDD-D29E-68E1-E15F-B84622C0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C419CF-AA2C-8A4A-8F23-6F0BDC5C4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143466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1675</Words>
  <Application>Microsoft Macintosh PowerPoint</Application>
  <PresentationFormat>Widescreen</PresentationFormat>
  <Paragraphs>324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12</cp:revision>
  <dcterms:created xsi:type="dcterms:W3CDTF">2025-11-12T03:26:12Z</dcterms:created>
  <dcterms:modified xsi:type="dcterms:W3CDTF">2026-06-07T04:36:58Z</dcterms:modified>
</cp:coreProperties>
</file>