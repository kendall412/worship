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1"/>
    <p:restoredTop sz="94725"/>
  </p:normalViewPr>
  <p:slideViewPr>
    <p:cSldViewPr snapToGrid="0">
      <p:cViewPr varScale="1">
        <p:scale>
          <a:sx n="75" d="100"/>
          <a:sy n="75" d="100"/>
        </p:scale>
        <p:origin x="192" y="1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bg1"/>
                </a:solidFill>
                <a:latin typeface="Avenir Book" panose="02000503020000020003" pitchFamily="2" charset="0"/>
              </a:rPr>
              <a:t>Ain’t</a:t>
            </a:r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 No Grave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A  E  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A  E  Bm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3117A-6042-A657-2B22-26B3866FE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7F17-78A7-7E48-8A07-BBD9D8959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bg1"/>
                </a:solidFill>
                <a:latin typeface="Avenir Book" panose="02000503020000020003" pitchFamily="2" charset="0"/>
              </a:rPr>
              <a:t>Ain’t</a:t>
            </a:r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 No Grave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DD5B0-7F78-0F68-61AE-CB05AC074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  A   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E  Bm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x2</a:t>
            </a:r>
          </a:p>
          <a:p>
            <a:pPr algn="l"/>
            <a:endParaRPr lang="en-US" sz="4000" dirty="0">
              <a:solidFill>
                <a:srgbClr val="FFFF00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  A  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E  Bm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x2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50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28</Words>
  <Application>Microsoft Macintosh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Avenir Book</vt:lpstr>
      <vt:lpstr>Office Theme</vt:lpstr>
      <vt:lpstr>Ain’t No Grave</vt:lpstr>
      <vt:lpstr>Ain’t No Grave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</cp:revision>
  <dcterms:created xsi:type="dcterms:W3CDTF">2026-04-04T15:41:28Z</dcterms:created>
  <dcterms:modified xsi:type="dcterms:W3CDTF">2026-04-05T03:47:14Z</dcterms:modified>
</cp:coreProperties>
</file>