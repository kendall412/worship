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339" r:id="rId2"/>
    <p:sldId id="323" r:id="rId3"/>
    <p:sldId id="324" r:id="rId4"/>
    <p:sldId id="333" r:id="rId5"/>
    <p:sldId id="334" r:id="rId6"/>
    <p:sldId id="335" r:id="rId7"/>
    <p:sldId id="338" r:id="rId8"/>
    <p:sldId id="337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656"/>
  </p:normalViewPr>
  <p:slideViewPr>
    <p:cSldViewPr snapToGrid="0">
      <p:cViewPr varScale="1">
        <p:scale>
          <a:sx n="110" d="100"/>
          <a:sy n="110" d="100"/>
        </p:scale>
        <p:origin x="184" y="1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9846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2610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2437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349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6121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333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326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010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973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634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89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1955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BDBFFC-C2E7-FF56-08B2-79D8D2E2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B49F10-2809-A234-C867-D60729E4B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3067" y="208344"/>
            <a:ext cx="8576841" cy="6447099"/>
          </a:xfrm>
        </p:spPr>
        <p:txBody>
          <a:bodyPr>
            <a:noAutofit/>
          </a:bodyPr>
          <a:lstStyle/>
          <a:p>
            <a:pPr algn="l"/>
            <a:r>
              <a:rPr lang="en-US" sz="7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CORNERSTONE</a:t>
            </a:r>
          </a:p>
        </p:txBody>
      </p:sp>
    </p:spTree>
    <p:extLst>
      <p:ext uri="{BB962C8B-B14F-4D97-AF65-F5344CB8AC3E}">
        <p14:creationId xmlns:p14="http://schemas.microsoft.com/office/powerpoint/2010/main" val="38918633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BDBFFC-C2E7-FF56-08B2-79D8D2E2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B49F10-2809-A234-C867-D60729E4B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3067" y="208344"/>
            <a:ext cx="8576841" cy="6447099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hope is built on nothing less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Than Jesus' blood and righteousness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dare not trust the sweetest frame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But wholly trust in Jesus' name</a:t>
            </a:r>
          </a:p>
        </p:txBody>
      </p:sp>
    </p:spTree>
    <p:extLst>
      <p:ext uri="{BB962C8B-B14F-4D97-AF65-F5344CB8AC3E}">
        <p14:creationId xmlns:p14="http://schemas.microsoft.com/office/powerpoint/2010/main" val="842495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6217" y="219918"/>
            <a:ext cx="8495817" cy="6412375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Christ alone, Cornerstone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Weak made strong in the Savior's love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Through the storm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Lord Lord of all</a:t>
            </a:r>
          </a:p>
        </p:txBody>
      </p:sp>
    </p:spTree>
    <p:extLst>
      <p:ext uri="{BB962C8B-B14F-4D97-AF65-F5344CB8AC3E}">
        <p14:creationId xmlns:p14="http://schemas.microsoft.com/office/powerpoint/2010/main" val="15912583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0D214-6CD0-192E-513C-6EBAEE0C7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9888A38-53AD-A1E5-D9BD-2FB937D271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2515" y="219918"/>
            <a:ext cx="8368497" cy="6319777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darkness seems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hide His face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rest on His unchanging grace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every high and stormy gale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anchor holds within the veil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anchor holds within the veil</a:t>
            </a:r>
          </a:p>
        </p:txBody>
      </p:sp>
    </p:spTree>
    <p:extLst>
      <p:ext uri="{BB962C8B-B14F-4D97-AF65-F5344CB8AC3E}">
        <p14:creationId xmlns:p14="http://schemas.microsoft.com/office/powerpoint/2010/main" val="14090035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77ACCA-2C7D-A6A2-5F79-4F8480626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B282169-A07D-05EF-D29B-9D9C0DE4BB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0390" y="185195"/>
            <a:ext cx="8437944" cy="640080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Christ alone, Cornerstone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Weak made strong in the Savior's love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Through the storm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Lord Lord of all</a:t>
            </a:r>
          </a:p>
        </p:txBody>
      </p:sp>
    </p:spTree>
    <p:extLst>
      <p:ext uri="{BB962C8B-B14F-4D97-AF65-F5344CB8AC3E}">
        <p14:creationId xmlns:p14="http://schemas.microsoft.com/office/powerpoint/2010/main" val="36123807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E1BA70-EDAF-C503-70B4-BD9E28EB4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B273C14-6FFF-4EA1-84DC-D2FCEAEE84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1414" y="254643"/>
            <a:ext cx="8275898" cy="6261904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Lord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Lord of all</a:t>
            </a:r>
          </a:p>
        </p:txBody>
      </p:sp>
    </p:spTree>
    <p:extLst>
      <p:ext uri="{BB962C8B-B14F-4D97-AF65-F5344CB8AC3E}">
        <p14:creationId xmlns:p14="http://schemas.microsoft.com/office/powerpoint/2010/main" val="257289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190891-C0F6-EBFC-F091-C3EF4AA76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5A66269-EDDC-CC60-B7A3-4BED9A703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0390" y="185195"/>
            <a:ext cx="8437944" cy="640080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Christ alone, Cornerstone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Weak made strong in the Savior's love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Through the storm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Lord Lord of all</a:t>
            </a:r>
          </a:p>
        </p:txBody>
      </p:sp>
    </p:spTree>
    <p:extLst>
      <p:ext uri="{BB962C8B-B14F-4D97-AF65-F5344CB8AC3E}">
        <p14:creationId xmlns:p14="http://schemas.microsoft.com/office/powerpoint/2010/main" val="2790380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0B95B7-2010-EFAD-A0C0-2D3DC98FB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7C7AFAA-713E-549E-73AF-25A9DD3470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666" y="162046"/>
            <a:ext cx="8495818" cy="6435524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he shall come with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trumpet sound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may I then in Him be found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Dressed in His righteousness alone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Faultless, stand before the throne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A786DA-C9A3-71E2-F79E-45F9068CD767}"/>
              </a:ext>
            </a:extLst>
          </p:cNvPr>
          <p:cNvSpPr txBox="1"/>
          <p:nvPr/>
        </p:nvSpPr>
        <p:spPr>
          <a:xfrm>
            <a:off x="7390614" y="6488668"/>
            <a:ext cx="1753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CCLI#7102397</a:t>
            </a:r>
          </a:p>
        </p:txBody>
      </p:sp>
    </p:spTree>
    <p:extLst>
      <p:ext uri="{BB962C8B-B14F-4D97-AF65-F5344CB8AC3E}">
        <p14:creationId xmlns:p14="http://schemas.microsoft.com/office/powerpoint/2010/main" val="275079119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69</TotalTime>
  <Words>154</Words>
  <Application>Microsoft Macintosh PowerPoint</Application>
  <PresentationFormat>On-screen Show (4:3)</PresentationFormat>
  <Paragraphs>47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Avenir Medium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21</cp:revision>
  <dcterms:created xsi:type="dcterms:W3CDTF">2025-11-12T03:26:12Z</dcterms:created>
  <dcterms:modified xsi:type="dcterms:W3CDTF">2026-06-14T03:44:46Z</dcterms:modified>
</cp:coreProperties>
</file>