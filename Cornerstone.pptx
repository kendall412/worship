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76" r:id="rId4"/>
    <p:sldId id="279" r:id="rId5"/>
    <p:sldId id="282" r:id="rId6"/>
    <p:sldId id="280" r:id="rId7"/>
    <p:sldId id="283" r:id="rId8"/>
    <p:sldId id="28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6"/>
  </p:normalViewPr>
  <p:slideViewPr>
    <p:cSldViewPr snapToGrid="0">
      <p:cViewPr varScale="1">
        <p:scale>
          <a:sx n="83" d="100"/>
          <a:sy n="83" d="100"/>
        </p:scale>
        <p:origin x="200" y="2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tone plaque on a building&#10;&#10;AI-generated content may be incorrect.">
            <a:extLst>
              <a:ext uri="{FF2B5EF4-FFF2-40B4-BE49-F238E27FC236}">
                <a16:creationId xmlns:a16="http://schemas.microsoft.com/office/drawing/2014/main" id="{85B2D037-BFE7-0030-BD98-5D52DD2CDF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03" r="13818" b="398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8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Cornerstone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0D214-6CD0-192E-513C-6EBAEE0C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888A38-53AD-A1E5-D9BD-2FB937D2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seems to hide His face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</p:txBody>
      </p:sp>
    </p:spTree>
    <p:extLst>
      <p:ext uri="{BB962C8B-B14F-4D97-AF65-F5344CB8AC3E}">
        <p14:creationId xmlns:p14="http://schemas.microsoft.com/office/powerpoint/2010/main" val="2717683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77ACCA-2C7D-A6A2-5F79-4F8480626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B282169-A07D-05EF-D29B-9D9C0DE4B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3028013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1BA70-EDAF-C503-70B4-BD9E28EB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73C14-6FFF-4EA1-84DC-D2FCEAEE8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of all</a:t>
            </a:r>
          </a:p>
        </p:txBody>
      </p:sp>
    </p:spTree>
    <p:extLst>
      <p:ext uri="{BB962C8B-B14F-4D97-AF65-F5344CB8AC3E}">
        <p14:creationId xmlns:p14="http://schemas.microsoft.com/office/powerpoint/2010/main" val="2939149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B4296-24B8-5593-31E1-153DCA848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192F5A-BC92-2ECB-2AB6-3C0CEB729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2130485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B95B7-2010-EFAD-A0C0-2D3DC98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7AFAA-713E-549E-73AF-25A9DD34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trumpet sound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Faultless, stand before the throne</a:t>
            </a:r>
          </a:p>
        </p:txBody>
      </p:sp>
    </p:spTree>
    <p:extLst>
      <p:ext uri="{BB962C8B-B14F-4D97-AF65-F5344CB8AC3E}">
        <p14:creationId xmlns:p14="http://schemas.microsoft.com/office/powerpoint/2010/main" val="337432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151</Words>
  <Application>Microsoft Macintosh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16</cp:revision>
  <dcterms:created xsi:type="dcterms:W3CDTF">2025-11-12T03:26:12Z</dcterms:created>
  <dcterms:modified xsi:type="dcterms:W3CDTF">2026-06-01T02:38:33Z</dcterms:modified>
</cp:coreProperties>
</file>