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6" r:id="rId4"/>
    <p:sldId id="279" r:id="rId5"/>
    <p:sldId id="284" r:id="rId6"/>
    <p:sldId id="280" r:id="rId7"/>
    <p:sldId id="285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27"/>
    <p:restoredTop sz="94699"/>
  </p:normalViewPr>
  <p:slideViewPr>
    <p:cSldViewPr snapToGrid="0">
      <p:cViewPr varScale="1">
        <p:scale>
          <a:sx n="107" d="100"/>
          <a:sy n="107" d="100"/>
        </p:scale>
        <p:origin x="168" y="1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tone plaque on a building&#10;&#10;AI-generated content may be incorrect.">
            <a:extLst>
              <a:ext uri="{FF2B5EF4-FFF2-40B4-BE49-F238E27FC236}">
                <a16:creationId xmlns:a16="http://schemas.microsoft.com/office/drawing/2014/main" id="{85B2D037-BFE7-0030-BD98-5D52DD2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3" r="13818" b="398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8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/ Am / F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G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G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450C2-F585-2818-DB88-6DAAF58A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523004-3737-2609-3A53-DAC560E7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60530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F	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BC9E6-3282-0735-A5E8-51F73375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48E6D9-BA70-962F-0F7C-09DDB937E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7714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G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/ Am / G/ 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D8A440-5950-94CE-1CF9-ED0AFB54C36F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6873</TotalTime>
  <Words>236</Words>
  <Application>Microsoft Macintosh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24</cp:revision>
  <dcterms:created xsi:type="dcterms:W3CDTF">2025-11-12T03:26:12Z</dcterms:created>
  <dcterms:modified xsi:type="dcterms:W3CDTF">2026-06-14T03:50:03Z</dcterms:modified>
</cp:coreProperties>
</file>