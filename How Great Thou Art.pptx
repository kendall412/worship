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6" r:id="rId4"/>
    <p:sldId id="283" r:id="rId5"/>
    <p:sldId id="281" r:id="rId6"/>
    <p:sldId id="287" r:id="rId7"/>
    <p:sldId id="284" r:id="rId8"/>
    <p:sldId id="282" r:id="rId9"/>
    <p:sldId id="288" r:id="rId10"/>
    <p:sldId id="28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74"/>
    <p:restoredTop sz="94792"/>
  </p:normalViewPr>
  <p:slideViewPr>
    <p:cSldViewPr snapToGrid="0">
      <p:cViewPr varScale="1">
        <p:scale>
          <a:sx n="71" d="100"/>
          <a:sy n="71" d="100"/>
        </p:scale>
        <p:origin x="16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Stuart Wesley Keene Hine (1949)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Administered by Hope Publishing Company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 my God,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in awesome wonder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Consider all the Worlds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made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B4F04-1302-69D3-471A-080626AD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60F24D-A915-7790-E58F-E58D92FA5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see the stars,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rolling thunder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throughout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universe displayed</a:t>
            </a:r>
          </a:p>
        </p:txBody>
      </p:sp>
    </p:spTree>
    <p:extLst>
      <p:ext uri="{BB962C8B-B14F-4D97-AF65-F5344CB8AC3E}">
        <p14:creationId xmlns:p14="http://schemas.microsoft.com/office/powerpoint/2010/main" val="238329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B76B7-D893-D5A7-CF06-D653DAD5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84F26A-8B14-814E-0A00-A19AA132A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237145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493DE-75BA-A528-F81F-B4A123C92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C66FC8-D86E-29FF-791D-69692128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 I think that God,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Son not sparing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Sent Him to die,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scarce can take it 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0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A6864-7260-DCC0-3DA5-34564301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1A589C-63C0-E0F7-6579-A39A29FF5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on the cross,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burden gladly bearing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bled and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take away my sin</a:t>
            </a:r>
          </a:p>
        </p:txBody>
      </p:sp>
    </p:spTree>
    <p:extLst>
      <p:ext uri="{BB962C8B-B14F-4D97-AF65-F5344CB8AC3E}">
        <p14:creationId xmlns:p14="http://schemas.microsoft.com/office/powerpoint/2010/main" val="30652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5B3C5-D070-285F-595F-910D10ED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976612-5677-AC50-B4D5-7A2C5017F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331383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1CE3E-4303-822C-54DF-321F20A7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DD8F16-E74E-BB0B-41FF-758A4940D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Christ shall come,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shouts of acclamation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take me home,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joy shall fill my heart</a:t>
            </a:r>
          </a:p>
        </p:txBody>
      </p:sp>
    </p:spTree>
    <p:extLst>
      <p:ext uri="{BB962C8B-B14F-4D97-AF65-F5344CB8AC3E}">
        <p14:creationId xmlns:p14="http://schemas.microsoft.com/office/powerpoint/2010/main" val="513956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E3B0A-EB86-A69A-44C6-16163490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5C6EDC-1481-B59C-D532-A02FA2EE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I shall bow 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humble adoration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there proclaim,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God, how great You are!</a:t>
            </a:r>
          </a:p>
        </p:txBody>
      </p:sp>
    </p:spTree>
    <p:extLst>
      <p:ext uri="{BB962C8B-B14F-4D97-AF65-F5344CB8AC3E}">
        <p14:creationId xmlns:p14="http://schemas.microsoft.com/office/powerpoint/2010/main" val="87211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8727-15C3-DB60-4287-1F5BCB42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732AB-7984-CEFB-78AF-245FC8C33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God, to Thee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258415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201</Words>
  <Application>Microsoft Macintosh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27</cp:revision>
  <dcterms:created xsi:type="dcterms:W3CDTF">2025-11-12T03:26:12Z</dcterms:created>
  <dcterms:modified xsi:type="dcterms:W3CDTF">2026-09-16T19:50:01Z</dcterms:modified>
</cp:coreProperties>
</file>