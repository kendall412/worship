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74" r:id="rId2"/>
    <p:sldId id="280" r:id="rId3"/>
    <p:sldId id="288" r:id="rId4"/>
    <p:sldId id="281" r:id="rId5"/>
    <p:sldId id="289" r:id="rId6"/>
    <p:sldId id="282" r:id="rId7"/>
    <p:sldId id="290" r:id="rId8"/>
    <p:sldId id="283" r:id="rId9"/>
    <p:sldId id="291" r:id="rId10"/>
    <p:sldId id="286" r:id="rId11"/>
    <p:sldId id="292" r:id="rId12"/>
    <p:sldId id="284" r:id="rId13"/>
    <p:sldId id="293" r:id="rId14"/>
    <p:sldId id="294" r:id="rId15"/>
    <p:sldId id="29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4083"/>
    <p:restoredTop sz="94802"/>
  </p:normalViewPr>
  <p:slideViewPr>
    <p:cSldViewPr snapToGrid="0">
      <p:cViewPr varScale="1">
        <p:scale>
          <a:sx n="128" d="100"/>
          <a:sy n="128" d="100"/>
        </p:scale>
        <p:origin x="184" y="8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8800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09915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77330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7/25/26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02759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7/25/26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87191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7/25/26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6101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7/25/26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53262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7/25/26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44981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7/25/26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74609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82452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92246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59A0DE-F190-5444-87AC-4719D5F20D15}" type="datetimeFigureOut">
              <a:rPr lang="en-US" smtClean="0"/>
              <a:t>7/25/26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4679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7F1709-70D9-7011-5D92-F7E57F5604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25DBF04-8174-1226-1E95-AC7FB0F1B0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pPr algn="l"/>
            <a:r>
              <a:rPr lang="en-US" sz="6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Only A Holy God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9274E94-22FB-E42A-0871-576BECB98A35}"/>
              </a:ext>
            </a:extLst>
          </p:cNvPr>
          <p:cNvSpPr txBox="1"/>
          <p:nvPr/>
        </p:nvSpPr>
        <p:spPr>
          <a:xfrm>
            <a:off x="168442" y="5444311"/>
            <a:ext cx="880711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Words &amp; Musci by Dustin Smith, Jonny Robinson, Michael Farren, Rich Thompson (2016)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© 2016 </a:t>
            </a:r>
            <a:r>
              <a:rPr lang="en-US" dirty="0" err="1">
                <a:solidFill>
                  <a:schemeClr val="bg1"/>
                </a:solidFill>
              </a:rPr>
              <a:t>CityAlight</a:t>
            </a:r>
            <a:r>
              <a:rPr lang="en-US" dirty="0">
                <a:solidFill>
                  <a:schemeClr val="bg1"/>
                </a:solidFill>
              </a:rPr>
              <a:t> Music; Farren Love And War Publishing; Integrity's Alleluia! Music; Integrity's Praise! Music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CCLI License #137776</a:t>
            </a:r>
          </a:p>
        </p:txBody>
      </p:sp>
    </p:spTree>
    <p:extLst>
      <p:ext uri="{BB962C8B-B14F-4D97-AF65-F5344CB8AC3E}">
        <p14:creationId xmlns:p14="http://schemas.microsoft.com/office/powerpoint/2010/main" val="31641634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B6DDA4A-E03B-8556-59B3-18DA3B2D1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618750F-9082-0A6E-6D44-28074BD5F0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Who else commands all the hosts of heaven?</a:t>
            </a: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Who else could make every king bow down?</a:t>
            </a: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645265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4E0791-67E3-8CB8-8380-7FDAF04CA1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5A65B64-51FF-E035-444F-FAA85C9C5D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Who else can whisper and darkness trembles?</a:t>
            </a: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Only a Holy God</a:t>
            </a: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755221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CE47366-A699-A10E-050D-F704736F29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1DE44FB-9436-CA0D-2A96-F69538D455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What other beauty demands such praises?</a:t>
            </a: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What other splendor outshines the sun?</a:t>
            </a: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179552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32092D0-5D70-DEF1-D650-FC84A7D34F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444855D-7FB6-B2AE-DC77-5654365D14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What other majesty rules with justice?</a:t>
            </a: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Only a Holy God</a:t>
            </a: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274179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4329CD6-3D7B-FB92-65F3-B36487F41E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195AA76-077A-4401-C9F5-32D244FF5F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Come and behold Him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One and the Only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Cry out, sing holy</a:t>
            </a: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777650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C9FF24D-CB20-ABB9-A190-FF91F4387B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BE732B3-5A1D-3EE6-C01D-01E37787B41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Forever a Holy God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Come and worship 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Holy God</a:t>
            </a: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372222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F1DBCCA-199D-ED67-42B4-6E3B0AB21E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E4BA1D1-E685-6F05-6042-2CECDDD648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What other glory consumes like fire?</a:t>
            </a: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What other power can raise the dead?</a:t>
            </a: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20220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1E1EFE-F10A-E9ED-41E5-A7770B3229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8B5B93A-BD74-54C0-EA09-66A4BA7AB93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What other name remains undefeated?</a:t>
            </a: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Only a Holy God</a:t>
            </a: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092514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328692D-7699-6A7C-D67D-7BFB2B157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0F7054B-298D-A845-448B-20737D3820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Come and behold Him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One and the Only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Cry out, sing holy</a:t>
            </a: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561985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0FBEAFB-2BA3-0BFC-6D1F-7B91E909CB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941ECB9-4F26-CBAE-4395-772C5B01B3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Forever a Holy God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Come and worship 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Holy God</a:t>
            </a: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553021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F07429C-2B62-9182-A831-909102ACDD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F54726C-16EB-D47C-BBB9-E334351E84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Who else could rescue me from my failing?</a:t>
            </a: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Who else would offer His only Son?</a:t>
            </a: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64783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190BA1F-BE5B-44F2-0032-DC294FBEE2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8CAEAA8-C17C-F219-AB92-F72B63024C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Who else invites me to call Him Father?</a:t>
            </a: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Only a Holy God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Only my Holy God</a:t>
            </a: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927894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05BC42-DFAD-8CEE-03C7-E5F95ED4F4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C679423-1849-2C21-281F-7D5E4857569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Come and behold Him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One and the Only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Cry out, sing holy</a:t>
            </a: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322697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9708039-7270-64D2-2350-183B1FD4FA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9A2E6CD-17BD-ECD7-4C67-89389C8042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Forever a Holy God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Come and worship 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Holy God</a:t>
            </a: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086238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53</TotalTime>
  <Words>232</Words>
  <Application>Microsoft Macintosh PowerPoint</Application>
  <PresentationFormat>On-screen Show (4:3)</PresentationFormat>
  <Paragraphs>61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Aptos</vt:lpstr>
      <vt:lpstr>Aptos Display</vt:lpstr>
      <vt:lpstr>Arial</vt:lpstr>
      <vt:lpstr>Avenir Medium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 Hur</dc:creator>
  <cp:lastModifiedBy>Danny Hur</cp:lastModifiedBy>
  <cp:revision>25</cp:revision>
  <dcterms:created xsi:type="dcterms:W3CDTF">2025-11-12T03:26:12Z</dcterms:created>
  <dcterms:modified xsi:type="dcterms:W3CDTF">2026-07-26T00:22:13Z</dcterms:modified>
</cp:coreProperties>
</file>