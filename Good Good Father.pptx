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5" r:id="rId3"/>
    <p:sldId id="277" r:id="rId4"/>
    <p:sldId id="276" r:id="rId5"/>
    <p:sldId id="279" r:id="rId6"/>
    <p:sldId id="280" r:id="rId7"/>
    <p:sldId id="281" r:id="rId8"/>
    <p:sldId id="278" r:id="rId9"/>
    <p:sldId id="283" r:id="rId10"/>
    <p:sldId id="282" r:id="rId11"/>
    <p:sldId id="284" r:id="rId12"/>
    <p:sldId id="28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969"/>
    <p:restoredTop sz="94656"/>
  </p:normalViewPr>
  <p:slideViewPr>
    <p:cSldViewPr snapToGrid="0">
      <p:cViewPr varScale="1">
        <p:scale>
          <a:sx n="85" d="100"/>
          <a:sy n="85" d="100"/>
        </p:scale>
        <p:origin x="184" y="2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mountain with snow and a sunset&#10;&#10;AI-generated content may be incorrect.">
            <a:extLst>
              <a:ext uri="{FF2B5EF4-FFF2-40B4-BE49-F238E27FC236}">
                <a16:creationId xmlns:a16="http://schemas.microsoft.com/office/drawing/2014/main" id="{6A4D72FC-DF1E-94F8-76BF-4DA02F41FD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24" r="4528"/>
          <a:stretch>
            <a:fillRect/>
          </a:stretch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35403" y="4629234"/>
            <a:ext cx="3445766" cy="1485319"/>
          </a:xfrm>
          <a:noFill/>
        </p:spPr>
        <p:txBody>
          <a:bodyPr>
            <a:normAutofit/>
          </a:bodyPr>
          <a:lstStyle/>
          <a:p>
            <a:pPr algn="l"/>
            <a:endParaRPr lang="en-US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i="1" dirty="0">
                <a:latin typeface="Avenir Oblique" panose="02000503020000020003" pitchFamily="2" charset="0"/>
                <a:ea typeface="Bodoni Ornaments" pitchFamily="2" charset="0"/>
              </a:rPr>
              <a:t>Good Good Father</a:t>
            </a: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F505F0-2C9A-D8AD-DFA4-B73903366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1EF0C30-6484-3BF3-D373-46931D0DFD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Oh, I’ve heard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thousand Stories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Of what they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Think you’re like</a:t>
            </a:r>
          </a:p>
        </p:txBody>
      </p:sp>
    </p:spTree>
    <p:extLst>
      <p:ext uri="{BB962C8B-B14F-4D97-AF65-F5344CB8AC3E}">
        <p14:creationId xmlns:p14="http://schemas.microsoft.com/office/powerpoint/2010/main" val="307111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BDBFFC-C2E7-FF56-08B2-79D8D2E2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B49F10-2809-A234-C867-D60729E4B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But I’ve heard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tender whisper of love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the dead of night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you tell me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you’re pleased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that I’m never alone</a:t>
            </a:r>
          </a:p>
        </p:txBody>
      </p:sp>
    </p:spTree>
    <p:extLst>
      <p:ext uri="{BB962C8B-B14F-4D97-AF65-F5344CB8AC3E}">
        <p14:creationId xmlns:p14="http://schemas.microsoft.com/office/powerpoint/2010/main" val="25549024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You’re a good good Father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It’s who you are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I’m loved by you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It’s who I am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1830C4-C7BF-C725-0399-DF228D2AA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90F9720-0C7A-AA64-085F-652726358E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Oh, and I’ve seen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Many searching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answers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Far and wide</a:t>
            </a:r>
          </a:p>
        </p:txBody>
      </p:sp>
    </p:spTree>
    <p:extLst>
      <p:ext uri="{BB962C8B-B14F-4D97-AF65-F5344CB8AC3E}">
        <p14:creationId xmlns:p14="http://schemas.microsoft.com/office/powerpoint/2010/main" val="7685283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E79D6A-D600-EB8F-1563-9CCD21C89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F805491-C83A-BB6E-0561-2E6A9EC30D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But I know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We’re all searching for answers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Only you provide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Cause you know just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we need before we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Say a word</a:t>
            </a:r>
          </a:p>
        </p:txBody>
      </p:sp>
    </p:spTree>
    <p:extLst>
      <p:ext uri="{BB962C8B-B14F-4D97-AF65-F5344CB8AC3E}">
        <p14:creationId xmlns:p14="http://schemas.microsoft.com/office/powerpoint/2010/main" val="38859939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83DE1C-1798-B848-FD3A-DD0C30214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2BD15F2-695B-6197-C236-824F76F491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You’re a good good Father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It’s who you are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I’m loved by you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It’s who I am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82683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99AF7F-84B8-C777-E2D2-C20A75566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2013F22-23DD-139A-B507-171419C8BE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Cause you are perfect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all of your ways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perfect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all of your ways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us</a:t>
            </a:r>
          </a:p>
        </p:txBody>
      </p:sp>
    </p:spTree>
    <p:extLst>
      <p:ext uri="{BB962C8B-B14F-4D97-AF65-F5344CB8AC3E}">
        <p14:creationId xmlns:p14="http://schemas.microsoft.com/office/powerpoint/2010/main" val="34654350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8622C8-EF11-6AFC-34F7-F83964896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BFB4482-77A0-EF82-5468-35B3FE77CC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Oh, it’s love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undeniable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I, I can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Hardly speak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59111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182F0-C605-B075-6415-EDD8A0846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C46C3E-3623-DE85-94CC-29F4EB529C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Peace so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Unexplainable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I, I can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Hardly think</a:t>
            </a:r>
          </a:p>
        </p:txBody>
      </p:sp>
    </p:spTree>
    <p:extLst>
      <p:ext uri="{BB962C8B-B14F-4D97-AF65-F5344CB8AC3E}">
        <p14:creationId xmlns:p14="http://schemas.microsoft.com/office/powerpoint/2010/main" val="29208223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0BC644-AAF2-1083-18EB-BB078CF8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04B65FD-73D0-F137-5430-B7235C6E41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As you call me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Deeper still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Into Love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Love Love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40754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CAF8C5-F4FC-B5B4-923C-EF14680D2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EE2D2CC-ED0F-F941-B292-10D73C7A19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You’re 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</a:t>
            </a:r>
            <a:r>
              <a:rPr lang="en-US" sz="44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 good 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Father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It’s who you are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I’m loved by you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It’s who I am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89245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374</TotalTime>
  <Words>180</Words>
  <Application>Microsoft Macintosh PowerPoint</Application>
  <PresentationFormat>Widescreen</PresentationFormat>
  <Paragraphs>71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Arial</vt:lpstr>
      <vt:lpstr>Avenir Medium</vt:lpstr>
      <vt:lpstr>Avenir Oblique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13</cp:revision>
  <dcterms:created xsi:type="dcterms:W3CDTF">2025-11-12T03:26:12Z</dcterms:created>
  <dcterms:modified xsi:type="dcterms:W3CDTF">2026-06-01T02:38:32Z</dcterms:modified>
</cp:coreProperties>
</file>