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77" r:id="rId4"/>
    <p:sldId id="276" r:id="rId5"/>
    <p:sldId id="279" r:id="rId6"/>
    <p:sldId id="280" r:id="rId7"/>
    <p:sldId id="281" r:id="rId8"/>
    <p:sldId id="278" r:id="rId9"/>
    <p:sldId id="283" r:id="rId10"/>
    <p:sldId id="282" r:id="rId11"/>
    <p:sldId id="284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964"/>
    <p:restoredTop sz="94655"/>
  </p:normalViewPr>
  <p:slideViewPr>
    <p:cSldViewPr snapToGrid="0">
      <p:cViewPr varScale="1">
        <p:scale>
          <a:sx n="96" d="100"/>
          <a:sy n="96" d="100"/>
        </p:scale>
        <p:origin x="176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Good Good Father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I’ve heard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Stories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what they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Think you’re like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I’ve heard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tender whisper of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dead of night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you tell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you’re pleased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that I’m never alone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830C4-C7BF-C725-0399-DF228D2A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0F9720-0C7A-AA64-085F-652726358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and I’ve seen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Many searching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Far and wide</a:t>
            </a:r>
          </a:p>
        </p:txBody>
      </p:sp>
    </p:spTree>
    <p:extLst>
      <p:ext uri="{BB962C8B-B14F-4D97-AF65-F5344CB8AC3E}">
        <p14:creationId xmlns:p14="http://schemas.microsoft.com/office/powerpoint/2010/main" val="76852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79D6A-D600-EB8F-1563-9CCD21C8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805491-C83A-BB6E-0561-2E6A9EC30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 know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We’re all searching for answers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you provide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know just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we need before we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Say a word</a:t>
            </a:r>
          </a:p>
        </p:txBody>
      </p:sp>
    </p:spTree>
    <p:extLst>
      <p:ext uri="{BB962C8B-B14F-4D97-AF65-F5344CB8AC3E}">
        <p14:creationId xmlns:p14="http://schemas.microsoft.com/office/powerpoint/2010/main" val="3885993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3DE1C-1798-B848-FD3A-DD0C3021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BD15F2-695B-6197-C236-824F76F49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26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9AF7F-84B8-C777-E2D2-C20A7556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013F22-23DD-139A-B507-171419C8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are perfect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all of your ways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all of your ways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us</a:t>
            </a:r>
          </a:p>
        </p:txBody>
      </p:sp>
    </p:spTree>
    <p:extLst>
      <p:ext uri="{BB962C8B-B14F-4D97-AF65-F5344CB8AC3E}">
        <p14:creationId xmlns:p14="http://schemas.microsoft.com/office/powerpoint/2010/main" val="3465435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622C8-EF11-6AFC-34F7-F8396489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B4482-77A0-EF82-5468-35B3FE77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it’s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undeniable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Hardly speak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1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182F0-C605-B075-6415-EDD8A084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C46C3E-3623-DE85-94CC-29F4EB529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Peace so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Unexplainable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Hardly think</a:t>
            </a:r>
          </a:p>
        </p:txBody>
      </p:sp>
    </p:spTree>
    <p:extLst>
      <p:ext uri="{BB962C8B-B14F-4D97-AF65-F5344CB8AC3E}">
        <p14:creationId xmlns:p14="http://schemas.microsoft.com/office/powerpoint/2010/main" val="2920822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BC644-AAF2-1083-18EB-BB078CF8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4B65FD-73D0-F137-5430-B7235C6E4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Deeper still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Into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Love Love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075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AF8C5-F4FC-B5B4-923C-EF14680D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E2D2CC-ED0F-F941-B292-10D73C7A1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</a:t>
            </a:r>
            <a:r>
              <a:rPr lang="en-US" sz="4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good 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Father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924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180</Words>
  <Application>Microsoft Macintosh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13</cp:revision>
  <dcterms:created xsi:type="dcterms:W3CDTF">2025-11-12T03:26:12Z</dcterms:created>
  <dcterms:modified xsi:type="dcterms:W3CDTF">2025-12-28T01:22:38Z</dcterms:modified>
</cp:coreProperties>
</file>