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75" r:id="rId2"/>
    <p:sldId id="286" r:id="rId3"/>
    <p:sldId id="277" r:id="rId4"/>
    <p:sldId id="276" r:id="rId5"/>
    <p:sldId id="279" r:id="rId6"/>
    <p:sldId id="280" r:id="rId7"/>
    <p:sldId id="287" r:id="rId8"/>
    <p:sldId id="278" r:id="rId9"/>
    <p:sldId id="283" r:id="rId10"/>
    <p:sldId id="282" r:id="rId11"/>
    <p:sldId id="284" r:id="rId12"/>
    <p:sldId id="288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348"/>
    <p:restoredTop sz="94656"/>
  </p:normalViewPr>
  <p:slideViewPr>
    <p:cSldViewPr snapToGrid="0">
      <p:cViewPr varScale="1">
        <p:scale>
          <a:sx n="131" d="100"/>
          <a:sy n="131" d="100"/>
        </p:scale>
        <p:origin x="200" y="13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36016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48534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75532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17713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8/22/26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94800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8/22/26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71038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8/22/26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55817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3342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53093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4196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23480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59A0DE-F190-5444-87AC-4719D5F20D15}" type="datetimeFigureOut">
              <a:rPr lang="en-US" smtClean="0"/>
              <a:t>8/22/26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94512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F505F0-2C9A-D8AD-DFA4-B739033663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1EF0C30-6484-3BF3-D373-46931D0DFDA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1673" y="180109"/>
            <a:ext cx="8686800" cy="6442364"/>
          </a:xfrm>
        </p:spPr>
        <p:txBody>
          <a:bodyPr>
            <a:noAutofit/>
          </a:bodyPr>
          <a:lstStyle/>
          <a:p>
            <a:pPr algn="l"/>
            <a:r>
              <a:rPr lang="en-US" sz="8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Good Good Father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950585B-F576-64A6-524D-716D54A25052}"/>
              </a:ext>
            </a:extLst>
          </p:cNvPr>
          <p:cNvSpPr txBox="1"/>
          <p:nvPr/>
        </p:nvSpPr>
        <p:spPr>
          <a:xfrm>
            <a:off x="168442" y="5444311"/>
            <a:ext cx="880711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Words &amp; Music by Pat Barrett and Anthony Brown (2014)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© 2014 by Capital CMG Paragon, Common Hymnal Publishing, Housefires Sounds, </a:t>
            </a:r>
            <a:r>
              <a:rPr lang="en-US" dirty="0" err="1">
                <a:solidFill>
                  <a:schemeClr val="bg1"/>
                </a:solidFill>
              </a:rPr>
              <a:t>sixsteps</a:t>
            </a:r>
            <a:r>
              <a:rPr lang="en-US" dirty="0">
                <a:solidFill>
                  <a:schemeClr val="bg1"/>
                </a:solidFill>
              </a:rPr>
              <a:t> Music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CCLI License #137776</a:t>
            </a:r>
          </a:p>
        </p:txBody>
      </p:sp>
    </p:spTree>
    <p:extLst>
      <p:ext uri="{BB962C8B-B14F-4D97-AF65-F5344CB8AC3E}">
        <p14:creationId xmlns:p14="http://schemas.microsoft.com/office/powerpoint/2010/main" val="3071111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EAD9A4C-2176-3F5D-F7D9-8F6FDC8283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016ACDE-47DE-6CBD-8468-A74C1814F7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2508" y="221673"/>
            <a:ext cx="8617527" cy="6317672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Oh, I’ve heard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 thousand Stories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Of what they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Think you’re like</a:t>
            </a:r>
          </a:p>
        </p:txBody>
      </p:sp>
    </p:spTree>
    <p:extLst>
      <p:ext uri="{BB962C8B-B14F-4D97-AF65-F5344CB8AC3E}">
        <p14:creationId xmlns:p14="http://schemas.microsoft.com/office/powerpoint/2010/main" val="35000775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8BDBFFC-C2E7-FF56-08B2-79D8D2E20D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CB49F10-2809-A234-C867-D60729E4BBB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9382" y="332509"/>
            <a:ext cx="8506691" cy="6179127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But I’ve heard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tender whisper of love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In the dead of night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you tell me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That you’re pleased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that I’m never alone</a:t>
            </a:r>
          </a:p>
        </p:txBody>
      </p:sp>
    </p:spTree>
    <p:extLst>
      <p:ext uri="{BB962C8B-B14F-4D97-AF65-F5344CB8AC3E}">
        <p14:creationId xmlns:p14="http://schemas.microsoft.com/office/powerpoint/2010/main" val="25549024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5C7419-E011-28A7-9A00-12DEA80269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6DA5D01-CA66-E4A3-D9BB-F19A657F51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90945" y="235527"/>
            <a:ext cx="8575964" cy="6359237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You’re a good good Father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It’s who you are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I’m loved by you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It’s who I am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541841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41830C4-C7BF-C725-0399-DF228D2AA1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90F9720-0C7A-AA64-085F-652726358EF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2508" y="277091"/>
            <a:ext cx="8506691" cy="6317673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Oh, and I’ve seen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Many searching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For answers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Far and wide</a:t>
            </a:r>
          </a:p>
        </p:txBody>
      </p:sp>
    </p:spTree>
    <p:extLst>
      <p:ext uri="{BB962C8B-B14F-4D97-AF65-F5344CB8AC3E}">
        <p14:creationId xmlns:p14="http://schemas.microsoft.com/office/powerpoint/2010/main" val="7685283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CE79D6A-D600-EB8F-1563-9CCD21C891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F805491-C83A-BB6E-0561-2E6A9EC30D8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18655" y="221672"/>
            <a:ext cx="8492836" cy="6386945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But I know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We’re all searching for answers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Only you provide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Cause you know just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What we need before we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Say a word</a:t>
            </a:r>
          </a:p>
        </p:txBody>
      </p:sp>
    </p:spTree>
    <p:extLst>
      <p:ext uri="{BB962C8B-B14F-4D97-AF65-F5344CB8AC3E}">
        <p14:creationId xmlns:p14="http://schemas.microsoft.com/office/powerpoint/2010/main" val="38859939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C017B06-5C2E-571B-159C-9658D12A6B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2876DA7-31DE-D6BC-66FE-01A30CAAADC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90945" y="235527"/>
            <a:ext cx="8575964" cy="6359237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You’re a good good Father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It’s who you are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I’m loved by you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It’s who I am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63473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E99AF7F-84B8-C777-E2D2-C20A755665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2013F22-23DD-139A-B507-171419C8BE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1673" y="249383"/>
            <a:ext cx="8686800" cy="6331526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Cause you are perfect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In all of your ways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are perfect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In all of your ways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To us</a:t>
            </a:r>
          </a:p>
        </p:txBody>
      </p:sp>
    </p:spTree>
    <p:extLst>
      <p:ext uri="{BB962C8B-B14F-4D97-AF65-F5344CB8AC3E}">
        <p14:creationId xmlns:p14="http://schemas.microsoft.com/office/powerpoint/2010/main" val="34654350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78622C8-EF11-6AFC-34F7-F83964896F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BFB4482-77A0-EF82-5468-35B3FE77CC8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9382" y="290945"/>
            <a:ext cx="8589818" cy="6359237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Oh, it’s love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So undeniable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I, I can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Hardly speak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259111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D2182F0-C605-B075-6415-EDD8A0846B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CC46C3E-3623-DE85-94CC-29F4EB529C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77091" y="235527"/>
            <a:ext cx="8645236" cy="6317673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Peace so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Unexplainable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I, I can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Hardly think</a:t>
            </a:r>
          </a:p>
        </p:txBody>
      </p:sp>
    </p:spTree>
    <p:extLst>
      <p:ext uri="{BB962C8B-B14F-4D97-AF65-F5344CB8AC3E}">
        <p14:creationId xmlns:p14="http://schemas.microsoft.com/office/powerpoint/2010/main" val="29208223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C0BC644-AAF2-1083-18EB-BB078CF8FA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04B65FD-73D0-F137-5430-B7235C6E418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9382" y="235527"/>
            <a:ext cx="8617527" cy="6373091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As you call me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Deeper still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Into Love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Love Love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240754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15062B1-E283-3D9B-76DC-613A54F4BD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091AEA2-BF87-F4C8-051D-7A15FFA8BA2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90945" y="235527"/>
            <a:ext cx="8575964" cy="6359237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You’re a good good Father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It’s who you are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I’m loved by you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It’s who I am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963326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386</TotalTime>
  <Words>212</Words>
  <Application>Microsoft Macintosh PowerPoint</Application>
  <PresentationFormat>On-screen Show (4:3)</PresentationFormat>
  <Paragraphs>77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Aptos</vt:lpstr>
      <vt:lpstr>Aptos Display</vt:lpstr>
      <vt:lpstr>Arial</vt:lpstr>
      <vt:lpstr>Avenir Medium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Danny Hur</dc:creator>
  <cp:lastModifiedBy>Danny Hur</cp:lastModifiedBy>
  <cp:revision>18</cp:revision>
  <dcterms:created xsi:type="dcterms:W3CDTF">2025-11-12T03:26:12Z</dcterms:created>
  <dcterms:modified xsi:type="dcterms:W3CDTF">2026-08-23T03:09:56Z</dcterms:modified>
</cp:coreProperties>
</file>