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6" r:id="rId3"/>
    <p:sldId id="277" r:id="rId4"/>
    <p:sldId id="276" r:id="rId5"/>
    <p:sldId id="279" r:id="rId6"/>
    <p:sldId id="280" r:id="rId7"/>
    <p:sldId id="287" r:id="rId8"/>
    <p:sldId id="278" r:id="rId9"/>
    <p:sldId id="283" r:id="rId10"/>
    <p:sldId id="282" r:id="rId11"/>
    <p:sldId id="284" r:id="rId12"/>
    <p:sldId id="28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270"/>
    <p:restoredTop sz="94656"/>
  </p:normalViewPr>
  <p:slideViewPr>
    <p:cSldViewPr snapToGrid="0">
      <p:cViewPr varScale="1">
        <p:scale>
          <a:sx n="93" d="100"/>
          <a:sy n="93" d="100"/>
        </p:scale>
        <p:origin x="200" y="2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01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53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553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7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80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103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8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42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0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19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451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673" y="180109"/>
            <a:ext cx="8686800" cy="6442364"/>
          </a:xfrm>
        </p:spPr>
        <p:txBody>
          <a:bodyPr>
            <a:noAutofit/>
          </a:bodyPr>
          <a:lstStyle/>
          <a:p>
            <a:pPr algn="l"/>
            <a:r>
              <a:rPr lang="en-US" sz="8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Good Father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D9A4C-2176-3F5D-F7D9-8F6FDC828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16ACDE-47DE-6CBD-8468-A74C1814F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2508" y="221673"/>
            <a:ext cx="8617527" cy="631767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I’ve heard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Stories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what they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Think you’re like</a:t>
            </a:r>
          </a:p>
        </p:txBody>
      </p:sp>
    </p:spTree>
    <p:extLst>
      <p:ext uri="{BB962C8B-B14F-4D97-AF65-F5344CB8AC3E}">
        <p14:creationId xmlns:p14="http://schemas.microsoft.com/office/powerpoint/2010/main" val="3500077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332509"/>
            <a:ext cx="8506691" cy="617912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I’ve heard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tender whisper of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dead of night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 tell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you’re pleased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that I’m never alone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830C4-C7BF-C725-0399-DF228D2AA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0F9720-0C7A-AA64-085F-652726358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2508" y="277091"/>
            <a:ext cx="8506691" cy="631767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and I’ve seen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Many searching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answers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Far and wide</a:t>
            </a:r>
          </a:p>
        </p:txBody>
      </p:sp>
    </p:spTree>
    <p:extLst>
      <p:ext uri="{BB962C8B-B14F-4D97-AF65-F5344CB8AC3E}">
        <p14:creationId xmlns:p14="http://schemas.microsoft.com/office/powerpoint/2010/main" val="76852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79D6A-D600-EB8F-1563-9CCD21C89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805491-C83A-BB6E-0561-2E6A9EC30D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655" y="221672"/>
            <a:ext cx="8492836" cy="6386945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I know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We’re all searching for answers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you provide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know just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we need before we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Say a word</a:t>
            </a:r>
          </a:p>
        </p:txBody>
      </p:sp>
    </p:spTree>
    <p:extLst>
      <p:ext uri="{BB962C8B-B14F-4D97-AF65-F5344CB8AC3E}">
        <p14:creationId xmlns:p14="http://schemas.microsoft.com/office/powerpoint/2010/main" val="3885993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017B06-5C2E-571B-159C-9658D12A6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76DA7-31DE-D6BC-66FE-01A30CAAA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347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9AF7F-84B8-C777-E2D2-C20A75566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013F22-23DD-139A-B507-171419C8B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673" y="249383"/>
            <a:ext cx="8686800" cy="633152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Cause you are perfect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perfect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all of your ways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us</a:t>
            </a:r>
          </a:p>
        </p:txBody>
      </p:sp>
    </p:spTree>
    <p:extLst>
      <p:ext uri="{BB962C8B-B14F-4D97-AF65-F5344CB8AC3E}">
        <p14:creationId xmlns:p14="http://schemas.microsoft.com/office/powerpoint/2010/main" val="3465435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22C8-EF11-6AFC-34F7-F83964896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FB4482-77A0-EF82-5468-35B3FE77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290945"/>
            <a:ext cx="8589818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it’s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undeniable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speak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91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182F0-C605-B075-6415-EDD8A0846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C46C3E-3623-DE85-94CC-29F4EB529C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7091" y="235527"/>
            <a:ext cx="8645236" cy="631767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Peace so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Unexplainable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I, I can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Hardly think</a:t>
            </a:r>
          </a:p>
        </p:txBody>
      </p:sp>
    </p:spTree>
    <p:extLst>
      <p:ext uri="{BB962C8B-B14F-4D97-AF65-F5344CB8AC3E}">
        <p14:creationId xmlns:p14="http://schemas.microsoft.com/office/powerpoint/2010/main" val="2920822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BC644-AAF2-1083-18EB-BB078CF8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4B65FD-73D0-F137-5430-B7235C6E41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382" y="235527"/>
            <a:ext cx="8617527" cy="6373091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you call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Deeper still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Into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Love Love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075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062B1-E283-3D9B-76DC-613A54F4B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091AEA2-BF87-F4C8-051D-7A15FFA8B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945" y="235527"/>
            <a:ext cx="8575964" cy="635923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You’re a good good Father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you are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I’m loved by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It’s who I am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6213ED-94A8-BC54-1DEE-F74ECC714D7D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3596332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379</TotalTime>
  <Words>183</Words>
  <Application>Microsoft Macintosh PowerPoint</Application>
  <PresentationFormat>On-screen Show (4:3)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16</cp:revision>
  <dcterms:created xsi:type="dcterms:W3CDTF">2025-11-12T03:26:12Z</dcterms:created>
  <dcterms:modified xsi:type="dcterms:W3CDTF">2026-06-14T03:26:35Z</dcterms:modified>
</cp:coreProperties>
</file>