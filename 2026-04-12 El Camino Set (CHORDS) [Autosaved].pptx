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9"/>
    <p:restoredTop sz="94694"/>
  </p:normalViewPr>
  <p:slideViewPr>
    <p:cSldViewPr snapToGrid="0">
      <p:cViewPr varScale="1">
        <p:scale>
          <a:sx n="121" d="100"/>
          <a:sy n="121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579BA-D6DC-7742-8752-BA24262879FB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8D268-31B1-2344-9C3C-9213F10BF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Alive in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Alive in You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10,000 Reason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Gratitude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Came to My Rescue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8362-A490-9B9C-CA04-DCA2CE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E80-557A-402B-817E-7A895687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Came to My Rescue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886-FC25-6793-68A0-306545704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VERSE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G Am F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G Am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G Am F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G Am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BRIDGE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Am C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Am F 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7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40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Avenir Book</vt:lpstr>
      <vt:lpstr>Office Theme</vt:lpstr>
      <vt:lpstr>Alive in You</vt:lpstr>
      <vt:lpstr>Came to My Rescue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15</cp:revision>
  <dcterms:created xsi:type="dcterms:W3CDTF">2026-04-04T15:41:28Z</dcterms:created>
  <dcterms:modified xsi:type="dcterms:W3CDTF">2026-04-12T03:38:34Z</dcterms:modified>
</cp:coreProperties>
</file>