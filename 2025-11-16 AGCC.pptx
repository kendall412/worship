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68" r:id="rId30"/>
    <p:sldId id="286" r:id="rId31"/>
    <p:sldId id="269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39"/>
    <p:restoredTop sz="94694"/>
  </p:normalViewPr>
  <p:slideViewPr>
    <p:cSldViewPr snapToGrid="0">
      <p:cViewPr varScale="1">
        <p:scale>
          <a:sx n="107" d="100"/>
          <a:sy n="107" d="100"/>
        </p:scale>
        <p:origin x="1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and rose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EF226F-5A93-E638-EAFD-96417E57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3EB68F-F1A3-231A-50FF-C457BDA66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3261840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56551-DEA6-474F-B655-79138430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B67AEAC-8126-3BF1-CB49-31135611B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and rose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1234787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FE043-DEC0-14F3-65D7-04C48F82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1C6E0-216C-E27F-BBFB-EE511AD6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047265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range reflected in a lake&#10;&#10;AI-generated content may be incorrect.">
            <a:extLst>
              <a:ext uri="{FF2B5EF4-FFF2-40B4-BE49-F238E27FC236}">
                <a16:creationId xmlns:a16="http://schemas.microsoft.com/office/drawing/2014/main" id="{98BA084F-0CF8-8D13-165C-DA40FA274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9" r="1761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778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95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471BC-71FA-5050-E195-E824F107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F4B07D-1F4C-FAA9-270A-D4E9E8B3C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3414640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171DC-FEDD-4A1C-FD22-D2CB403D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63502A-CAAA-C6D0-037F-1A6AA07A9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979178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2964281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C21AE-62D7-8212-9813-7A15697E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279BC-EC6B-E7D7-BEC4-D6AC90089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2267121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461BD-C845-840A-EAC2-ABDFCD10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C29F60-22B1-3E8D-ED2C-9A01A471A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926302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A817F-60B4-9AB9-EFC4-AAC3AA9B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07DF9-90AB-0EC9-1C9C-C71ABF2EC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constantly roam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calling us home</a:t>
            </a:r>
          </a:p>
        </p:txBody>
      </p:sp>
    </p:spTree>
    <p:extLst>
      <p:ext uri="{BB962C8B-B14F-4D97-AF65-F5344CB8AC3E}">
        <p14:creationId xmlns:p14="http://schemas.microsoft.com/office/powerpoint/2010/main" val="3536714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9699A-1C08-9EFB-9CF2-08D5FBAF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57661B-3091-0E01-24FD-4DA1D808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vilest, the poor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1992958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6430C-F080-BAC0-6911-7773A1C75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29FF72-2542-4B42-F83E-6F9237349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2300250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57511-55CF-9AF6-63C4-CA8AF74A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40B855-4967-09E1-361A-6BD31C1FA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493123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28804-0296-2F6C-62C2-18A0239C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13D3C6-E285-880B-ACB9-52B26040E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lavished on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life was the cost</a:t>
            </a:r>
          </a:p>
        </p:txBody>
      </p:sp>
    </p:spTree>
    <p:extLst>
      <p:ext uri="{BB962C8B-B14F-4D97-AF65-F5344CB8AC3E}">
        <p14:creationId xmlns:p14="http://schemas.microsoft.com/office/powerpoint/2010/main" val="1157592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6B65D-96F1-5B6D-9D9A-933A4AAB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7DBBAA-2033-906F-4C36-5619AE08F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never afford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1169012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A5D3B-5A31-5698-7DF9-54DDEFAC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98300B-F415-10BF-A959-7056D317E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3938360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7808D-1E46-8C81-5D76-B14D1413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E42776-788D-F826-6994-B48B153D9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16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850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Shining like the sun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inherit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no work I have done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21B20-1F07-D41B-D17B-105DC906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E81914-E1B4-6E96-BBA8-CF33B0DE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my saviors cross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Did what I could not</a:t>
            </a:r>
          </a:p>
        </p:txBody>
      </p:sp>
    </p:spTree>
    <p:extLst>
      <p:ext uri="{BB962C8B-B14F-4D97-AF65-F5344CB8AC3E}">
        <p14:creationId xmlns:p14="http://schemas.microsoft.com/office/powerpoint/2010/main" val="1943880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Eternal now in time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maker made to die</a:t>
            </a: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485AA-E5D7-1D2A-5596-A117FB74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1BF79A-693B-1553-9129-003849B4A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lawlessness had won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Lamb had finally come</a:t>
            </a:r>
          </a:p>
        </p:txBody>
      </p:sp>
    </p:spTree>
    <p:extLst>
      <p:ext uri="{BB962C8B-B14F-4D97-AF65-F5344CB8AC3E}">
        <p14:creationId xmlns:p14="http://schemas.microsoft.com/office/powerpoint/2010/main" val="1328795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F4B13-D2D3-B52B-5C79-90350352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6AC21-EFE8-0107-87AA-58036F07F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</p:txBody>
      </p:sp>
    </p:spTree>
    <p:extLst>
      <p:ext uri="{BB962C8B-B14F-4D97-AF65-F5344CB8AC3E}">
        <p14:creationId xmlns:p14="http://schemas.microsoft.com/office/powerpoint/2010/main" val="2424527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Any empty boast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the sinful host</a:t>
            </a: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266B9-C9EE-B7FF-FDA9-A064D3B5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847247-1E8D-0181-52EF-49ECFD333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dressed in my LORD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righteousness is mine</a:t>
            </a:r>
          </a:p>
        </p:txBody>
      </p:sp>
    </p:spTree>
    <p:extLst>
      <p:ext uri="{BB962C8B-B14F-4D97-AF65-F5344CB8AC3E}">
        <p14:creationId xmlns:p14="http://schemas.microsoft.com/office/powerpoint/2010/main" val="23053852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C86CD-4E1D-3561-16CB-29015511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7F42E7-D1DC-DB2D-C43A-E9C05A0A8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8816520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D35CF-1EB1-F96C-F585-C6412E95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D8B3DD-E39F-8B93-A66C-07B87B2BF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</p:txBody>
      </p:sp>
    </p:spTree>
    <p:extLst>
      <p:ext uri="{BB962C8B-B14F-4D97-AF65-F5344CB8AC3E}">
        <p14:creationId xmlns:p14="http://schemas.microsoft.com/office/powerpoint/2010/main" val="15141487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in life and death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Shall be my final breath</a:t>
            </a: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0F7E5-CC77-9690-4674-FA957095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76E9F8-15BB-D1F9-FFD7-553FE54BB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the throne of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thank Him for the cross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</p:txBody>
      </p:sp>
    </p:spTree>
    <p:extLst>
      <p:ext uri="{BB962C8B-B14F-4D97-AF65-F5344CB8AC3E}">
        <p14:creationId xmlns:p14="http://schemas.microsoft.com/office/powerpoint/2010/main" val="1613949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D88FC-4E3B-33B7-4523-713E4E92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EFA89D-9061-98AB-0628-D5031176E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19702717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EF69D-9EA9-BF41-1D9F-657A64BF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EC6CFC-0B61-AE61-952D-EE48216DD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(Oh your merit now my own)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747</Words>
  <Application>Microsoft Macintosh PowerPoint</Application>
  <PresentationFormat>Widescreen</PresentationFormat>
  <Paragraphs>286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9</cp:revision>
  <dcterms:created xsi:type="dcterms:W3CDTF">2025-11-12T03:26:12Z</dcterms:created>
  <dcterms:modified xsi:type="dcterms:W3CDTF">2025-11-16T04:11:02Z</dcterms:modified>
</cp:coreProperties>
</file>