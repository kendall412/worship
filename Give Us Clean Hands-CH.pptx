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7" r:id="rId13"/>
    <p:sldId id="293" r:id="rId14"/>
    <p:sldId id="294" r:id="rId15"/>
    <p:sldId id="295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5311"/>
    <p:restoredTop sz="94680"/>
  </p:normalViewPr>
  <p:slideViewPr>
    <p:cSldViewPr snapToGrid="0">
      <p:cViewPr varScale="1">
        <p:scale>
          <a:sx n="91" d="100"/>
          <a:sy n="91" d="100"/>
        </p:scale>
        <p:origin x="200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17094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Give Us Clean Hand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EA7F5-7EAD-0378-ED1A-9BA1FDA0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A89593-563C-EAC5-FA82-670009E11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05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960C2-C1DC-A542-E24C-37A4D104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7CACCF-AACC-5A25-8831-E1729087C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2453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68033-7F9F-3D9D-7D6A-493E1C2BF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898A89D-8C13-6FBB-FFB6-4CF5F8BF0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493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011EB-8FD2-AE24-0BA2-BC31B52F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D1CF10-A73A-2A50-706A-7DD31C522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we bend our knees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76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CAB11-240F-FA99-152D-159729BA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A12D1-9783-CE08-98C3-62132DA2B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72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3D41A4-A999-0148-E686-F01004B6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B6AA30-31A4-1CA0-C0A1-564302409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8571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12E43-E9E4-FFD9-A8EF-820D7809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8C0EDE-18DB-60AC-1242-6710BCAD9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96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2B27F-8C7A-B5DD-CF4E-07DD8425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EDADB4-BB13-69A5-28BF-941EEA16A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1109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149A1-0783-B1BC-91BB-1F5C3D74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4D70AF-1E04-8D07-52C2-968621856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Instrumental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D / C / G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576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1FC0A-3C0A-A2B9-7E7A-DC89011AB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4F6EB1-A331-26F2-6F2D-646C6E1BD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9150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376A8-CF12-3CBF-69F4-B3F73417E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1DEFEB-FF18-0692-DF2F-2C95C49DF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Em             D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lift our souls to another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3639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4956E-6E64-7EFE-CC7D-60170D70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C6A5BA7-4D41-8562-3B3D-173DD7B44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7280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74187-01EB-6995-1631-0FCEAC40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9ADFA9C-8EF4-2E70-CD2A-5DCC18FA8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394789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seeks Your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 </a:t>
            </a:r>
            <a:r>
              <a:rPr lang="en-US" sz="3600" dirty="0">
                <a:solidFill>
                  <a:schemeClr val="accent3">
                    <a:lumMod val="60000"/>
                    <a:lumOff val="4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x3 and end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82EB-8261-C229-A295-BA8CCF1FF869}"/>
              </a:ext>
            </a:extLst>
          </p:cNvPr>
          <p:cNvSpPr txBox="1"/>
          <p:nvPr/>
        </p:nvSpPr>
        <p:spPr>
          <a:xfrm>
            <a:off x="11066451" y="63347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68877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410</Words>
  <Application>Microsoft Macintosh PowerPoint</Application>
  <PresentationFormat>Widescreen</PresentationFormat>
  <Paragraphs>149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2026-07-19T04:51:29Z</dcterms:modified>
</cp:coreProperties>
</file>