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1" r:id="rId3"/>
    <p:sldId id="280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010"/>
    <p:restoredTop sz="94757"/>
  </p:normalViewPr>
  <p:slideViewPr>
    <p:cSldViewPr snapToGrid="0">
      <p:cViewPr varScale="1">
        <p:scale>
          <a:sx n="112" d="100"/>
          <a:sy n="112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Assurance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Fanny Crosby and Phoebe Palmer Knapp (1873)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A8988-4E73-E083-1BB0-D9FC2DFA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DBE31B-1F26-0659-BBAA-78507C8C0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assurance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what a foretaste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divine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8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Heir of salvation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purchase of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Born of His Spirit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in His blood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51A6C-364C-9085-057D-87397431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AF8AE3-D1A8-DE26-E98E-841BB8E89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945479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9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699AA-3613-FEBD-9988-75B28BA6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63137A-31EB-D62A-9D6B-2E68B5A4F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22035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6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0F043-B9EF-6388-BF6F-DBA387CC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38B025-7484-D9D0-3926-D5932FBFB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submission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delight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Visions of rapture now burst on my sight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84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B43F1-500E-0607-C883-84BE75B1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FA11E9-62D8-09AC-A697-F8083FC97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Angels descending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bring from above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Echoes of mercy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whisper of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43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51F5C-9896-E0D8-DE17-7298DBEE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6A864C5-2F27-AA95-E5F6-EE4740B69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76899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60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269D9-2D90-4282-77EE-192E3DE0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EB9FF7-2CFF-6D13-BA9B-16EC0F5A2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0374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753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5B684-4B83-BF64-BC8E-67AAF4A2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26B4AA-554B-A084-8CE2-201235C60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submission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is at rest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in my Savior am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happy and blest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281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361EB-BCB2-08EE-DDB2-CA999CF7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5B07F6-9A41-CFEA-28C5-0016F532E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Watching and waiting looking above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His goodness lost in His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7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E2959-869A-9A3A-E6FC-13A3B9ADC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DFE5BE-FDD9-EEBD-C2BC-31B8B4270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40323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145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1BB3E-7B62-D675-BB9B-120FC82E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8912A6-C0E8-1B9C-CAB1-E3C3B5CD4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22035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28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193</Words>
  <Application>Microsoft Macintosh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2025-11-12T03:26:12Z</dcterms:created>
  <dcterms:modified xsi:type="dcterms:W3CDTF">2026-10-16T18:39:27Z</dcterms:modified>
</cp:coreProperties>
</file>