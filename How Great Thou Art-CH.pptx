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5" r:id="rId5"/>
    <p:sldId id="287" r:id="rId6"/>
    <p:sldId id="28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658"/>
  </p:normalViewPr>
  <p:slideViewPr>
    <p:cSldViewPr snapToGrid="0">
      <p:cViewPr varScale="1">
        <p:scale>
          <a:sx n="109" d="100"/>
          <a:sy n="109" d="100"/>
        </p:scale>
        <p:origin x="216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230658" cy="1208141"/>
          </a:xfrm>
        </p:spPr>
        <p:txBody>
          <a:bodyPr>
            <a:normAutofit fontScale="925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How Great Thou Art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 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Lord my God, When I in awesome wonder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                 D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Consider all the Worlds Thy hand hath made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G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see the stars, I hear the rolling thunder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G                D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pow'r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throughout the universe displayed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G               C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sings my soul, my Savior God, to Thee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Am       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Thou art! How great Thou art!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G              C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sings my soul, my Savior God, to Thee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Am         C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Thou art! How great Thou art!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BD412B-8216-94CB-BC47-6DBFB9739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C3CA3A-70FA-F501-B043-83875E898F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when I think that God, His Son not sparing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G                    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Sent Him to die, I scarce can take it 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on the cross, my burden gladly bearing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G                  D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bled and died to take away my sin</a:t>
            </a:r>
          </a:p>
        </p:txBody>
      </p:sp>
    </p:spTree>
    <p:extLst>
      <p:ext uri="{BB962C8B-B14F-4D97-AF65-F5344CB8AC3E}">
        <p14:creationId xmlns:p14="http://schemas.microsoft.com/office/powerpoint/2010/main" val="27824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88C2E0-4D6B-9E7A-3C8A-2B04854C9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E391D5-EA3F-5980-B7FC-67E74940D3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G               C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sings my soul, my Savior God,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Am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Thou art! How great Thou art!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G              C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sings my soul, my Savior God,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Am         C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Thou art! How great Thou art!</a:t>
            </a:r>
          </a:p>
        </p:txBody>
      </p:sp>
    </p:spTree>
    <p:extLst>
      <p:ext uri="{BB962C8B-B14F-4D97-AF65-F5344CB8AC3E}">
        <p14:creationId xmlns:p14="http://schemas.microsoft.com/office/powerpoint/2010/main" val="4294018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E0F94-7269-05D4-0EAE-1F3B632CB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E644A8D-6514-5959-14FE-4B759C5E5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7" y="152399"/>
            <a:ext cx="10972800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G   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Christ shall come, with shouts of acclamation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G                  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take me home, what joy shall fill my heart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I shall bow in humble adoration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         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there proclaim, My God, how great You are!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5DF3D5-8BE2-BCFD-BFCB-6ABD3FC66498}"/>
              </a:ext>
            </a:extLst>
          </p:cNvPr>
          <p:cNvSpPr txBox="1"/>
          <p:nvPr/>
        </p:nvSpPr>
        <p:spPr>
          <a:xfrm>
            <a:off x="10750062" y="6211669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FF00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1189193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276</Words>
  <Application>Microsoft Macintosh PowerPoint</Application>
  <PresentationFormat>Widescreen</PresentationFormat>
  <Paragraphs>48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46</cp:revision>
  <dcterms:created xsi:type="dcterms:W3CDTF">2025-11-12T03:26:12Z</dcterms:created>
  <dcterms:modified xsi:type="dcterms:W3CDTF">2026-09-18T03:03:48Z</dcterms:modified>
</cp:coreProperties>
</file>