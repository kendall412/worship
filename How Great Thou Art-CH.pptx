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4" r:id="rId3"/>
    <p:sldId id="276" r:id="rId4"/>
    <p:sldId id="285" r:id="rId5"/>
    <p:sldId id="287" r:id="rId6"/>
    <p:sldId id="286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2188"/>
    <p:restoredTop sz="94669"/>
  </p:normalViewPr>
  <p:slideViewPr>
    <p:cSldViewPr snapToGrid="0">
      <p:cViewPr varScale="1">
        <p:scale>
          <a:sx n="63" d="100"/>
          <a:sy n="63" d="100"/>
        </p:scale>
        <p:origin x="200" y="1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9/16/26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9/16/26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9/16/26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9/16/26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5230658" cy="1208141"/>
          </a:xfrm>
        </p:spPr>
        <p:txBody>
          <a:bodyPr>
            <a:normAutofit fontScale="92500"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How Great Thou Art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40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G            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Lord my God, When I in awesome wonder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G                           D               G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Consider all the Worlds Thy hand hath made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G           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see the stars, I hear the rolling thunder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 G                D             G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Thy </a:t>
            </a:r>
            <a:r>
              <a:rPr lang="en-US" sz="40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pow'r</a:t>
            </a:r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throughout the universe displayed</a:t>
            </a:r>
          </a:p>
        </p:txBody>
      </p:sp>
    </p:spTree>
    <p:extLst>
      <p:ext uri="{BB962C8B-B14F-4D97-AF65-F5344CB8AC3E}">
        <p14:creationId xmlns:p14="http://schemas.microsoft.com/office/powerpoint/2010/main" val="897242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G               C              G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Then sings my soul, my Savior God, to Thee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Am                            G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 Thou art! How great Thou art!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G              C                    G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Then sings my soul, my Savior God, to Thee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Am         C                G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 Thou art! How great Thou art!</a:t>
            </a: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BD412B-8216-94CB-BC47-6DBFB9739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5C3CA3A-70FA-F501-B043-83875E898F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G     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when I think that God, His Son not sparing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G                        D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Sent Him to die, I scarce can take it in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G      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on the cross, my burden gladly bearing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G                  D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bled and died to take away my sin</a:t>
            </a:r>
          </a:p>
        </p:txBody>
      </p:sp>
    </p:spTree>
    <p:extLst>
      <p:ext uri="{BB962C8B-B14F-4D97-AF65-F5344CB8AC3E}">
        <p14:creationId xmlns:p14="http://schemas.microsoft.com/office/powerpoint/2010/main" val="278246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88C2E0-4D6B-9E7A-3C8A-2B04854C9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DE391D5-EA3F-5980-B7FC-67E74940D3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G               C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Then sings my soul, my Savior God, to Thee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Am   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 Thou art! How great Thou art!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G              C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Then sings my soul, my Savior God, to Thee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Am         C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 Thou art! How great Thou art!</a:t>
            </a:r>
          </a:p>
        </p:txBody>
      </p:sp>
    </p:spTree>
    <p:extLst>
      <p:ext uri="{BB962C8B-B14F-4D97-AF65-F5344CB8AC3E}">
        <p14:creationId xmlns:p14="http://schemas.microsoft.com/office/powerpoint/2010/main" val="42940189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E0F94-7269-05D4-0EAE-1F3B632CB5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E644A8D-6514-5959-14FE-4B759C5E5F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 G        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Christ shall come, with shouts of acclamation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G                               D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take me home, what joy shall fill my heart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G    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Then I shall bow in humble adoration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G                               D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there proclaim, My God, how great You are!</a:t>
            </a:r>
          </a:p>
        </p:txBody>
      </p:sp>
    </p:spTree>
    <p:extLst>
      <p:ext uri="{BB962C8B-B14F-4D97-AF65-F5344CB8AC3E}">
        <p14:creationId xmlns:p14="http://schemas.microsoft.com/office/powerpoint/2010/main" val="31189193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</TotalTime>
  <Words>275</Words>
  <Application>Microsoft Macintosh PowerPoint</Application>
  <PresentationFormat>Widescreen</PresentationFormat>
  <Paragraphs>47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Aptos</vt:lpstr>
      <vt:lpstr>Aptos Display</vt:lpstr>
      <vt:lpstr>Arial</vt:lpstr>
      <vt:lpstr>Avenir Medium</vt:lpstr>
      <vt:lpstr>Avenir Oblique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45</cp:revision>
  <dcterms:created xsi:type="dcterms:W3CDTF">2025-11-12T03:26:12Z</dcterms:created>
  <dcterms:modified xsi:type="dcterms:W3CDTF">2026-09-16T19:51:43Z</dcterms:modified>
</cp:coreProperties>
</file>