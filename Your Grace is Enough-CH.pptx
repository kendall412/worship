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7" r:id="rId6"/>
    <p:sldId id="288" r:id="rId7"/>
    <p:sldId id="289" r:id="rId8"/>
    <p:sldId id="290" r:id="rId9"/>
    <p:sldId id="291" r:id="rId10"/>
    <p:sldId id="29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/>
    <p:restoredTop sz="94658"/>
  </p:normalViewPr>
  <p:slideViewPr>
    <p:cSldViewPr snapToGrid="0">
      <p:cViewPr varScale="1">
        <p:scale>
          <a:sx n="100" d="100"/>
          <a:sy n="100" d="100"/>
        </p:scale>
        <p:origin x="18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6148371" cy="1519265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Your Grace is Enough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Your faithfulness oh God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D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wrestle with the sinner's heart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lead us by still waters and to mercy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D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nothing can keep us apart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8857761" cy="6482862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Am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promise Oh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B075FA-13FA-EF59-5E63-C3D9BFEB4DF4}"/>
              </a:ext>
            </a:extLst>
          </p:cNvPr>
          <p:cNvSpPr txBox="1"/>
          <p:nvPr/>
        </p:nvSpPr>
        <p:spPr>
          <a:xfrm>
            <a:off x="9296400" y="5985991"/>
            <a:ext cx="23862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DEF89-9ADE-6DB5-EBFC-AD27351D7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D65D5CB-CAEE-C34A-2282-5812B3910F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978662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D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57058-E6DB-8F63-895D-63DA4DF4E841}"/>
              </a:ext>
            </a:extLst>
          </p:cNvPr>
          <p:cNvSpPr txBox="1"/>
          <p:nvPr/>
        </p:nvSpPr>
        <p:spPr>
          <a:xfrm>
            <a:off x="8953500" y="5939099"/>
            <a:ext cx="2408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to verse 2</a:t>
            </a:r>
          </a:p>
        </p:txBody>
      </p:sp>
    </p:spTree>
    <p:extLst>
      <p:ext uri="{BB962C8B-B14F-4D97-AF65-F5344CB8AC3E}">
        <p14:creationId xmlns:p14="http://schemas.microsoft.com/office/powerpoint/2010/main" val="1345386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062099-8B00-89DE-1A7B-5259BA529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8B4E0E-2F4B-604A-CFEA-7DF218428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Your love and justice God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D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use the weak to lead the strong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lead us in the song of Your salvation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D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Your people sing along</a:t>
            </a:r>
          </a:p>
        </p:txBody>
      </p:sp>
    </p:spTree>
    <p:extLst>
      <p:ext uri="{BB962C8B-B14F-4D97-AF65-F5344CB8AC3E}">
        <p14:creationId xmlns:p14="http://schemas.microsoft.com/office/powerpoint/2010/main" val="2510042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8A375-069B-0223-C447-619D27B3D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4DE471-2386-6ACB-44D0-EB42B95B0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115061" cy="6482862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Am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promise Oh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7F56F4-4292-34A7-F32A-5CE0AC63A3EF}"/>
              </a:ext>
            </a:extLst>
          </p:cNvPr>
          <p:cNvSpPr txBox="1"/>
          <p:nvPr/>
        </p:nvSpPr>
        <p:spPr>
          <a:xfrm>
            <a:off x="8953500" y="5939099"/>
            <a:ext cx="23805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to </a:t>
            </a:r>
            <a:r>
              <a:rPr lang="en-US" sz="4000" b="1" dirty="0" err="1">
                <a:solidFill>
                  <a:schemeClr val="bg1"/>
                </a:solidFill>
              </a:rPr>
              <a:t>chrous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688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C500D-CE9A-D3C5-8CA1-8982B3EEA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B091E7-A747-94D2-56F2-E293EEA9C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11176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D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7CD738-7CE3-5B61-6753-3E18E40D30D5}"/>
              </a:ext>
            </a:extLst>
          </p:cNvPr>
          <p:cNvSpPr txBox="1"/>
          <p:nvPr/>
        </p:nvSpPr>
        <p:spPr>
          <a:xfrm>
            <a:off x="7924800" y="5985991"/>
            <a:ext cx="39963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x2 to pre  chorus</a:t>
            </a:r>
          </a:p>
        </p:txBody>
      </p:sp>
    </p:spTree>
    <p:extLst>
      <p:ext uri="{BB962C8B-B14F-4D97-AF65-F5344CB8AC3E}">
        <p14:creationId xmlns:p14="http://schemas.microsoft.com/office/powerpoint/2010/main" val="2418074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AFADD5-129C-CF95-2A6F-EAFC6234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E0B105-E005-3313-60D2-F7D4B3C37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978662" cy="6482862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Am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promise Oh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05A2F3-141B-0B35-AA2A-ED5E0F44B76C}"/>
              </a:ext>
            </a:extLst>
          </p:cNvPr>
          <p:cNvSpPr txBox="1"/>
          <p:nvPr/>
        </p:nvSpPr>
        <p:spPr>
          <a:xfrm>
            <a:off x="8953500" y="5939099"/>
            <a:ext cx="23862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717396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C077F-7EE4-EF97-5251-ED267169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91F686-FCF6-7A49-F492-923BF8D8CE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11176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D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</p:txBody>
      </p:sp>
    </p:spTree>
    <p:extLst>
      <p:ext uri="{BB962C8B-B14F-4D97-AF65-F5344CB8AC3E}">
        <p14:creationId xmlns:p14="http://schemas.microsoft.com/office/powerpoint/2010/main" val="4044644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CC52B-F441-DABE-866B-83AAEA8F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EA8B0C-F287-16F1-6B5D-F79B1370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84226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Em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Heaven reaching down to us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D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  God I see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                     Em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I am covered in Your love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D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me…For me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A13E56-7056-FA29-E5DE-0E0D1011337E}"/>
              </a:ext>
            </a:extLst>
          </p:cNvPr>
          <p:cNvSpPr txBox="1"/>
          <p:nvPr/>
        </p:nvSpPr>
        <p:spPr>
          <a:xfrm>
            <a:off x="10414000" y="598599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415576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289</Words>
  <Application>Microsoft Macintosh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47</cp:revision>
  <dcterms:created xsi:type="dcterms:W3CDTF">2025-11-12T03:26:12Z</dcterms:created>
  <dcterms:modified xsi:type="dcterms:W3CDTF">2026-09-04T05:34:04Z</dcterms:modified>
</cp:coreProperties>
</file>