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Untitled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107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41</cp:revision>
  <dcterms:created xsi:type="dcterms:W3CDTF">2025-11-12T03:26:12Z</dcterms:created>
  <dcterms:modified xsi:type="dcterms:W3CDTF">2026-06-19T22:56:09Z</dcterms:modified>
</cp:coreProperties>
</file>