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58"/>
  </p:normalViewPr>
  <p:slideViewPr>
    <p:cSldViewPr snapToGrid="0">
      <p:cViewPr varScale="1">
        <p:scale>
          <a:sx n="109" d="100"/>
          <a:sy n="109" d="100"/>
        </p:scale>
        <p:origin x="21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Untitled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C / G C </a:t>
            </a:r>
            <a:r>
              <a:rPr lang="en-US" sz="3600" dirty="0">
                <a:solidFill>
                  <a:schemeClr val="accent1">
                    <a:lumMod val="40000"/>
                    <a:lumOff val="6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4th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G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the chasm that lay between us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C                 Em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high the mountain I could not climb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desperation, I turned to heaven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spoke Your name into the night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who set me free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Em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107</Words>
  <Application>Microsoft Macintosh PowerPoint</Application>
  <PresentationFormat>Widescreen</PresentationFormat>
  <Paragraphs>21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40</cp:revision>
  <dcterms:created xsi:type="dcterms:W3CDTF">2025-11-12T03:26:12Z</dcterms:created>
  <dcterms:modified xsi:type="dcterms:W3CDTF">2026-06-14T02:12:38Z</dcterms:modified>
</cp:coreProperties>
</file>