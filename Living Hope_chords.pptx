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76" r:id="rId7"/>
    <p:sldId id="289" r:id="rId8"/>
    <p:sldId id="296" r:id="rId9"/>
    <p:sldId id="2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693"/>
    <p:restoredTop sz="94725"/>
  </p:normalViewPr>
  <p:slideViewPr>
    <p:cSldViewPr snapToGrid="0">
      <p:cViewPr varScale="1">
        <p:scale>
          <a:sx n="98" d="100"/>
          <a:sy n="98" d="100"/>
        </p:scale>
        <p:origin x="208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Living Hope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Em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D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C          Em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such boundless grace?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stepped down from glory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D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that sealed the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D           G   (Em)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D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374</Words>
  <Application>Microsoft Macintosh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38</cp:revision>
  <dcterms:created xsi:type="dcterms:W3CDTF">2025-11-12T03:26:12Z</dcterms:created>
  <dcterms:modified xsi:type="dcterms:W3CDTF">2026-04-03T08:48:41Z</dcterms:modified>
</cp:coreProperties>
</file>