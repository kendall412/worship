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0" r:id="rId3"/>
    <p:sldId id="281" r:id="rId4"/>
    <p:sldId id="282" r:id="rId5"/>
    <p:sldId id="283" r:id="rId6"/>
    <p:sldId id="284" r:id="rId7"/>
    <p:sldId id="285" r:id="rId8"/>
    <p:sldId id="286" r:id="rId9"/>
    <p:sldId id="287" r:id="rId10"/>
    <p:sldId id="288" r:id="rId11"/>
    <p:sldId id="289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6873"/>
    <p:restoredTop sz="94802"/>
  </p:normalViewPr>
  <p:slideViewPr>
    <p:cSldViewPr snapToGrid="0">
      <p:cViewPr varScale="1">
        <p:scale>
          <a:sx n="112" d="100"/>
          <a:sy n="112" d="100"/>
        </p:scale>
        <p:origin x="208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8/8/26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83C3F84-7CD6-C8FC-E1D7-5140DCEA942D}"/>
              </a:ext>
            </a:extLst>
          </p:cNvPr>
          <p:cNvSpPr txBox="1"/>
          <p:nvPr/>
        </p:nvSpPr>
        <p:spPr>
          <a:xfrm>
            <a:off x="168442" y="5444311"/>
            <a:ext cx="88071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Words &amp; Musci Matt Boswell and Matt Papa in (2016)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© Messenger Hymns and Love Your Enemies Publishing (Administered by Music Services, Inc.)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CCLI 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the Lord,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Stronger than darkness,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new every morn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8579A6-F40B-1A3E-B86E-8261F8A93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BCDA21B-FE9E-0E98-A953-DC57E447DF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love could remember,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wrongs we have done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Omniscient all-knowing,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counts not their sum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42326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A400D9-91AC-C740-378B-4CA05FD13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49C6225-A45A-181F-6FC7-92A1B7714A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Thrown into a sea,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without bottom or shore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160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A942B7-048B-66A4-83B8-8FD107193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98A517A-BB0F-4CC6-0F2F-56379A3668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the Lord,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Stronger than darkness,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new every morn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83661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83A98D-D0B9-D960-1235-F74B6EB22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4A0ED31-74E0-F379-5957-AFDB3FA1A6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patience would wait as we constantly roam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Father so tender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is calling us home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78067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20B8B3-FF34-E99C-D5CC-C97B7EBA1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305550C-EE96-53CE-8827-C61B7C303B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welcomes the weakest,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vilest, the poor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48576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E0F6E0-FEFA-9F57-1DF6-F215E4467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BD44CC7-EBEF-5573-A5E0-482C171670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the Lord,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Stronger than darkness,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new every morn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21104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D036F9-AB35-4E75-9880-ADCDD5BD4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2E7E448-C72E-8A6E-E063-E00AE7468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riches of kindness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lavished on us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blood was the payment,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life was the cost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73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2A5CBD-9433-55FB-9219-617D6ADC1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FD5CFD7-2E17-B8A9-AD4D-18068B5D0E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stood 'neath a debt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could never afford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84306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94477A-88DB-79D4-D478-C0ADA1A2A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FF35AD6-7068-BA91-8DAE-3E2CB44CE8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the Lord,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Stronger than darkness,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new every morn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38926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</TotalTime>
  <Words>247</Words>
  <Application>Microsoft Macintosh PowerPoint</Application>
  <PresentationFormat>On-screen Show (4:3)</PresentationFormat>
  <Paragraphs>80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21</cp:revision>
  <dcterms:created xsi:type="dcterms:W3CDTF">2025-11-12T03:26:12Z</dcterms:created>
  <dcterms:modified xsi:type="dcterms:W3CDTF">2026-08-08T17:45:57Z</dcterms:modified>
</cp:coreProperties>
</file>