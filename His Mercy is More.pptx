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5" r:id="rId2"/>
    <p:sldId id="278" r:id="rId3"/>
    <p:sldId id="279" r:id="rId4"/>
    <p:sldId id="282" r:id="rId5"/>
    <p:sldId id="283" r:id="rId6"/>
    <p:sldId id="268" r:id="rId7"/>
    <p:sldId id="286" r:id="rId8"/>
    <p:sldId id="269" r:id="rId9"/>
    <p:sldId id="28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E83BE-81BE-B824-69DE-2499790E8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A20C57-DE2E-D519-C36C-9FDEA22216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26AA0-22BB-1528-8B28-1ECF644B9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2D104-1FE7-4CB6-0D1E-D32F292E6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5E6C77-7EA8-1A2F-BCEC-CA93B2D69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851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F4ABE-7055-EA3F-EA25-D752F0F4D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F2652-BCE7-3B86-0FB4-189E1F87F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6544C-9103-2499-716C-6446A4327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660862-A92A-F547-5F25-D5BEC378D8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D1E5F-C7F3-C2FD-9D8B-8CD6CAD01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9296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B796AB-52E9-1A14-CF2B-58BB93D79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B3976-F836-0E41-8582-D38C1AAB37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0EAF3E-41AB-E5DC-5E1D-10BFDA210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D9D26-A828-BA20-FA90-FCCBF1EEF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BFB50-027A-9065-F632-8D771319C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124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6FAF3-AC6C-78E3-F8EC-69D6C8F80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AA920-DAE6-B999-AF2D-A18107C036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5A42E4-5275-A25A-D208-4F894E38FD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50E202-210B-757C-3FCF-C5BD961B29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0AEF82-4664-591C-00C3-8D06B1007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42AB5B-3D08-8CD7-990A-BF0CC161F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850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4AC68-9B6A-884A-C32B-FB399A088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FE2201-6554-36A7-12B8-2BCE3F3BAD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00C810-9948-9BEB-DAE4-4F0637FB84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B9BCD5-B011-5E02-1668-0E6745DF24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7B84336-9DAD-AB1E-901A-139934CC36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CD205-A122-0AA8-4EA4-A2392FAC5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22C21B-FD21-1144-FD1A-22D2EEF0B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E07714-262B-2BA2-D086-82FB28D99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290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78928-B5C0-BF70-12D9-9C5698405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970EF20-976A-8BA6-F107-7C3BC22FF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C8792A-D2EF-78E9-D602-456CE45BCB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F64BB0-7F10-ECD3-B745-84DCEFDD6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6161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BA3B16-4349-5A36-CAB9-832C1AAF2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98383F-AAC4-FC28-0E50-56561D174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D2489-95BD-4DC2-B33E-AF3FF6A1B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81684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73422-F9B1-B667-FE90-964E95ACB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3B837-386F-4F37-31BE-92F6C7A6E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0ED40E-D8F3-F611-6AB4-B2FBD8A26B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A87103-7304-9671-B373-1A7EF0C6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1A218-F218-C5F3-3F35-277E2D282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A2EF44-DA9E-0F91-D052-803189F9B6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873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C9BB2-1DC6-919D-12AC-045F97706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3004D2-32BC-549F-29D7-D1431CE476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21BC66-3485-C44B-0E15-B6DACEDBD3B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C2FF00-7DED-39FB-C6E0-0DF43C3C5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3B69F-DC9A-C402-92CB-1A379F219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955C9C-EC1F-2DEF-7C8C-8DF4CBE12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30397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E301D-2986-1241-31ED-9D68F3750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16FDC9-19E4-5D2E-4FBD-4E5D908DD9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7FD566-2187-45A4-A432-773CDAB46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5DA6E3-5285-19B4-EE68-5A2BB5225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D9D480-FF3B-49B7-1F77-41080B7C8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20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BAF707A-B64F-8400-488E-D28FC0B956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FEDF6-3318-CAFA-5244-CD98F83D0F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AF831-96ED-B4C5-55BC-F7E3F6DD3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63BFB2-FB68-9BC3-7160-9C07EA739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EE095-E0B0-0624-654F-27C457D03C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88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B60D22B-73A9-DDB1-5435-00161BEC7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3BAF68-D3E3-69DA-379A-67AF6BF82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876765-1CB4-5B0B-0842-1967D3B44D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296C15-0437-4146-9190-C1B2DE9A9101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B48C1D-5B4B-885D-6825-C294454C2D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FB6782-76FA-4E2D-657E-F224E8E1F7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E4C99C-3176-8E41-8A8D-3C46093005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3466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C6DE33-751C-92B4-7B0B-7315139E6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4" name="Picture 3" descr="A mountain range reflected in a lake&#10;&#10;AI-generated content may be incorrect.">
            <a:extLst>
              <a:ext uri="{FF2B5EF4-FFF2-40B4-BE49-F238E27FC236}">
                <a16:creationId xmlns:a16="http://schemas.microsoft.com/office/drawing/2014/main" id="{98BA084F-0CF8-8D13-165C-DA40FA2749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719" r="17612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925259-27FF-FECE-3C92-C339F33447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497781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latin typeface="Avenir Oblique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40953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ACF013-4574-2AD0-7BFD-6E771B7E5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FD9A51-1655-DF8C-52C5-2398AD7832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love could remember,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wrongs we have done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Omniscient all-knowing,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counts not their sum</a:t>
            </a:r>
          </a:p>
        </p:txBody>
      </p:sp>
    </p:spTree>
    <p:extLst>
      <p:ext uri="{BB962C8B-B14F-4D97-AF65-F5344CB8AC3E}">
        <p14:creationId xmlns:p14="http://schemas.microsoft.com/office/powerpoint/2010/main" val="1606047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D25B2-8BCB-DC3F-C1EC-DFADB7077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B7A9E97-41D2-88BA-DCF7-7F8873869E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Thrown into a sea,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without bottom or shore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2964281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AA817F-60B4-9AB9-EFC4-AAC3AA9B0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7607DF9-90AB-0EC9-1C9C-C71ABF2ECB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patience would wait as we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constantly roam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Father so tender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is calling us home</a:t>
            </a:r>
          </a:p>
        </p:txBody>
      </p:sp>
    </p:spTree>
    <p:extLst>
      <p:ext uri="{BB962C8B-B14F-4D97-AF65-F5344CB8AC3E}">
        <p14:creationId xmlns:p14="http://schemas.microsoft.com/office/powerpoint/2010/main" val="3536714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B9699A-1C08-9EFB-9CF2-08D5FBAF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357661B-3091-0E01-24FD-4DA1D80815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welcomes the weakest,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vilest, the poor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1992958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B28804-0296-2F6C-62C2-18A0239C9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813D3C6-E285-880B-ACB9-52B26040EE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riches of kindness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lavished on us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blood was the payment,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life was the cost</a:t>
            </a:r>
          </a:p>
        </p:txBody>
      </p:sp>
    </p:spTree>
    <p:extLst>
      <p:ext uri="{BB962C8B-B14F-4D97-AF65-F5344CB8AC3E}">
        <p14:creationId xmlns:p14="http://schemas.microsoft.com/office/powerpoint/2010/main" val="1157592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E6B65D-96F1-5B6D-9D9A-933A4AAB9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7DBBAA-2033-906F-4C36-5619AE08F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stood 'neath a debt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we could never afford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</p:txBody>
      </p:sp>
    </p:spTree>
    <p:extLst>
      <p:ext uri="{BB962C8B-B14F-4D97-AF65-F5344CB8AC3E}">
        <p14:creationId xmlns:p14="http://schemas.microsoft.com/office/powerpoint/2010/main" val="11690121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EA5D3B-5A31-5698-7DF9-54DDEFAC9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198300B-F415-10BF-A959-7056D317E1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Praise the Lord, </a:t>
            </a:r>
            <a:b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</a:br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Stronger than darkness, 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new every morn</a:t>
            </a:r>
          </a:p>
        </p:txBody>
      </p:sp>
    </p:spTree>
    <p:extLst>
      <p:ext uri="{BB962C8B-B14F-4D97-AF65-F5344CB8AC3E}">
        <p14:creationId xmlns:p14="http://schemas.microsoft.com/office/powerpoint/2010/main" val="39383608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77808D-1E46-8C81-5D76-B14D1413F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6E42776-788D-F826-6994-B48B153D96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Our sins they are many,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His mercy is more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162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</Words>
  <Application>Microsoft Macintosh PowerPoint</Application>
  <PresentationFormat>Widescreen</PresentationFormat>
  <Paragraphs>63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</cp:revision>
  <dcterms:created xsi:type="dcterms:W3CDTF">2026-06-01T06:52:29Z</dcterms:created>
  <dcterms:modified xsi:type="dcterms:W3CDTF">2026-06-01T06:52:53Z</dcterms:modified>
</cp:coreProperties>
</file>