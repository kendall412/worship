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319" r:id="rId3"/>
    <p:sldId id="350" r:id="rId4"/>
    <p:sldId id="320" r:id="rId5"/>
    <p:sldId id="321" r:id="rId6"/>
    <p:sldId id="322" r:id="rId7"/>
    <p:sldId id="351" r:id="rId8"/>
    <p:sldId id="323" r:id="rId9"/>
    <p:sldId id="324" r:id="rId10"/>
    <p:sldId id="325" r:id="rId11"/>
    <p:sldId id="352" r:id="rId12"/>
    <p:sldId id="326" r:id="rId13"/>
    <p:sldId id="327" r:id="rId14"/>
    <p:sldId id="328" r:id="rId15"/>
    <p:sldId id="35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44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C3F84-7CD6-C8FC-E1D7-5140DCEA942D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Matt Boswell and Matt Papa in (2016)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Messenger Hymns and Love Your Enemies Publishing (Administered by Music Services, Inc.)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21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5A513-637B-C2B6-C88D-F4AC4F0E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C2DD1A-506B-90A2-1E57-48083D117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2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579A6-F40B-1A3E-B86E-8261F8A9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CDA21B-FE9E-0E98-A953-DC57E447D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3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400D9-91AC-C740-378B-4CA05FD1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9C6225-A45A-181F-6FC7-92A1B7714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60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942B7-048B-66A4-83B8-8FD10719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8A517A-BB0F-4CC6-0F2F-56379A366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6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44B4B-8BF0-09F1-5969-BDC4CA63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B49DEE-8B61-A563-8E26-5C8D9B0FF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054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3A98D-D0B9-D960-1235-F74B6EB2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ED31-74E0-F379-5957-AFDB3FA1A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constantly roam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calling us home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80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0B8B3-FF34-E99C-D5CC-C97B7EBA1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05550C-EE96-53CE-8827-C61B7C303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vilest, the poor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5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0F6E0-FEFA-9F57-1DF6-F215E446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D44CC7-EBEF-5573-A5E0-482C17167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10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C9F47-3F39-DB8B-7E49-8802582B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85E567-EE04-1F20-1450-FAA9CD3CE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56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036F9-AB35-4E75-9880-ADCDD5BD4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E448-C72E-8A6E-E063-E00AE7468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lavished on us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life was the cost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A5CBD-9433-55FB-9219-617D6ADC1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D5CFD7-2E17-B8A9-AD4D-18068B5D0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never afford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430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4477A-88DB-79D4-D478-C0ADA1A2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F35AD6-7068-BA91-8DAE-3E2CB44CE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892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99D6A-9743-D944-13B5-8563E193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CA1F0D-E3AB-0DCC-93B4-E23C5410E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615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250</Words>
  <Application>Microsoft Macintosh PowerPoint</Application>
  <PresentationFormat>On-screen Show (4:3)</PresentationFormat>
  <Paragraphs>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2026-10-09T04:25:43Z</dcterms:modified>
</cp:coreProperties>
</file>