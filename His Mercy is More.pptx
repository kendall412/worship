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60" r:id="rId3"/>
    <p:sldId id="261" r:id="rId4"/>
    <p:sldId id="259" r:id="rId5"/>
    <p:sldId id="262" r:id="rId6"/>
    <p:sldId id="263" r:id="rId7"/>
    <p:sldId id="265" r:id="rId8"/>
    <p:sldId id="264" r:id="rId9"/>
    <p:sldId id="266" r:id="rId10"/>
    <p:sldId id="267" r:id="rId11"/>
    <p:sldId id="268" r:id="rId12"/>
    <p:sldId id="271" r:id="rId13"/>
    <p:sldId id="269" r:id="rId14"/>
    <p:sldId id="27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39"/>
    <p:restoredTop sz="94694"/>
  </p:normalViewPr>
  <p:slideViewPr>
    <p:cSldViewPr snapToGrid="0">
      <p:cViewPr varScale="1">
        <p:scale>
          <a:sx n="107" d="100"/>
          <a:sy n="107" d="100"/>
        </p:scale>
        <p:origin x="784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C6DE33-751C-92B4-7B0B-7315139E6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D925259-27FF-FECE-3C92-C339F33447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the Lord, </a:t>
            </a:r>
            <a:b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</a:b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mercy is more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Stronger than darkness,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new every morn</a:t>
            </a:r>
          </a:p>
        </p:txBody>
      </p:sp>
    </p:spTree>
    <p:extLst>
      <p:ext uri="{BB962C8B-B14F-4D97-AF65-F5344CB8AC3E}">
        <p14:creationId xmlns:p14="http://schemas.microsoft.com/office/powerpoint/2010/main" val="24093364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6171DC-FEDD-4A1C-FD22-D2CB403DD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763502A-CAAA-C6D0-037F-1A6AA07A97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Our sins they are many,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mercy is more</a:t>
            </a:r>
          </a:p>
        </p:txBody>
      </p:sp>
    </p:spTree>
    <p:extLst>
      <p:ext uri="{BB962C8B-B14F-4D97-AF65-F5344CB8AC3E}">
        <p14:creationId xmlns:p14="http://schemas.microsoft.com/office/powerpoint/2010/main" val="9791788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ACF013-4574-2AD0-7BFD-6E771B7E5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0FD9A51-1655-DF8C-52C5-2398AD7832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love could remember,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wrongs we have done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Omniscient all-knowing,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counts not their sum</a:t>
            </a:r>
          </a:p>
        </p:txBody>
      </p:sp>
    </p:spTree>
    <p:extLst>
      <p:ext uri="{BB962C8B-B14F-4D97-AF65-F5344CB8AC3E}">
        <p14:creationId xmlns:p14="http://schemas.microsoft.com/office/powerpoint/2010/main" val="16060472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1D25B2-8BCB-DC3F-C1EC-DFADB7077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B7A9E97-41D2-88BA-DCF7-7F8873869E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Thrown into a sea,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without bottom or shore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Our sins they are many,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mercy is more</a:t>
            </a:r>
          </a:p>
        </p:txBody>
      </p:sp>
    </p:spTree>
    <p:extLst>
      <p:ext uri="{BB962C8B-B14F-4D97-AF65-F5344CB8AC3E}">
        <p14:creationId xmlns:p14="http://schemas.microsoft.com/office/powerpoint/2010/main" val="36090313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BC21AE-62D7-8212-9813-7A15697E4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0D279BC-EC6B-E7D7-BEC4-D6AC900897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the Lord, </a:t>
            </a:r>
            <a:b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</a:b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mercy is more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Stronger than darkness,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new every morn</a:t>
            </a:r>
          </a:p>
        </p:txBody>
      </p:sp>
    </p:spTree>
    <p:extLst>
      <p:ext uri="{BB962C8B-B14F-4D97-AF65-F5344CB8AC3E}">
        <p14:creationId xmlns:p14="http://schemas.microsoft.com/office/powerpoint/2010/main" val="22671219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9461BD-C845-840A-EAC2-ABDFCD100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9C29F60-22B1-3E8D-ED2C-9A01A471A7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Our sins they are many,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mercy is more</a:t>
            </a:r>
          </a:p>
        </p:txBody>
      </p:sp>
    </p:spTree>
    <p:extLst>
      <p:ext uri="{BB962C8B-B14F-4D97-AF65-F5344CB8AC3E}">
        <p14:creationId xmlns:p14="http://schemas.microsoft.com/office/powerpoint/2010/main" val="39263024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AA817F-60B4-9AB9-EFC4-AAC3AA9B0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7607DF9-90AB-0EC9-1C9C-C71ABF2ECB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patience would wait as we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constantly roam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Father so tender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is calling us home</a:t>
            </a:r>
          </a:p>
        </p:txBody>
      </p:sp>
    </p:spTree>
    <p:extLst>
      <p:ext uri="{BB962C8B-B14F-4D97-AF65-F5344CB8AC3E}">
        <p14:creationId xmlns:p14="http://schemas.microsoft.com/office/powerpoint/2010/main" val="35367143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B9699A-1C08-9EFB-9CF2-08D5FBAFF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357661B-3091-0E01-24FD-4DA1D80815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welcomes the weakest,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vilest, the poor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Our sins they are many,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mercy is more</a:t>
            </a:r>
          </a:p>
        </p:txBody>
      </p:sp>
    </p:spTree>
    <p:extLst>
      <p:ext uri="{BB962C8B-B14F-4D97-AF65-F5344CB8AC3E}">
        <p14:creationId xmlns:p14="http://schemas.microsoft.com/office/powerpoint/2010/main" val="19929589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06430C-F080-BAC0-6911-7773A1C75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329FF72-2542-4B42-F83E-6F9237349C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the Lord, </a:t>
            </a:r>
            <a:b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</a:b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mercy is more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Stronger than darkness,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new every morn</a:t>
            </a:r>
          </a:p>
        </p:txBody>
      </p:sp>
    </p:spTree>
    <p:extLst>
      <p:ext uri="{BB962C8B-B14F-4D97-AF65-F5344CB8AC3E}">
        <p14:creationId xmlns:p14="http://schemas.microsoft.com/office/powerpoint/2010/main" val="23002503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357511-55CF-9AF6-63C4-CA8AF74AC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A40B855-4967-09E1-361A-6BD31C1FA5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Our sins they are many,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mercy is more</a:t>
            </a:r>
          </a:p>
        </p:txBody>
      </p:sp>
    </p:spTree>
    <p:extLst>
      <p:ext uri="{BB962C8B-B14F-4D97-AF65-F5344CB8AC3E}">
        <p14:creationId xmlns:p14="http://schemas.microsoft.com/office/powerpoint/2010/main" val="34931231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B28804-0296-2F6C-62C2-18A0239C9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813D3C6-E285-880B-ACB9-52B26040EE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riches of kindness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lavished on us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blood was the payment,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life was the cost</a:t>
            </a:r>
          </a:p>
        </p:txBody>
      </p:sp>
    </p:spTree>
    <p:extLst>
      <p:ext uri="{BB962C8B-B14F-4D97-AF65-F5344CB8AC3E}">
        <p14:creationId xmlns:p14="http://schemas.microsoft.com/office/powerpoint/2010/main" val="11575926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E6B65D-96F1-5B6D-9D9A-933A4AAB9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27DBBAA-2033-906F-4C36-5619AE08FF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stood 'neath a debt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could never afford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Our sins they are many,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mercy is more</a:t>
            </a:r>
          </a:p>
        </p:txBody>
      </p:sp>
    </p:spTree>
    <p:extLst>
      <p:ext uri="{BB962C8B-B14F-4D97-AF65-F5344CB8AC3E}">
        <p14:creationId xmlns:p14="http://schemas.microsoft.com/office/powerpoint/2010/main" val="1169012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EA5D3B-5A31-5698-7DF9-54DDEFAC9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198300B-F415-10BF-A959-7056D317E1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the Lord, </a:t>
            </a:r>
            <a:b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</a:b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mercy is more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Stronger than darkness,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new every morn</a:t>
            </a:r>
          </a:p>
        </p:txBody>
      </p:sp>
    </p:spTree>
    <p:extLst>
      <p:ext uri="{BB962C8B-B14F-4D97-AF65-F5344CB8AC3E}">
        <p14:creationId xmlns:p14="http://schemas.microsoft.com/office/powerpoint/2010/main" val="39383608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77808D-1E46-8C81-5D76-B14D1413F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6E42776-788D-F826-6994-B48B153D96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Our sins they are many,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mercy is more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Our sins they are many,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mercy is more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7162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225</Words>
  <Application>Microsoft Macintosh PowerPoint</Application>
  <PresentationFormat>Widescreen</PresentationFormat>
  <Paragraphs>94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12</cp:revision>
  <dcterms:created xsi:type="dcterms:W3CDTF">2025-11-12T03:26:12Z</dcterms:created>
  <dcterms:modified xsi:type="dcterms:W3CDTF">2025-11-12T04:03:20Z</dcterms:modified>
</cp:coreProperties>
</file>