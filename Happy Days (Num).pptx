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2" r:id="rId3"/>
    <p:sldId id="261" r:id="rId4"/>
    <p:sldId id="2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09"/>
    <p:restoredTop sz="94725"/>
  </p:normalViewPr>
  <p:slideViewPr>
    <p:cSldViewPr snapToGrid="0">
      <p:cViewPr varScale="1">
        <p:scale>
          <a:sx n="111" d="100"/>
          <a:sy n="111" d="100"/>
        </p:scale>
        <p:origin x="336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BD4FF-2D30-D793-E09C-2265A9522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5C6C5-258B-0BA4-5C37-D9434922B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08B19-C60E-C70B-4330-21A9D6282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6D8A8-340D-19BE-9A86-022B5C6CD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536A7-C12A-5979-A40F-48F68C70C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880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4F5BF-9591-5670-81BB-C2A3F4A71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59989-A1E9-072F-F804-0C6E440B4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EDEB7-B7F9-E8AB-A99F-2C7B15B68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CF828-F074-9423-46B9-CCAC79F84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41E63-4B60-1319-C338-D788C1C83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31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BD61E-0ACB-BCD1-6015-F6FA8BFDA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AB054-F01D-A11A-5D12-879CFA929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175A5-DD9C-DD4A-F0D8-F572A0BFB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3723F-3FFD-9885-E219-7BF945F3E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0FF47-E046-5F16-3F93-79FFBBC26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566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81D6A-2AD9-A721-985B-B70E3CDE3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A424E-BA5C-F143-AE77-F89D9DFD4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F683B8-C143-1249-2242-A20037176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27FB2-BD38-AA7E-701D-C1172828C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EE11C-3539-6326-32A4-48CC8CABF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D822B-A17C-AB3F-8554-15B506F36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654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A4A06-CDDA-A2BC-600D-0D271BA32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EB72B-787B-833B-DBCF-92C3E0A3C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E3E5D-CCF9-DD15-3B54-328BE858A3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C6F320-E342-10CF-B93B-30060FBB76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3965D1-9DCF-7280-D777-03BA5D2EE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AE7E94-54BA-E2B4-5FFE-425CF3873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2C67E-CA9A-A5CB-D958-65C667F7F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65078D-61B6-CCD0-B1C3-FBA6456B4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881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CA0A3-92F9-749F-1595-5860D631F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9C3F3-6BD4-94DA-B565-D4A30EC56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F8EFA5-B90F-ED4E-1EA2-35D972DA5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1A3C8B-FFC1-FC60-5DAF-C7C392874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019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9FD5F-8633-C761-AD7C-2C93C7149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3AC18E-962B-9F73-6218-E3D965E20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C4591-7FF1-61D6-352D-9B2C67D94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179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72A3-1F0C-19A4-128F-E700E258D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F5838-206E-D25F-F53D-32A27B0B3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06582E-6356-D546-BB6A-E79FF96BB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4AC9D-55E6-E1AA-3AB9-64B009C4B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35764-A858-247F-E3EC-57787421E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1DA17-1B66-82B0-50FB-0B75C164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0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C95B6-9408-66B9-1134-09CADD7F0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515E46-6025-5EE7-35FA-7167C05E02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14F33-BB03-24B4-F63B-0C9C4787E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411A0-1B13-EB68-12D3-7D2C43B1A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606CEE-6E96-F1A5-28A7-7FF11F983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3F335-1172-1B2A-DF50-CBB2BDD97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217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3B1E5-3575-06D0-D0B1-A22BBEC89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7D10F6-2F5E-2E30-191D-4347B6C50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38560-C72D-1F97-65AD-8A584D2CB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3FC95-8DB4-1FE5-F7CC-C7EDE657A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30645-454B-7F53-12E0-3D6EF576B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60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D786CF-F453-7CEF-A761-8880AFA7A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BC0ED-81D1-BEB1-D98F-C32CC0819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63D16-B667-06AC-0063-A4EAD8146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7D13B-9629-413F-D41A-F7A54DD9A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5EDCD-5A6E-8217-325D-19368012D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919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C873CA-F6EE-254F-C0EF-FA39F937F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851A9-7C2E-1066-96D6-89713F3C8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FC485-D8FF-76B8-27C0-36709589D5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48A3D2-9408-4143-A73F-7F223505335E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A4123-190B-3C6E-DF05-134BA65EFB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80F96-53B1-4B4D-4BA7-B341580DB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36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451EB-F6B1-1FEC-E996-787F73260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60125-5CE0-EB7A-F19E-9B5FA74008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  <a:latin typeface="Avenir Book" panose="02000503020000020003" pitchFamily="2" charset="0"/>
              </a:rPr>
              <a:t>Verse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A0964-D419-5F76-ABC2-81AE67A7E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F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The greatest day in history,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Bb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Death is beaten, You have rescued me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Dm                         Bb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Sing it out, Jesus is alive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</a:t>
            </a:r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5929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D60047-0A02-CD44-E26B-B31951278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9E05D-83B7-C983-3BC3-3FC396C3CD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  <a:latin typeface="Avenir Book" panose="02000503020000020003" pitchFamily="2" charset="0"/>
              </a:rPr>
              <a:t>Verse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4110BF-24D9-0180-42CD-0694D4B99C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F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The empty cross, the empty grave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Bb 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Life eternal, You have won the day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Dm                           Bb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Shout it out, Jesus is alive, He's alive</a:t>
            </a:r>
          </a:p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9671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7BB6E6-E461-153D-F783-F0EA54799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D34F4-F80D-FF1C-3268-4E2E6C2A86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  <a:latin typeface="Avenir Book" panose="02000503020000020003" pitchFamily="2" charset="0"/>
              </a:rPr>
              <a:t>Chorus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FF352C-7806-2DA1-BEDF-32FA335C97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Book" panose="02000503020000020003" pitchFamily="2" charset="0"/>
              </a:rPr>
              <a:t>F               Bb               Dm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oh, happy day, happy day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  <a:r>
              <a:rPr lang="en-US" sz="2800" dirty="0">
                <a:solidFill>
                  <a:srgbClr val="FFFF00"/>
                </a:solidFill>
                <a:latin typeface="Avenir Book" panose="02000503020000020003" pitchFamily="2" charset="0"/>
              </a:rPr>
              <a:t>      C</a:t>
            </a:r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You washed my sin away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Book" panose="02000503020000020003" pitchFamily="2" charset="0"/>
              </a:rPr>
              <a:t> F               Bb              Dm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Oh, happy day, happy day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Book" panose="02000503020000020003" pitchFamily="2" charset="0"/>
              </a:rPr>
              <a:t> C           F          Bb     Dm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I'll never be the same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Book" panose="02000503020000020003" pitchFamily="2" charset="0"/>
              </a:rPr>
              <a:t>C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Forever I am changed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Book" panose="02000503020000020003" pitchFamily="2" charset="0"/>
              </a:rPr>
              <a:t> F // Bb2 // Dm7 // C </a:t>
            </a:r>
          </a:p>
        </p:txBody>
      </p:sp>
    </p:spTree>
    <p:extLst>
      <p:ext uri="{BB962C8B-B14F-4D97-AF65-F5344CB8AC3E}">
        <p14:creationId xmlns:p14="http://schemas.microsoft.com/office/powerpoint/2010/main" val="1330021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0CC045-E8DB-4FDD-CD0D-738CA19CC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140BA-0169-171B-EEEC-12F08A652B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  <a:latin typeface="Avenir Book" panose="02000503020000020003" pitchFamily="2" charset="0"/>
              </a:rPr>
              <a:t>Bridge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417818-8C0D-D8F7-D895-79392641E4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Book" panose="02000503020000020003" pitchFamily="2" charset="0"/>
              </a:rPr>
              <a:t>Dm7                         Am                          Bb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Oh, what a glorious day what a glorious way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Book" panose="02000503020000020003" pitchFamily="2" charset="0"/>
              </a:rPr>
              <a:t>        F                                      Dm                     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That You have saved me And oh, what a glorious day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Bb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what a glorious name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Book" panose="02000503020000020003" pitchFamily="2" charset="0"/>
              </a:rPr>
              <a:t> F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Book" panose="02000503020000020003" pitchFamily="2" charset="0"/>
              </a:rPr>
              <a:t>Yeah</a:t>
            </a:r>
          </a:p>
        </p:txBody>
      </p:sp>
    </p:spTree>
    <p:extLst>
      <p:ext uri="{BB962C8B-B14F-4D97-AF65-F5344CB8AC3E}">
        <p14:creationId xmlns:p14="http://schemas.microsoft.com/office/powerpoint/2010/main" val="1995585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</TotalTime>
  <Words>155</Words>
  <Application>Microsoft Macintosh PowerPoint</Application>
  <PresentationFormat>Widescreen</PresentationFormat>
  <Paragraphs>36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Avenir Book</vt:lpstr>
      <vt:lpstr>Office Theme</vt:lpstr>
      <vt:lpstr>Verse 1</vt:lpstr>
      <vt:lpstr>Verse 1</vt:lpstr>
      <vt:lpstr>Chorus</vt:lpstr>
      <vt:lpstr>Bridge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10</cp:revision>
  <dcterms:created xsi:type="dcterms:W3CDTF">2026-04-04T15:41:28Z</dcterms:created>
  <dcterms:modified xsi:type="dcterms:W3CDTF">2026-04-05T04:11:09Z</dcterms:modified>
</cp:coreProperties>
</file>