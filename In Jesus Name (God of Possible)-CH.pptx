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58"/>
    <p:restoredTop sz="94632"/>
  </p:normalViewPr>
  <p:slideViewPr>
    <p:cSldViewPr snapToGrid="0">
      <p:cViewPr varScale="1">
        <p:scale>
          <a:sx n="64" d="100"/>
          <a:sy n="64" d="100"/>
        </p:scale>
        <p:origin x="176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614971" cy="1665567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Jesus Name (God of Possible)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Jesus over you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hurting, in your sorrow, I will ask my God to move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it's all that I can do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 and pray this for you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AD866-0A22-037E-2C81-6F5EDCD20055}"/>
              </a:ext>
            </a:extLst>
          </p:cNvPr>
          <p:cNvSpPr txBox="1"/>
          <p:nvPr/>
        </p:nvSpPr>
        <p:spPr>
          <a:xfrm>
            <a:off x="9400716" y="152399"/>
            <a:ext cx="26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CAPO @ 3</a:t>
            </a:r>
            <a:r>
              <a:rPr lang="en-US" sz="2800" b="1" baseline="30000" dirty="0">
                <a:solidFill>
                  <a:schemeClr val="bg1"/>
                </a:solidFill>
              </a:rPr>
              <a:t>rd</a:t>
            </a:r>
            <a:r>
              <a:rPr lang="en-US" sz="2800" b="1" dirty="0">
                <a:solidFill>
                  <a:schemeClr val="bg1"/>
                </a:solidFill>
              </a:rPr>
              <a:t> (F)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D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F1E54-C8DC-EF3F-EFAD-52DF2D27C040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41E1E-AECC-7AC7-EBF1-5957768A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A96778-7D9A-D41F-632F-29DA5AAE8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all authority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blessings,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ev'ry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promise He is faithful to keep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no grave could ever hold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greater, He is stronger, He's the God of possible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E6223-C41D-AC60-7198-6D5DAFD84D70}"/>
              </a:ext>
            </a:extLst>
          </p:cNvPr>
          <p:cNvSpPr txBox="1"/>
          <p:nvPr/>
        </p:nvSpPr>
        <p:spPr>
          <a:xfrm>
            <a:off x="9468678" y="6109101"/>
            <a:ext cx="2217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2454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1A33E-D7F5-8A9A-F600-367F59BC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2DB68-8A85-5960-38A9-6995E02B6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E3247-536B-7374-BC80-D719237AE7C4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Bridge</a:t>
            </a:r>
          </a:p>
        </p:txBody>
      </p:sp>
    </p:spTree>
    <p:extLst>
      <p:ext uri="{BB962C8B-B14F-4D97-AF65-F5344CB8AC3E}">
        <p14:creationId xmlns:p14="http://schemas.microsoft.com/office/powerpoint/2010/main" val="237543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04C3C-6330-CC8E-348A-634D5ABF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9CEF59-ED74-3112-0A1B-D08203752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                                 Asus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power of His Spirit is now forever yours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                           Asus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Jesus, all things are possible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9C2EC-19CB-F0A7-73C4-23B678A1EAAB}"/>
              </a:ext>
            </a:extLst>
          </p:cNvPr>
          <p:cNvSpPr txBox="1"/>
          <p:nvPr/>
        </p:nvSpPr>
        <p:spPr>
          <a:xfrm>
            <a:off x="9707218" y="6273225"/>
            <a:ext cx="217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079952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FEA6C-4247-476A-6D1D-C6CB110A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712A39-9787-06D9-FFB1-D18ED21DA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</p:txBody>
      </p:sp>
    </p:spTree>
    <p:extLst>
      <p:ext uri="{BB962C8B-B14F-4D97-AF65-F5344CB8AC3E}">
        <p14:creationId xmlns:p14="http://schemas.microsoft.com/office/powerpoint/2010/main" val="82153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62903-C242-E63F-BEA7-3CEACB7B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57EC48-7D40-AE87-8408-DDB557158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Bm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revival, for restoration of faith 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will come alive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Asus              A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           name,      in Jesus name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/ G / D /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DB74D-379C-6402-7BFC-8FD23B273152}"/>
              </a:ext>
            </a:extLst>
          </p:cNvPr>
          <p:cNvSpPr txBox="1"/>
          <p:nvPr/>
        </p:nvSpPr>
        <p:spPr>
          <a:xfrm>
            <a:off x="10502348" y="6062868"/>
            <a:ext cx="1345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4158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385</Words>
  <Application>Microsoft Macintosh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45</cp:revision>
  <dcterms:created xsi:type="dcterms:W3CDTF">2025-11-12T03:26:12Z</dcterms:created>
  <dcterms:modified xsi:type="dcterms:W3CDTF">2026-09-17T18:26:58Z</dcterms:modified>
</cp:coreProperties>
</file>