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8" r:id="rId5"/>
    <p:sldId id="289" r:id="rId6"/>
    <p:sldId id="286" r:id="rId7"/>
    <p:sldId id="287" r:id="rId8"/>
    <p:sldId id="290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645"/>
  </p:normalViewPr>
  <p:slideViewPr>
    <p:cSldViewPr snapToGrid="0">
      <p:cViewPr varScale="1">
        <p:scale>
          <a:sx n="100" d="100"/>
          <a:sy n="100" d="100"/>
        </p:scale>
        <p:origin x="18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G           Em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C           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G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C           D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CA5-C309-82A9-C217-8E9BD179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73F0B-705F-39D7-4AEF-C723AD71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C                Em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what depths of peace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C            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when strivings cease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G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    in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D           G             G    C   Em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1225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3FCB-0A68-ECFF-334B-2702ABE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CB09-A4CA-D0CD-97A7-0BF14B06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G                Em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C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G              Em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He came to save</a:t>
            </a:r>
          </a:p>
        </p:txBody>
      </p:sp>
    </p:spTree>
    <p:extLst>
      <p:ext uri="{BB962C8B-B14F-4D97-AF65-F5344CB8AC3E}">
        <p14:creationId xmlns:p14="http://schemas.microsoft.com/office/powerpoint/2010/main" val="125318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ED7F9-A243-7A28-6146-C54C90D8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5E89-3E0C-EB75-98F1-AD3767B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C           Em      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C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G         Em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D           G             G    C   Em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</p:txBody>
      </p:sp>
    </p:spTree>
    <p:extLst>
      <p:ext uri="{BB962C8B-B14F-4D97-AF65-F5344CB8AC3E}">
        <p14:creationId xmlns:p14="http://schemas.microsoft.com/office/powerpoint/2010/main" val="424743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701-661F-0FBF-D9E9-EFFCCFE9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6E2721-CA81-F991-1998-4BC919D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G   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   lay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G             Em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</p:txBody>
      </p:sp>
    </p:spTree>
    <p:extLst>
      <p:ext uri="{BB962C8B-B14F-4D97-AF65-F5344CB8AC3E}">
        <p14:creationId xmlns:p14="http://schemas.microsoft.com/office/powerpoint/2010/main" val="119886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706BF-777E-15AA-EB5A-2F035B3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2DCC49-889B-78EF-8E1E-077516D9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C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vict-ory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C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G           C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   D             G        G    C   Em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2999360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DFFE-559D-8AE9-3335-614B94F2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CF4650-15D5-0517-9F1D-78573D12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G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no fear in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G       Em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C               D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</p:txBody>
      </p:sp>
    </p:spTree>
    <p:extLst>
      <p:ext uri="{BB962C8B-B14F-4D97-AF65-F5344CB8AC3E}">
        <p14:creationId xmlns:p14="http://schemas.microsoft.com/office/powerpoint/2010/main" val="39860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1A30A-BD24-830C-9E3F-65D71743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C45E3-9228-6028-D44D-24F54D54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69657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C           Em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no scheme of man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C             Em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G          Em        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C     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Christ I'll stand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8B2-DE40-26D1-266F-26527030AC27}"/>
              </a:ext>
            </a:extLst>
          </p:cNvPr>
          <p:cNvSpPr txBox="1"/>
          <p:nvPr/>
        </p:nvSpPr>
        <p:spPr>
          <a:xfrm>
            <a:off x="9399731" y="6059270"/>
            <a:ext cx="2616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and END</a:t>
            </a:r>
          </a:p>
        </p:txBody>
      </p:sp>
    </p:spTree>
    <p:extLst>
      <p:ext uri="{BB962C8B-B14F-4D97-AF65-F5344CB8AC3E}">
        <p14:creationId xmlns:p14="http://schemas.microsoft.com/office/powerpoint/2010/main" val="123881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399</Words>
  <Application>Microsoft Macintosh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2026-09-25T03:46:34Z</dcterms:modified>
</cp:coreProperties>
</file>