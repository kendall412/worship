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6" r:id="rId6"/>
    <p:sldId id="287" r:id="rId7"/>
    <p:sldId id="288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85"/>
    <p:restoredTop sz="94675"/>
  </p:normalViewPr>
  <p:slideViewPr>
    <p:cSldViewPr snapToGrid="0">
      <p:cViewPr varScale="1">
        <p:scale>
          <a:sx n="100" d="100"/>
          <a:sy n="100" d="100"/>
        </p:scale>
        <p:origin x="19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endParaRPr lang="en-US" sz="360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C10A-A8B8-B454-FA85-EEF80F7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6517DD-88E8-A370-BA3F-9F0CDA1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F8786E-AB5D-FB01-3900-6AE0A12CDE8B}"/>
              </a:ext>
            </a:extLst>
          </p:cNvPr>
          <p:cNvSpPr txBox="1"/>
          <p:nvPr/>
        </p:nvSpPr>
        <p:spPr>
          <a:xfrm>
            <a:off x="8928101" y="6150114"/>
            <a:ext cx="3263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48735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F607B-B566-735C-A45B-5846B90E69B6}"/>
              </a:ext>
            </a:extLst>
          </p:cNvPr>
          <p:cNvSpPr txBox="1"/>
          <p:nvPr/>
        </p:nvSpPr>
        <p:spPr>
          <a:xfrm>
            <a:off x="8928101" y="6150114"/>
            <a:ext cx="3263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D674B-9EC5-67A0-E898-955B4A59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C26685-1F34-4026-E098-A12EE60A3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83913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7D2BC-897A-CA77-441D-62264351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B83BF5-3711-EBFA-C9BC-E53A14A22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BE855-E3C4-7FB0-590E-4FF25D76F818}"/>
              </a:ext>
            </a:extLst>
          </p:cNvPr>
          <p:cNvSpPr txBox="1"/>
          <p:nvPr/>
        </p:nvSpPr>
        <p:spPr>
          <a:xfrm>
            <a:off x="8928101" y="6150114"/>
            <a:ext cx="3263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2111163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6370-BD1C-9EDB-4E9C-ABD35C1D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168673-6953-7946-00D9-F0D8D9812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C1751-E25D-E5F3-E568-3C02C2DA4B17}"/>
              </a:ext>
            </a:extLst>
          </p:cNvPr>
          <p:cNvSpPr txBox="1"/>
          <p:nvPr/>
        </p:nvSpPr>
        <p:spPr>
          <a:xfrm>
            <a:off x="10127673" y="6150114"/>
            <a:ext cx="196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387762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9EE0-CF0D-D60D-261A-2FAA3292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4CDEF4-5454-62F7-CC66-DF5DFACE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579F7-1BAA-8A16-E55C-D87FD9D503BE}"/>
              </a:ext>
            </a:extLst>
          </p:cNvPr>
          <p:cNvSpPr txBox="1"/>
          <p:nvPr/>
        </p:nvSpPr>
        <p:spPr>
          <a:xfrm>
            <a:off x="10986655" y="6150114"/>
            <a:ext cx="120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0239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336</Words>
  <Application>Microsoft Macintosh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47</cp:revision>
  <dcterms:created xsi:type="dcterms:W3CDTF">2025-11-12T03:26:12Z</dcterms:created>
  <dcterms:modified xsi:type="dcterms:W3CDTF">2026-10-09T04:19:57Z</dcterms:modified>
</cp:coreProperties>
</file>