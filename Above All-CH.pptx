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84" r:id="rId3"/>
    <p:sldId id="285" r:id="rId4"/>
    <p:sldId id="276" r:id="rId5"/>
    <p:sldId id="286" r:id="rId6"/>
    <p:sldId id="287" r:id="rId7"/>
    <p:sldId id="288" r:id="rId8"/>
    <p:sldId id="289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285"/>
    <p:restoredTop sz="94658"/>
  </p:normalViewPr>
  <p:slideViewPr>
    <p:cSldViewPr snapToGrid="0">
      <p:cViewPr varScale="1">
        <p:scale>
          <a:sx n="96" d="100"/>
          <a:sy n="96" d="100"/>
        </p:scale>
        <p:origin x="192" y="6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C4881-024B-CA4F-1A53-33C2DC0E74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0D2959-CEED-C8E4-130C-7C436E2473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BBB692-36FC-D0C6-12D7-33A0E66EA0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817876-8CFB-960B-6A57-C7F9FD39D3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548E83-1153-3307-5818-CD7F2833A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48818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C6B7EA-B38C-12D1-5730-E271A11FB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8D1A30-880C-91DF-D6D6-0BE623BC9F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753098-E2DC-41B2-9361-756938A8E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63E6B5-5EA8-FE6C-FA06-4515DC0C07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A6D58-9856-3B55-DBEA-1B9A3269B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3120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03BE6-BFB2-0EF8-7BD3-99B4FF56B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E87140-F157-4DFF-CE20-2F5B759FC1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19DC89-D1D7-E179-4B62-551014DFE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033CF-70D2-4EFC-5477-15F7486A8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7ECCF9-ED4E-20EE-67CD-F55D0D853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6660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D7124-6407-E388-DFAC-CEAEF342D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54C6C2-33DA-0102-6360-654F993BD7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2B2A58-052B-B454-9932-012243039D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B92D04-ECBD-D55F-A459-4C28DF6A8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69ACAC-11AF-A864-BD18-A4B426A4A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3C5DAC-E196-CEC3-6A6B-376BB3F37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3024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32820-190D-235F-CEAA-9558C5413B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693254-6651-D942-4099-84C9B6A31C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D4DAC3-CF47-11DC-83E8-0B1192A442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49067B-AD0F-C796-4C8F-C043DB6FD3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4D0695B-675B-E8DD-D931-29E639B3E5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F5423C-A80C-353A-6ADA-AD2195CCE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7/19/26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154C085-1B7B-06F2-2F97-8BE5AED3D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C6B0A2-57CB-16B8-1E9B-CA6DA6337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2579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14C2D-A9C6-E4FF-86E0-539266096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EBDED3-8FA2-E14E-6132-DBF06C004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7/19/26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FF1715-78D0-6155-47B7-64F32ECF5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EE70D1-30EB-D2A6-F6C0-29E5A06812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6678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CD2DAB5-6AD5-15BC-026B-B80E346783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7/19/26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19D2783-D2E4-47AE-70D6-B4A209E13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9A41F5-9D51-17BE-FB49-C0DC79F1F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3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535ED-82D6-0936-3EEB-AD9435F5ED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03B2A4-A7AB-CDB0-D7F1-279536A270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29566A-3ACC-2A16-1AAE-6B0281DB7E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3518F2-2B74-8F2D-171A-15986F3C5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F8701B-4899-C3D0-CB2F-6C31378A5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240FD0-A8F8-EFCD-2A69-21AB0FB07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1778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3467F-CDAF-BF3C-2E6D-F2EBB52C7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D374E6-7653-1FED-90D8-27F8F5A5A5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18631D-B68A-86EE-A551-F2FE300250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AD5574-CD0C-0EDC-7EA2-BBDDAA07A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ADA4F2-15B1-95FF-AFC8-0BCFB4E4E7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57356D-53C5-30FE-E0FE-A480BE6A8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7107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15C597-3152-5765-EBC1-B17D99515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A5F73E-18E1-021C-9878-B37DC31E28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83AF53-E0B5-2F63-C15E-4BF621A318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A465D-C46F-7FA4-9154-773B74869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A3BEE5-DE05-B54F-20CA-E8C336AE9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55875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2C72931-C193-DCDC-01FD-20CDA0AD45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5B2C1B-4D9D-9A62-13D7-01C6580B78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445465-66E1-00A0-A5D2-D034616CC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53519E-C69A-9396-C73F-1ACB40774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85BFC6-ABA4-44D2-E110-CE59D7D2A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5973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707FE23-AD5C-E492-4625-B3FFD7D65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35509A-545F-6691-9119-47A073D014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8FCAAE-1AD5-9CBF-A0F6-52A814732F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7/19/26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229717-0F21-BE11-1F19-88106B6408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58A247-FF8D-F68A-7E74-66F74B44B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378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2" name="Rectangle 61">
            <a:extLst>
              <a:ext uri="{FF2B5EF4-FFF2-40B4-BE49-F238E27FC236}">
                <a16:creationId xmlns:a16="http://schemas.microsoft.com/office/drawing/2014/main" id="{E91DC736-0EF8-4F87-9146-EBF1D2EE4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3D071A-7EC9-4E7A-7E64-AC5A66667EF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3298" b="9091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64" name="Rectangle 63">
            <a:extLst>
              <a:ext uri="{FF2B5EF4-FFF2-40B4-BE49-F238E27FC236}">
                <a16:creationId xmlns:a16="http://schemas.microsoft.com/office/drawing/2014/main" id="{097CD68E-23E3-4007-8847-CD0944C4F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9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DF4048-2958-B759-F7D1-45755BE99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1029" y="1397671"/>
            <a:ext cx="4023359" cy="1208141"/>
          </a:xfrm>
        </p:spPr>
        <p:txBody>
          <a:bodyPr>
            <a:normAutofit/>
          </a:bodyPr>
          <a:lstStyle/>
          <a:p>
            <a:pPr algn="l"/>
            <a:endParaRPr lang="en-US" sz="2000" dirty="0"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i="1" dirty="0">
                <a:latin typeface="Avenir Oblique" panose="02000503020000020003" pitchFamily="2" charset="0"/>
                <a:ea typeface="Bodoni Ornaments" pitchFamily="2" charset="0"/>
              </a:rPr>
              <a:t>Above All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878888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949692-4242-1BDD-62FE-734DDB9A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5D3E287-021A-C1DA-0AA5-23097B433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r>
              <a:rPr lang="en-US" sz="360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CAPO 2</a:t>
            </a:r>
            <a:r>
              <a:rPr lang="en-US" sz="3600" baseline="3000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nd</a:t>
            </a:r>
            <a:endParaRPr lang="en-US" sz="360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C            D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Above all powers, above all Kings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C                 D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Above all nature, and all created things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Em                 D                     C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Above all wisdom, and all the ways of man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                              D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were here before the world began</a:t>
            </a:r>
          </a:p>
        </p:txBody>
      </p:sp>
    </p:spTree>
    <p:extLst>
      <p:ext uri="{BB962C8B-B14F-4D97-AF65-F5344CB8AC3E}">
        <p14:creationId xmlns:p14="http://schemas.microsoft.com/office/powerpoint/2010/main" val="897242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FDC10A-A8B8-B454-FA85-EEF80F7593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C6517DD-88E8-A370-BA3F-9F0CDA10E1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C                D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Above all kingdoms, above all thrones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C                   D 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Above all wonders this world has ever known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Em              D                        C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Above all wealth and treasures of the earth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       C                                B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There's no way to measure what You're worth</a:t>
            </a:r>
          </a:p>
        </p:txBody>
      </p:sp>
    </p:spTree>
    <p:extLst>
      <p:ext uri="{BB962C8B-B14F-4D97-AF65-F5344CB8AC3E}">
        <p14:creationId xmlns:p14="http://schemas.microsoft.com/office/powerpoint/2010/main" val="34873516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5C7419-E011-28A7-9A00-12DEA8026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DA5D01-CA66-E4A3-D9BB-F19A657F51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Am D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Crucified, laid behind a stone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Am  D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lived to die, rejected and alone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Em    D                         C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Like a rose, trampled on the ground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Am G                      C    D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took the fall, and thought of me Above all</a:t>
            </a:r>
          </a:p>
        </p:txBody>
      </p:sp>
    </p:spTree>
    <p:extLst>
      <p:ext uri="{BB962C8B-B14F-4D97-AF65-F5344CB8AC3E}">
        <p14:creationId xmlns:p14="http://schemas.microsoft.com/office/powerpoint/2010/main" val="42541841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5D674B-9EC5-67A0-E898-955B4A596A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3C26685-1F34-4026-E098-A12EE60A335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C            D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Above all powers, above all Kings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C                 D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Above all nature, and all created things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Em                 D                     C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Above all wisdom, and all the ways of man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                              D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were here before the world began</a:t>
            </a:r>
          </a:p>
        </p:txBody>
      </p:sp>
    </p:spTree>
    <p:extLst>
      <p:ext uri="{BB962C8B-B14F-4D97-AF65-F5344CB8AC3E}">
        <p14:creationId xmlns:p14="http://schemas.microsoft.com/office/powerpoint/2010/main" val="28391349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727D2BC-897A-CA77-441D-6226435155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4B83BF5-3711-EBFA-C9BC-E53A14A22A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C                D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Above all kingdoms, above all thrones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C                   D 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Above all wonders this world has ever known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Em              D                        C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Above all wealth and treasures of the earth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       C                                B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There's no way to measure what You're worth</a:t>
            </a:r>
          </a:p>
        </p:txBody>
      </p:sp>
    </p:spTree>
    <p:extLst>
      <p:ext uri="{BB962C8B-B14F-4D97-AF65-F5344CB8AC3E}">
        <p14:creationId xmlns:p14="http://schemas.microsoft.com/office/powerpoint/2010/main" val="21111634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5B46370-BD1C-9EDB-4E9C-ABD35C1D0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C168673-6953-7946-00D9-F0D8D98120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Am D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Crucified, laid behind a stone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Am  D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lived to die, rejected and alone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Em    D                         C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Like a rose, trampled on the ground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Am G                      C    D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took the fall, and thought of me Above all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57C1751-E25D-E5F3-E568-3C02C2DA4B17}"/>
              </a:ext>
            </a:extLst>
          </p:cNvPr>
          <p:cNvSpPr txBox="1"/>
          <p:nvPr/>
        </p:nvSpPr>
        <p:spPr>
          <a:xfrm>
            <a:off x="10127673" y="6150114"/>
            <a:ext cx="196734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Play x2</a:t>
            </a:r>
          </a:p>
        </p:txBody>
      </p:sp>
    </p:spTree>
    <p:extLst>
      <p:ext uri="{BB962C8B-B14F-4D97-AF65-F5344CB8AC3E}">
        <p14:creationId xmlns:p14="http://schemas.microsoft.com/office/powerpoint/2010/main" val="38776207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B609EE0-CF0D-D60D-261A-2FAA3292E6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D4CDEF4-5454-62F7-CC66-DF5DFACEC9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    D                         C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Like a rose, trampled on the ground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Am G                      C    D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took the fall, and thought of me Above all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D2579F7-1BAA-8A16-E55C-D87FD9D503BE}"/>
              </a:ext>
            </a:extLst>
          </p:cNvPr>
          <p:cNvSpPr txBox="1"/>
          <p:nvPr/>
        </p:nvSpPr>
        <p:spPr>
          <a:xfrm>
            <a:off x="10986655" y="6150114"/>
            <a:ext cx="120534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4802399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234</TotalTime>
  <Words>330</Words>
  <Application>Microsoft Macintosh PowerPoint</Application>
  <PresentationFormat>Widescreen</PresentationFormat>
  <Paragraphs>64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Aptos</vt:lpstr>
      <vt:lpstr>Aptos Display</vt:lpstr>
      <vt:lpstr>Arial</vt:lpstr>
      <vt:lpstr>Avenir Medium</vt:lpstr>
      <vt:lpstr>Avenir Oblique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46</cp:revision>
  <dcterms:created xsi:type="dcterms:W3CDTF">2025-11-12T03:26:12Z</dcterms:created>
  <dcterms:modified xsi:type="dcterms:W3CDTF">2026-07-19T16:54:09Z</dcterms:modified>
</cp:coreProperties>
</file>