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76" r:id="rId4"/>
    <p:sldId id="285" r:id="rId5"/>
    <p:sldId id="286" r:id="rId6"/>
    <p:sldId id="287" r:id="rId7"/>
    <p:sldId id="28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289"/>
    <p:restoredTop sz="94686"/>
  </p:normalViewPr>
  <p:slideViewPr>
    <p:cSldViewPr snapToGrid="0">
      <p:cViewPr varScale="1">
        <p:scale>
          <a:sx n="99" d="100"/>
          <a:sy n="99" d="100"/>
        </p:scale>
        <p:origin x="176" y="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6576263" cy="1208141"/>
          </a:xfrm>
        </p:spPr>
        <p:txBody>
          <a:bodyPr>
            <a:normAutofit fontScale="85000" lnSpcReduction="100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Tis So Sweet To Trust in Jesus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/ D / C</a:t>
            </a:r>
            <a:endParaRPr lang="en-US" sz="3600" dirty="0">
              <a:solidFill>
                <a:schemeClr val="accent1">
                  <a:lumMod val="40000"/>
                  <a:lumOff val="60000"/>
                </a:schemeClr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Tis so sweet to trust in Jesus;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  D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Just to take Him at His word,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Just to rest upon His promise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C                  D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to know, "Thus saith the Lord."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Jesus, how I trust Him!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Em                      D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I've proved Him o'er and o'er.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G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Jesus, precious Jesus,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C            D             G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for grace to trust Him more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C804A2-73E0-1DA7-1F04-6BCBF8B88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B3005EB-B013-5650-6226-CE25FB3093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how sweet to trust in Jesus;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   D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Just to trust His cleansing blood,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in simple faith to plunge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C                       D          G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'neath the healing, cleansing flood</a:t>
            </a:r>
          </a:p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517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5F3876-2BC2-62AC-4A25-D3389D9F3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0DE13D0-46E8-C844-659A-7CADD6CFAE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Jesus, how I trust Him!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Em                      D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I've proved Him o'er and o'er.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G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Jesus, precious Jesus,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C            D             G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for grace to trust Him more</a:t>
            </a:r>
          </a:p>
        </p:txBody>
      </p:sp>
    </p:spTree>
    <p:extLst>
      <p:ext uri="{BB962C8B-B14F-4D97-AF65-F5344CB8AC3E}">
        <p14:creationId xmlns:p14="http://schemas.microsoft.com/office/powerpoint/2010/main" val="2753217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0C2650-9F48-85B8-65A0-E7E6A5F82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2F1228D-1EFE-449B-1628-69B22F7E0F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Yes, 'tis sweet to trust in Jesus;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  D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Just from sin and self to cease,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Just from Jesus simply taking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C             D           G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Life and rest, and joy and peace.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</a:t>
            </a:r>
          </a:p>
        </p:txBody>
      </p:sp>
    </p:spTree>
    <p:extLst>
      <p:ext uri="{BB962C8B-B14F-4D97-AF65-F5344CB8AC3E}">
        <p14:creationId xmlns:p14="http://schemas.microsoft.com/office/powerpoint/2010/main" val="679386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23E254-7DB3-2B71-79C4-3A367FC25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F9EF6B2-6B05-70E1-2EE7-BBC14C0C8D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Jesus, how I trust Him!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Em                      D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I've proved Him o'er and o'er.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G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Jesus, precious Jesus,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C            D             G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for grace to trust Him more</a:t>
            </a:r>
          </a:p>
        </p:txBody>
      </p:sp>
    </p:spTree>
    <p:extLst>
      <p:ext uri="{BB962C8B-B14F-4D97-AF65-F5344CB8AC3E}">
        <p14:creationId xmlns:p14="http://schemas.microsoft.com/office/powerpoint/2010/main" val="2626434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263</Words>
  <Application>Microsoft Macintosh PowerPoint</Application>
  <PresentationFormat>Widescreen</PresentationFormat>
  <Paragraphs>59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46</cp:revision>
  <dcterms:created xsi:type="dcterms:W3CDTF">2025-11-12T03:26:12Z</dcterms:created>
  <dcterms:modified xsi:type="dcterms:W3CDTF">2026-07-12T03:49:54Z</dcterms:modified>
</cp:coreProperties>
</file>