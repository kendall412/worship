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83" r:id="rId4"/>
    <p:sldId id="279" r:id="rId5"/>
    <p:sldId id="284" r:id="rId6"/>
    <p:sldId id="281" r:id="rId7"/>
    <p:sldId id="285" r:id="rId8"/>
    <p:sldId id="282" r:id="rId9"/>
    <p:sldId id="286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795"/>
  </p:normalViewPr>
  <p:slideViewPr>
    <p:cSldViewPr snapToGrid="0">
      <p:cViewPr varScale="1">
        <p:scale>
          <a:sx n="120" d="100"/>
          <a:sy n="120" d="100"/>
        </p:scale>
        <p:origin x="9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Amazing Grace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7F204E-B9EC-E9EF-650E-A9AEC6C2BEAE}"/>
              </a:ext>
            </a:extLst>
          </p:cNvPr>
          <p:cNvSpPr txBox="1"/>
          <p:nvPr/>
        </p:nvSpPr>
        <p:spPr>
          <a:xfrm>
            <a:off x="168442" y="5444311"/>
            <a:ext cx="88071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&amp; Music </a:t>
            </a:r>
            <a:r>
              <a:rPr lang="en-US">
                <a:solidFill>
                  <a:schemeClr val="bg1"/>
                </a:solidFill>
              </a:rPr>
              <a:t>by John </a:t>
            </a:r>
            <a:r>
              <a:rPr lang="en-US" dirty="0">
                <a:solidFill>
                  <a:schemeClr val="bg1"/>
                </a:solidFill>
              </a:rPr>
              <a:t>Newton (1772)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Public Domain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Amazing Grace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sweet the sound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saved a wretch like me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C39DE4-B05E-117C-AB0E-3A3481DEA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E4B78B5-F6A5-2FE9-6ED1-4BB0964E14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once was lost but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now am found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Was blind but now I see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4644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BFBF6E-A800-A557-4607-B211D092B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31C481-F61F-FA71-2898-FC5F29B5D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T'was</a:t>
            </a:r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Grace that taught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heart to fear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Grace, my fears relieved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13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BF5FCE-76E6-F3F6-BA4A-9C5F4E40E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5B44DBA-A2B3-57A3-8056-4406225EE8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precious did that Grace appear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hour I first believed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79572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1CC555-0715-21AA-DD5B-01CF814AC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1985C7B-7B0F-5B0C-F52D-718265A587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many dangers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Toils and snares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have already come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417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3E790B-860F-1213-4F63-6AE54B992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66F284-8536-A8DD-C0BE-B7A53225A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’Tis grace hath brought me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safe thus far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grace will lead me home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19975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818A2F-CC8E-717D-20F7-4B5294D04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27FF292-1FE0-47B3-77DD-58139A6573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Lord has promised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 to me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Word my hope secures 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23477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E7C36E-3042-CDB5-A9E4-0AF50FE2F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AC1EEC1-BA02-066A-9DB4-C5D95DE533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will my Shield and Portion be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As long as life endures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40030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71</TotalTime>
  <Words>116</Words>
  <Application>Microsoft Macintosh PowerPoint</Application>
  <PresentationFormat>On-screen Show (4:3)</PresentationFormat>
  <Paragraphs>39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23</cp:revision>
  <dcterms:created xsi:type="dcterms:W3CDTF">2025-11-12T03:26:12Z</dcterms:created>
  <dcterms:modified xsi:type="dcterms:W3CDTF">2026-08-16T03:08:57Z</dcterms:modified>
</cp:coreProperties>
</file>