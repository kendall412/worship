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8" r:id="rId19"/>
    <p:sldId id="299" r:id="rId20"/>
    <p:sldId id="297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8344"/>
    <p:restoredTop sz="94845"/>
  </p:normalViewPr>
  <p:slideViewPr>
    <p:cSldViewPr snapToGrid="0">
      <p:cViewPr varScale="1">
        <p:scale>
          <a:sx n="106" d="100"/>
          <a:sy n="106" d="100"/>
        </p:scale>
        <p:origin x="176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Yet Not I but Through Christ in 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94038C-B358-C883-5794-16FF7CD54AD5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&amp; Music by Jonny Robinson Michael </a:t>
            </a:r>
            <a:r>
              <a:rPr lang="en-US" dirty="0" err="1">
                <a:solidFill>
                  <a:schemeClr val="bg1"/>
                </a:solidFill>
              </a:rPr>
              <a:t>FarrenRich</a:t>
            </a:r>
            <a:r>
              <a:rPr lang="en-US" dirty="0">
                <a:solidFill>
                  <a:schemeClr val="bg1"/>
                </a:solidFill>
              </a:rPr>
              <a:t> Thompson (2019)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© 2018 </a:t>
            </a:r>
            <a:r>
              <a:rPr lang="en-US" dirty="0" err="1">
                <a:solidFill>
                  <a:schemeClr val="bg1"/>
                </a:solidFill>
              </a:rPr>
              <a:t>CityAlight</a:t>
            </a:r>
            <a:r>
              <a:rPr lang="en-US" dirty="0">
                <a:solidFill>
                  <a:schemeClr val="bg1"/>
                </a:solidFill>
              </a:rPr>
              <a:t> Music; Farren Love And War Publishing; Integrity's Alleluia! Music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gift of grace is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my redeemer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is no more for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heaven now to give</a:t>
            </a: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673A0C-6286-B474-BE8A-66A5B0197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A4ED2DB-50C5-691F-87AC-7E9AF626DF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my joy my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righteousness and freedom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steadfast love my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deep and boundless peace</a:t>
            </a:r>
          </a:p>
        </p:txBody>
      </p:sp>
    </p:spTree>
    <p:extLst>
      <p:ext uri="{BB962C8B-B14F-4D97-AF65-F5344CB8AC3E}">
        <p14:creationId xmlns:p14="http://schemas.microsoft.com/office/powerpoint/2010/main" val="4225078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CB19FC-C662-6012-380E-30EC42D2F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F0E2AC8-AF10-01F3-FE61-EC66E04782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this I hold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hope is only Jesus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my life is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wholly bound to his</a:t>
            </a:r>
          </a:p>
        </p:txBody>
      </p:sp>
    </p:spTree>
    <p:extLst>
      <p:ext uri="{BB962C8B-B14F-4D97-AF65-F5344CB8AC3E}">
        <p14:creationId xmlns:p14="http://schemas.microsoft.com/office/powerpoint/2010/main" val="3977253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49BC8D-CEF0-EA3D-550C-155C24967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FD5F316-B857-D125-CFAD-7C29E1BC78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how strange and divine I can sing all is mine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Yet not I but through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in me</a:t>
            </a:r>
          </a:p>
        </p:txBody>
      </p:sp>
    </p:spTree>
    <p:extLst>
      <p:ext uri="{BB962C8B-B14F-4D97-AF65-F5344CB8AC3E}">
        <p14:creationId xmlns:p14="http://schemas.microsoft.com/office/powerpoint/2010/main" val="3776518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7BDF31-4CFC-9374-B070-9E159212A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19FFA3C-81C7-94DE-5540-FFC44FEEED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night is dark but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am not forsaken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by my side the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Saviour he will stay</a:t>
            </a:r>
          </a:p>
        </p:txBody>
      </p:sp>
    </p:spTree>
    <p:extLst>
      <p:ext uri="{BB962C8B-B14F-4D97-AF65-F5344CB8AC3E}">
        <p14:creationId xmlns:p14="http://schemas.microsoft.com/office/powerpoint/2010/main" val="1732011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94DAB8-364E-D898-CAC7-14C1DA635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2688312-16F2-EDD4-C883-9CD60150EA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</a:t>
            </a:r>
            <a:r>
              <a:rPr lang="en-US" sz="5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labour</a:t>
            </a:r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on in weakness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rejoicing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in my need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power is displayed</a:t>
            </a:r>
          </a:p>
        </p:txBody>
      </p:sp>
    </p:spTree>
    <p:extLst>
      <p:ext uri="{BB962C8B-B14F-4D97-AF65-F5344CB8AC3E}">
        <p14:creationId xmlns:p14="http://schemas.microsoft.com/office/powerpoint/2010/main" val="982367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0F1310-CF34-A874-3B67-0AE08290A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533D60C-A939-C377-95A1-5F7912420D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this I hold my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Shepherd will defend 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deepest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valley he will lead</a:t>
            </a:r>
          </a:p>
        </p:txBody>
      </p:sp>
    </p:spTree>
    <p:extLst>
      <p:ext uri="{BB962C8B-B14F-4D97-AF65-F5344CB8AC3E}">
        <p14:creationId xmlns:p14="http://schemas.microsoft.com/office/powerpoint/2010/main" val="2569498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9C72BC-DE88-E139-D571-FA8BD255B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3D55EFA-9194-6DBF-3B67-9528948355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the night has been won and I shall overcome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Yet not I but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Christ in me</a:t>
            </a:r>
          </a:p>
        </p:txBody>
      </p:sp>
    </p:spTree>
    <p:extLst>
      <p:ext uri="{BB962C8B-B14F-4D97-AF65-F5344CB8AC3E}">
        <p14:creationId xmlns:p14="http://schemas.microsoft.com/office/powerpoint/2010/main" val="621785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367839-58F2-E375-9A35-0E06929DC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A94B6B2-EA48-7554-9DE7-698BA459A9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fate I dread I know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am forgiven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future sure the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price it has been paid</a:t>
            </a:r>
          </a:p>
        </p:txBody>
      </p:sp>
    </p:spTree>
    <p:extLst>
      <p:ext uri="{BB962C8B-B14F-4D97-AF65-F5344CB8AC3E}">
        <p14:creationId xmlns:p14="http://schemas.microsoft.com/office/powerpoint/2010/main" val="151500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0518D1-BD53-C301-6E8B-8FC83647A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A6A8283-F9CD-C80D-16A3-5A1679D0F0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Jesus bled and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suffered for my pardon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he was raised to overthrow the grave</a:t>
            </a:r>
          </a:p>
        </p:txBody>
      </p:sp>
    </p:spTree>
    <p:extLst>
      <p:ext uri="{BB962C8B-B14F-4D97-AF65-F5344CB8AC3E}">
        <p14:creationId xmlns:p14="http://schemas.microsoft.com/office/powerpoint/2010/main" val="1337110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81B188-EDAC-FE08-B7F6-DF8D5DF8C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4A71D2F-BBA0-5815-8A46-927E21F1D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this I hold my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has been defeated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now and ever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my plea</a:t>
            </a:r>
          </a:p>
        </p:txBody>
      </p:sp>
    </p:spTree>
    <p:extLst>
      <p:ext uri="{BB962C8B-B14F-4D97-AF65-F5344CB8AC3E}">
        <p14:creationId xmlns:p14="http://schemas.microsoft.com/office/powerpoint/2010/main" val="4002039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7735F8-BD64-F394-C22A-E353B24C8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1BF1F6B-4968-0734-995A-4C10A6F777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the chains are released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can sing I am free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Yet not I but through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in me</a:t>
            </a:r>
          </a:p>
        </p:txBody>
      </p:sp>
    </p:spTree>
    <p:extLst>
      <p:ext uri="{BB962C8B-B14F-4D97-AF65-F5344CB8AC3E}">
        <p14:creationId xmlns:p14="http://schemas.microsoft.com/office/powerpoint/2010/main" val="2020131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F3E9DD-4D9F-4EB5-D6AB-E958B1438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E6F24AB-4184-3AEF-ED97-4DCA8865D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I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long to follow Jesus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he has said that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will bring me home</a:t>
            </a:r>
          </a:p>
        </p:txBody>
      </p:sp>
    </p:spTree>
    <p:extLst>
      <p:ext uri="{BB962C8B-B14F-4D97-AF65-F5344CB8AC3E}">
        <p14:creationId xmlns:p14="http://schemas.microsoft.com/office/powerpoint/2010/main" val="6625905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CCB9E0-2634-BF2E-BD43-D6F2A33F2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D92B3F7-A1FF-942C-2EAC-1560BA1FCA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day by day I know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will renew 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Until I stand with joy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before the throne</a:t>
            </a:r>
          </a:p>
        </p:txBody>
      </p:sp>
    </p:spTree>
    <p:extLst>
      <p:ext uri="{BB962C8B-B14F-4D97-AF65-F5344CB8AC3E}">
        <p14:creationId xmlns:p14="http://schemas.microsoft.com/office/powerpoint/2010/main" val="203349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2965AB-073F-C5C0-CA96-20A3ED032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3DE0FC-E187-D385-BF15-85799D3CDA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this I hold my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hope is only Jesus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glory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evermore to him</a:t>
            </a:r>
          </a:p>
        </p:txBody>
      </p:sp>
    </p:spTree>
    <p:extLst>
      <p:ext uri="{BB962C8B-B14F-4D97-AF65-F5344CB8AC3E}">
        <p14:creationId xmlns:p14="http://schemas.microsoft.com/office/powerpoint/2010/main" val="4990904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C35550-E9DF-EC78-260D-4E3B93C3E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EC05584-F151-AAD1-99DD-362490B070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race is complete still my lips shall repeat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Yet not I but through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in me</a:t>
            </a:r>
          </a:p>
        </p:txBody>
      </p:sp>
    </p:spTree>
    <p:extLst>
      <p:ext uri="{BB962C8B-B14F-4D97-AF65-F5344CB8AC3E}">
        <p14:creationId xmlns:p14="http://schemas.microsoft.com/office/powerpoint/2010/main" val="35675570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2EA1B6-6D85-68A2-CFB3-55B41EED7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3ECACD1-EAC7-152B-88AD-E8DE6EC185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this I hold my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hope is only Jesus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glory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evermore to him</a:t>
            </a:r>
          </a:p>
        </p:txBody>
      </p:sp>
    </p:spTree>
    <p:extLst>
      <p:ext uri="{BB962C8B-B14F-4D97-AF65-F5344CB8AC3E}">
        <p14:creationId xmlns:p14="http://schemas.microsoft.com/office/powerpoint/2010/main" val="38560497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38AF8B-E059-187C-58EE-038121391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B1C9B14-CF74-83CE-41A1-761F76E627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race is complete still my lips shall repeat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Yet not I but through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in me</a:t>
            </a:r>
          </a:p>
        </p:txBody>
      </p:sp>
    </p:spTree>
    <p:extLst>
      <p:ext uri="{BB962C8B-B14F-4D97-AF65-F5344CB8AC3E}">
        <p14:creationId xmlns:p14="http://schemas.microsoft.com/office/powerpoint/2010/main" val="24430451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162CF1-0AD5-4639-E5CA-1442976BD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1AD3B80-BC19-5B00-6F20-7B63D08D0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race is complete still my lips shall repeat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Yet not I but through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in me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Yet not I but through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in me</a:t>
            </a:r>
          </a:p>
        </p:txBody>
      </p:sp>
    </p:spTree>
    <p:extLst>
      <p:ext uri="{BB962C8B-B14F-4D97-AF65-F5344CB8AC3E}">
        <p14:creationId xmlns:p14="http://schemas.microsoft.com/office/powerpoint/2010/main" val="2943507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119</TotalTime>
  <Words>375</Words>
  <Application>Microsoft Macintosh PowerPoint</Application>
  <PresentationFormat>On-screen Show (4:3)</PresentationFormat>
  <Paragraphs>113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22</cp:revision>
  <dcterms:created xsi:type="dcterms:W3CDTF">2025-11-12T03:26:12Z</dcterms:created>
  <dcterms:modified xsi:type="dcterms:W3CDTF">2026-10-29T04:57:02Z</dcterms:modified>
</cp:coreProperties>
</file>