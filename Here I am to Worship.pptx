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74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75" r:id="rId14"/>
    <p:sldId id="291" r:id="rId15"/>
    <p:sldId id="292" r:id="rId16"/>
    <p:sldId id="293" r:id="rId17"/>
    <p:sldId id="265" r:id="rId18"/>
    <p:sldId id="276" r:id="rId19"/>
    <p:sldId id="294" r:id="rId20"/>
    <p:sldId id="295" r:id="rId21"/>
    <p:sldId id="296" r:id="rId22"/>
    <p:sldId id="278" r:id="rId23"/>
    <p:sldId id="297" r:id="rId24"/>
    <p:sldId id="298" r:id="rId25"/>
    <p:sldId id="299" r:id="rId26"/>
    <p:sldId id="300" r:id="rId27"/>
    <p:sldId id="301" r:id="rId28"/>
    <p:sldId id="302" r:id="rId29"/>
    <p:sldId id="303" r:id="rId30"/>
    <p:sldId id="304" r:id="rId31"/>
    <p:sldId id="305" r:id="rId32"/>
    <p:sldId id="306" r:id="rId33"/>
    <p:sldId id="307" r:id="rId34"/>
    <p:sldId id="308" r:id="rId35"/>
    <p:sldId id="309" r:id="rId36"/>
    <p:sldId id="310" r:id="rId37"/>
    <p:sldId id="311" r:id="rId38"/>
    <p:sldId id="312" r:id="rId39"/>
    <p:sldId id="313" r:id="rId40"/>
    <p:sldId id="314" r:id="rId41"/>
    <p:sldId id="315" r:id="rId42"/>
    <p:sldId id="316" r:id="rId43"/>
    <p:sldId id="317" r:id="rId44"/>
    <p:sldId id="318" r:id="rId45"/>
    <p:sldId id="319" r:id="rId46"/>
    <p:sldId id="320" r:id="rId47"/>
    <p:sldId id="321" r:id="rId48"/>
    <p:sldId id="322" r:id="rId49"/>
    <p:sldId id="323" r:id="rId50"/>
    <p:sldId id="324" r:id="rId51"/>
    <p:sldId id="325" r:id="rId52"/>
    <p:sldId id="326" r:id="rId53"/>
    <p:sldId id="327" r:id="rId54"/>
    <p:sldId id="328" r:id="rId55"/>
    <p:sldId id="329" r:id="rId56"/>
    <p:sldId id="330" r:id="rId57"/>
    <p:sldId id="331" r:id="rId58"/>
    <p:sldId id="332" r:id="rId5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795"/>
  </p:normalViewPr>
  <p:slideViewPr>
    <p:cSldViewPr snapToGrid="0">
      <p:cViewPr varScale="1">
        <p:scale>
          <a:sx n="120" d="100"/>
          <a:sy n="120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80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991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733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275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71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101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3262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449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7460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2452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92246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67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4038C-B358-C883-5794-16FF7CD54AD5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Words &amp; Music Time Huges (2001)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© © 2000 Thankyou Music Ltd</a:t>
            </a:r>
          </a:p>
          <a:p>
            <a:pPr algn="ctr"/>
            <a:r>
              <a:rPr lang="en-US" dirty="0">
                <a:solidFill>
                  <a:schemeClr val="bg1"/>
                </a:solidFill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31641634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Light of the world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stepped down into darkness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Opened my eyes,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let me see</a:t>
            </a:r>
          </a:p>
        </p:txBody>
      </p:sp>
    </p:spTree>
    <p:extLst>
      <p:ext uri="{BB962C8B-B14F-4D97-AF65-F5344CB8AC3E}">
        <p14:creationId xmlns:p14="http://schemas.microsoft.com/office/powerpoint/2010/main" val="2164526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766C94-82FB-996C-F0A9-91A8A66BA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963ADF-FFBE-34E0-ED56-0FEBCB034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Beauty that made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this heart adore You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Hope of a life spent with You</a:t>
            </a:r>
          </a:p>
        </p:txBody>
      </p:sp>
    </p:spTree>
    <p:extLst>
      <p:ext uri="{BB962C8B-B14F-4D97-AF65-F5344CB8AC3E}">
        <p14:creationId xmlns:p14="http://schemas.microsoft.com/office/powerpoint/2010/main" val="10956589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D9410-FC9B-9EC6-405A-1BF133215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2C8E2BF-53F4-D22B-FC21-6AB76D2A43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bow down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You're my God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40103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901EE3-E99E-D587-D496-030476C4E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2F5502C-2835-A8E9-F719-10A8AA3DB7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You're altogether lovely Altogether worthy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4234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E393F9-036B-BAA3-E806-726E0E32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49D47F5-5549-1C27-05A6-770393D34B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King of all days,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so highly exalted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Glorious in heaven above</a:t>
            </a:r>
          </a:p>
        </p:txBody>
      </p:sp>
    </p:spTree>
    <p:extLst>
      <p:ext uri="{BB962C8B-B14F-4D97-AF65-F5344CB8AC3E}">
        <p14:creationId xmlns:p14="http://schemas.microsoft.com/office/powerpoint/2010/main" val="42639748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E28D66-6B83-58E8-CBA3-CE90FC95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058BB94-BAEF-4C94-FBD6-9A68491732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Humbly You came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the earth You created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for love's sake became poor</a:t>
            </a:r>
          </a:p>
        </p:txBody>
      </p:sp>
    </p:spTree>
    <p:extLst>
      <p:ext uri="{BB962C8B-B14F-4D97-AF65-F5344CB8AC3E}">
        <p14:creationId xmlns:p14="http://schemas.microsoft.com/office/powerpoint/2010/main" val="6254707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5AF77-5082-65F2-5970-580383449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7781073-B088-8349-BC0C-84A5AD77B8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bow down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You're my God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43808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F657F1-4674-8773-5B58-E21CD8300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8750FF1-E70A-C6D2-D736-5F5607A574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You're altogether lovely Altogether worthy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77022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A27C4C-AFDE-7AD4-4BB0-C63BFED3D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9E6E55F-0AB3-D748-AD3B-D5C71DDD9A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I'll never know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much it cost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see my sin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upon that cross</a:t>
            </a:r>
          </a:p>
        </p:txBody>
      </p:sp>
    </p:spTree>
    <p:extLst>
      <p:ext uri="{BB962C8B-B14F-4D97-AF65-F5344CB8AC3E}">
        <p14:creationId xmlns:p14="http://schemas.microsoft.com/office/powerpoint/2010/main" val="33633914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A52783-B041-BD38-9D5A-FD0A32A85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5DB6D-142A-D660-E155-EBBF75A60E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worship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bow down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Here I am to say that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You're my God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82392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95A30B-01FA-4FAF-9739-755B1A9FB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564DC2D0-F16B-4D54-A189-D99C5F327D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You're altogether lovely Altogether worthy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Altogether wonderful to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74659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3E1F97-17F4-001F-7673-B8EFA09D83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F0AA937-867D-D484-37E8-C9B43A905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29910020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C03521-FD45-271B-60DA-096370003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EB2EB5D-50E5-3E23-3DE7-0E4DE41F08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 Lord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Oh, Your mercy never fails me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days,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been held in Your hands</a:t>
            </a:r>
          </a:p>
        </p:txBody>
      </p:sp>
    </p:spTree>
    <p:extLst>
      <p:ext uri="{BB962C8B-B14F-4D97-AF65-F5344CB8AC3E}">
        <p14:creationId xmlns:p14="http://schemas.microsoft.com/office/powerpoint/2010/main" val="19900630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40706F-31D3-C686-72BA-21B93DAD2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6853410-3A24-2E3F-06AB-BE52448582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230736"/>
            <a:ext cx="8716710" cy="6264068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From the moment that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wake up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I lay my head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</a:t>
            </a:r>
            <a:r>
              <a:rPr lang="en-US" sz="48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</a:t>
            </a:r>
          </a:p>
          <a:p>
            <a:r>
              <a:rPr lang="en-US" sz="480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</a:t>
            </a:r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of God</a:t>
            </a:r>
          </a:p>
        </p:txBody>
      </p:sp>
    </p:spTree>
    <p:extLst>
      <p:ext uri="{BB962C8B-B14F-4D97-AF65-F5344CB8AC3E}">
        <p14:creationId xmlns:p14="http://schemas.microsoft.com/office/powerpoint/2010/main" val="6218032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AAE27D-86DD-43E2-663C-8613C12E6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81FEE9D-EF7F-4CBF-F968-F577606AC2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27928677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AFF0EA-04E9-B7E9-0BF6-7D546FDEE5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0377A57-C32B-6F9A-6862-0207CC2B85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0986946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7006DC-D1B4-7A29-037D-AB9310F891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CEB7ADD-233A-DCA7-621A-453E634E8D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111095"/>
            <a:ext cx="8605615" cy="6554625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love Your voice You have led me through the fire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my darkest night, You were close like no other</a:t>
            </a:r>
          </a:p>
        </p:txBody>
      </p:sp>
    </p:spTree>
    <p:extLst>
      <p:ext uri="{BB962C8B-B14F-4D97-AF65-F5344CB8AC3E}">
        <p14:creationId xmlns:p14="http://schemas.microsoft.com/office/powerpoint/2010/main" val="36128280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8C6CE5-32CE-B949-068D-875ED2F17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33CD2C9-EC3A-9C35-0546-14F0D56F51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374" y="111095"/>
            <a:ext cx="8605615" cy="6554625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father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I've known You as a friend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have lived in the 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115640495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9B3F29-0940-A139-C353-539CD281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E51A5E2-663E-ED71-4BFB-4B63E7209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13443663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938AF8-3B51-1078-F241-93204B971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CFFD6D1-240C-49E8-4485-FD69F65BC7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169189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B9DAFF-5D38-064D-29B5-8A81477B8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72C2460-CE19-8641-A2F1-78FBD0E616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82" y="179463"/>
            <a:ext cx="8614161" cy="62555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08491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0AF647-5E34-2072-C4A0-8258906D0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EC2B343-84C6-1D7D-46FD-9CD5BFA755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282" y="179463"/>
            <a:ext cx="8614161" cy="6255520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my life laid down,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I’m surrendered now,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give You everything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goodness is running after, it’s running after me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2604739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A1D7DF-83B9-3F5B-4652-3270642DF6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B0E20EB-00EE-315E-8253-8090E59410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been faithful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my life You have been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so, so good</a:t>
            </a:r>
          </a:p>
        </p:txBody>
      </p:sp>
    </p:spTree>
    <p:extLst>
      <p:ext uri="{BB962C8B-B14F-4D97-AF65-F5344CB8AC3E}">
        <p14:creationId xmlns:p14="http://schemas.microsoft.com/office/powerpoint/2010/main" val="19707479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C27A7E-26CC-E346-6923-FB1CFDDEB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1193F0-6B67-6D72-1151-0AE1AB7E92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16" y="170915"/>
            <a:ext cx="8776531" cy="6375163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With every breath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I am able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will sing of the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goodness of God</a:t>
            </a:r>
          </a:p>
        </p:txBody>
      </p:sp>
    </p:spTree>
    <p:extLst>
      <p:ext uri="{BB962C8B-B14F-4D97-AF65-F5344CB8AC3E}">
        <p14:creationId xmlns:p14="http://schemas.microsoft.com/office/powerpoint/2010/main" val="37992100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F1709-70D9-7011-5D92-F7E57F560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25DBF04-8174-1226-1E95-AC7FB0F1B0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94038C-B358-C883-5794-16FF7CD54AD5}"/>
              </a:ext>
            </a:extLst>
          </p:cNvPr>
          <p:cNvSpPr txBox="1"/>
          <p:nvPr/>
        </p:nvSpPr>
        <p:spPr>
          <a:xfrm>
            <a:off x="168442" y="5444311"/>
            <a:ext cx="880711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Words &amp; Music by Bryan Fowler, Shane Barnard, and Bethany Barnard (2023)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© Be Essential Songs and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bryanfowlersongs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277291836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6DDA4A-E03B-8556-59B3-18DA3B2D1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2618750F-9082-0A6E-6D44-28074BD5F0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Shining like the sun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fortune I inherit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By no work I have done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8305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015117-71EF-D3FB-5BBF-6E28B6DA6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F8B4636-7D97-1A1C-61A6-3E9857324B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righteousness I forfeit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At my saviors cross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Where all sufficient merit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Did what I could not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13655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F0D0AE-FAA8-D210-9F05-FEEFB5984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9AD9501A-D284-E628-E97B-CB052F16C6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love he condescended Eternal now in time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life without a blemish The maker made to die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0793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0564C-03EE-F4EB-B168-7718F96C6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1187370-62E8-223F-14D8-73543A728C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Law could never save us Our lawlessness had won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Until the pure and spotless Lamb had finally come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20278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CE6CE8-636C-027E-5191-7A6504E2D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BBEBA68-9E03-6707-6CB3-48BD98B15A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460479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935F75-698C-6338-0A1B-80CECE41B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81BE608-BEB4-A50E-DC77-7DC0CE71AB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lay down my garments Any empty boast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Good works now all corrupted By the sinful host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579750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3FB98B-E9DC-EB20-9A2E-06E59E5D7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02A74DF-21E5-C209-D82A-44C6AF32A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Dressed in my LORD Jesus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 crimson robe made white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fear of judgement His righteousness is mine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81475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DEA4DE8-9BC4-910B-A226-9A750F095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F965397-DA90-7C31-1B54-D92DAC22B5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941957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5AEA6F-2D47-A0F2-D77C-B536E45560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E4CC10D-B7CF-A3FC-BFDA-7B9E7D2B26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   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Firm in life and death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joy of my salvation Shall be my final breath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75845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B3CB32-AF1C-76B5-ABE3-D75A60897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6CF14D-5197-C974-6226-8EA066F254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When I stand accepted Before the throne of God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I’ll gaze upon my Jesus And thank Him for the cross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Yes I’ll thank Him for the cross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916396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CFCDBA-66CF-D627-1D6E-C84B3A1FF7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2D93F96-CA59-0936-3FA0-C888C1AB21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221" y="213360"/>
            <a:ext cx="8891337" cy="6416040"/>
          </a:xfrm>
        </p:spPr>
        <p:txBody>
          <a:bodyPr>
            <a:noAutofit/>
          </a:bodyPr>
          <a:lstStyle/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done 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It is finished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No more debt I owe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Paid in full</a:t>
            </a:r>
          </a:p>
          <a:p>
            <a:r>
              <a:rPr lang="en-US" sz="5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sufficient merit now my own</a:t>
            </a:r>
          </a:p>
          <a:p>
            <a:endParaRPr lang="en-US" sz="5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4688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340243"/>
            <a:ext cx="8119754" cy="6124352"/>
          </a:xfrm>
        </p:spPr>
        <p:txBody>
          <a:bodyPr>
            <a:noAutofit/>
          </a:bodyPr>
          <a:lstStyle/>
          <a:p>
            <a:pPr algn="l"/>
            <a:r>
              <a:rPr lang="en-US" sz="6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Living Hope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A22BD85-4B24-7AC2-1F93-E3BB80F0A9FD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Words &amp; Musci by Phil Wickham and Brian Johnson (2017)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© Bethel Music Publishing (ASCAP), Phil Wickham Music (BMI), Simply Global Songs (BMI), and Sing My Songs (BMI) (2017)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F931C3-B9CC-8120-2643-7E11A50B9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F2A6CEC-18F9-26BF-D6BF-40C124686D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2" y="382773"/>
            <a:ext cx="8314377" cy="6081822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the chasm that lay between us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high the mountain I could not climb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desperation, I turned to heaven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spoke Your name into the night</a:t>
            </a:r>
          </a:p>
        </p:txBody>
      </p:sp>
    </p:spTree>
    <p:extLst>
      <p:ext uri="{BB962C8B-B14F-4D97-AF65-F5344CB8AC3E}">
        <p14:creationId xmlns:p14="http://schemas.microsoft.com/office/powerpoint/2010/main" val="32345504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37EF9-CF9F-D39D-36A5-3019E24E7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6F3AC8-E07E-264E-4D50-B3A09CBC0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" y="190500"/>
            <a:ext cx="8572500" cy="63753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through the darkness,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loving kindness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Tore through the shadows of my soul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is ﬁnished, the end is written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3738332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61DAC1-733C-4F5B-DF92-6058C435A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ACE9C-EC07-A1D2-A30C-40E399AF0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2900" y="241300"/>
            <a:ext cx="8521700" cy="62483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could imagine so great a mercy?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heart could fathom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such boundless grace?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 of ages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stepped down from glory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wear my sin and bear my shame</a:t>
            </a:r>
          </a:p>
        </p:txBody>
      </p:sp>
    </p:spTree>
    <p:extLst>
      <p:ext uri="{BB962C8B-B14F-4D97-AF65-F5344CB8AC3E}">
        <p14:creationId xmlns:p14="http://schemas.microsoft.com/office/powerpoint/2010/main" val="908263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9E5CE-ECF5-2C85-6F0D-D030C683A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0568BD-F994-B513-CD99-03F09EBF45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5600" y="228600"/>
            <a:ext cx="8432800" cy="64007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cross has spoken, I am forgiven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King of kings calls me His own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Beautiful Savior, I'm Yours forever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267425412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4000" y="254000"/>
            <a:ext cx="8496300" cy="62737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set me free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D5DAF-1228-688F-AC5D-84D789610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DCF2B-D83E-E796-6421-AEAC1CE315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2123" y="254000"/>
            <a:ext cx="8119754" cy="63372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sealed the promise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1310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DA7E8E-A250-DFD6-C0B1-A1D632DA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6D1DC0-A400-8203-3944-4066F16E69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200" y="266700"/>
            <a:ext cx="8572500" cy="63372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</p:txBody>
      </p:sp>
    </p:spTree>
    <p:extLst>
      <p:ext uri="{BB962C8B-B14F-4D97-AF65-F5344CB8AC3E}">
        <p14:creationId xmlns:p14="http://schemas.microsoft.com/office/powerpoint/2010/main" val="84265663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76500C-6117-479E-52F8-FE4E4E7B4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5B0D5D-78C6-1574-4009-1E68CC34F5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92100" y="279400"/>
            <a:ext cx="8585200" cy="63499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sealed the promise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8803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AC288-0C96-727C-1C25-C731C1001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6560BE-DFD9-2F84-282E-C87B22BC26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400" y="292100"/>
            <a:ext cx="8458200" cy="62737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Yours is the victory</a:t>
            </a:r>
          </a:p>
        </p:txBody>
      </p:sp>
    </p:spTree>
    <p:extLst>
      <p:ext uri="{BB962C8B-B14F-4D97-AF65-F5344CB8AC3E}">
        <p14:creationId xmlns:p14="http://schemas.microsoft.com/office/powerpoint/2010/main" val="14016436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42DA16-AD5D-275D-B36E-EEDFB3EB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350F34E-29FB-F982-B18F-849781E432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" y="241300"/>
            <a:ext cx="8585200" cy="63372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set me free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5480006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5F4357-2370-385D-0B57-33EF9E113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0EDD212-770A-54CB-55F6-5B869B15E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9400" y="177800"/>
            <a:ext cx="8610600" cy="6426199"/>
          </a:xfrm>
        </p:spPr>
        <p:txBody>
          <a:bodyPr>
            <a:noAutofit/>
          </a:bodyPr>
          <a:lstStyle/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33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  <a:p>
            <a:r>
              <a:rPr lang="en-US" sz="33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God, You are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403373286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364" y="107576"/>
            <a:ext cx="8758517" cy="6624917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28F4DD-66CA-E94B-913C-8F879A08889F}"/>
              </a:ext>
            </a:extLst>
          </p:cNvPr>
          <p:cNvSpPr txBox="1"/>
          <p:nvPr/>
        </p:nvSpPr>
        <p:spPr>
          <a:xfrm>
            <a:off x="168442" y="5444311"/>
            <a:ext cx="880711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Words by Elvina M. </a:t>
            </a:r>
            <a:r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Hall (1865)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Music by John T. Grape (1868)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Public Domain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CCLI License #137776</a:t>
            </a:r>
          </a:p>
        </p:txBody>
      </p:sp>
    </p:spTree>
    <p:extLst>
      <p:ext uri="{BB962C8B-B14F-4D97-AF65-F5344CB8AC3E}">
        <p14:creationId xmlns:p14="http://schemas.microsoft.com/office/powerpoint/2010/main" val="24444248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DFFBA1-BD0A-5545-0FEC-984D52DF4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4C9D68-1A73-9231-7FA3-C1A6F21DFB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200" y="152400"/>
            <a:ext cx="8724900" cy="65277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watch and pray,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340423678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9700"/>
            <a:ext cx="8737600" cy="65404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21114477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14300"/>
            <a:ext cx="8699500" cy="65912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ADB3D3-59D0-7FCE-43CB-66903EC5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8C601F-8F67-04FE-9C77-9196A4EC4C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9700"/>
            <a:ext cx="8737600" cy="65404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367228105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4000" y="127000"/>
            <a:ext cx="8699499" cy="65785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C7772D-9403-4BDB-A994-4A2C70D64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38733F4-D531-52C3-71DA-0C927FC6B9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9700"/>
            <a:ext cx="8737600" cy="65404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73388669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" y="165100"/>
            <a:ext cx="8547100" cy="64388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paid my debt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 from the dead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E3C13C-B36C-DACE-B725-CED8495FA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5856FF3-AD10-F106-688A-F754753A15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9700"/>
            <a:ext cx="8737600" cy="65404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1525432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54</TotalTime>
  <Words>1163</Words>
  <Application>Microsoft Macintosh PowerPoint</Application>
  <PresentationFormat>On-screen Show (4:3)</PresentationFormat>
  <Paragraphs>301</Paragraphs>
  <Slides>58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22</cp:revision>
  <dcterms:created xsi:type="dcterms:W3CDTF">2025-11-12T03:26:12Z</dcterms:created>
  <dcterms:modified xsi:type="dcterms:W3CDTF">2026-08-29T20:37:40Z</dcterms:modified>
</cp:coreProperties>
</file>