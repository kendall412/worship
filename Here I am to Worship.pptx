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Time Huges (2001)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© 2000 Thankyou Music Ltd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stepped down into darkness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Opened my eyes,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me see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66C94-82FB-996C-F0A9-91A8A66B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963ADF-FFBE-34E0-ED56-0FEBCB034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Beauty that made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heart adore You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of a life spent with You</a:t>
            </a:r>
          </a:p>
        </p:txBody>
      </p:sp>
    </p:spTree>
    <p:extLst>
      <p:ext uri="{BB962C8B-B14F-4D97-AF65-F5344CB8AC3E}">
        <p14:creationId xmlns:p14="http://schemas.microsoft.com/office/powerpoint/2010/main" val="109565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D9410-FC9B-9EC6-405A-1BF13321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C8E2BF-53F4-D22B-FC21-6AB76D2A4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10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01EE3-E99E-D587-D496-030476C4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F5502C-2835-A8E9-F719-10A8AA3DB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23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393F9-036B-BAA3-E806-726E0E32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9D47F5-5549-1C27-05A6-770393D34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King of all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so highly exalted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Glorious in heaven above</a:t>
            </a:r>
          </a:p>
        </p:txBody>
      </p:sp>
    </p:spTree>
    <p:extLst>
      <p:ext uri="{BB962C8B-B14F-4D97-AF65-F5344CB8AC3E}">
        <p14:creationId xmlns:p14="http://schemas.microsoft.com/office/powerpoint/2010/main" val="426397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28D66-6B83-58E8-CBA3-CE90FC9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58BB94-BAEF-4C94-FBD6-9A6849173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You came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earth You created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 love's sake became poor</a:t>
            </a:r>
          </a:p>
        </p:txBody>
      </p:sp>
    </p:spTree>
    <p:extLst>
      <p:ext uri="{BB962C8B-B14F-4D97-AF65-F5344CB8AC3E}">
        <p14:creationId xmlns:p14="http://schemas.microsoft.com/office/powerpoint/2010/main" val="62547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5AF77-5082-65F2-5970-58038344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781073-B088-8349-BC0C-84A5AD77B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38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657F1-4674-8773-5B58-E21CD830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750FF1-E70A-C6D2-D736-5F5607A57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0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27C4C-AFDE-7AD4-4BB0-C63BFED3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E6E55F-0AB3-D748-AD3B-D5C71DDD9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never know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much it cost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see my sin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that cross</a:t>
            </a:r>
          </a:p>
        </p:txBody>
      </p:sp>
    </p:spTree>
    <p:extLst>
      <p:ext uri="{BB962C8B-B14F-4D97-AF65-F5344CB8AC3E}">
        <p14:creationId xmlns:p14="http://schemas.microsoft.com/office/powerpoint/2010/main" val="3363391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52783-B041-BD38-9D5A-FD0A32A8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5DB6D-142A-D660-E155-EBBF75A60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23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5A30B-01FA-4FAF-9739-755B1A9F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4DC2D0-F16B-4D54-A189-D99C5F327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46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181</Words>
  <Application>Microsoft Macintosh PowerPoint</Application>
  <PresentationFormat>On-screen Show (4:3)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2025-11-12T03:26:12Z</dcterms:created>
  <dcterms:modified xsi:type="dcterms:W3CDTF">2026-08-29T20:39:37Z</dcterms:modified>
</cp:coreProperties>
</file>