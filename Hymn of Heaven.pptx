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39"/>
    <p:restoredTop sz="94694"/>
  </p:normalViewPr>
  <p:slideViewPr>
    <p:cSldViewPr snapToGrid="0">
      <p:cViewPr varScale="1">
        <p:scale>
          <a:sx n="107" d="100"/>
          <a:sy n="107" d="100"/>
        </p:scale>
        <p:origin x="7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the air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mercy fills the streets</a:t>
            </a: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one who bled to save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and rose again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in desperation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sang through doubt and fear</a:t>
            </a: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69EA81-2AA2-1CA2-B8ED-3B8B2E68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6E71E5-C42A-E864-0AEF-23D453D04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it was worth it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wipe away our tears</a:t>
            </a:r>
          </a:p>
        </p:txBody>
      </p:sp>
    </p:spTree>
    <p:extLst>
      <p:ext uri="{BB962C8B-B14F-4D97-AF65-F5344CB8AC3E}">
        <p14:creationId xmlns:p14="http://schemas.microsoft.com/office/powerpoint/2010/main" val="28373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EF226F-5A93-E638-EAFD-96417E57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3EB68F-F1A3-231A-50FF-C457BDA667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3261840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156551-DEA6-474F-B655-79138430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B67AEAC-8126-3BF1-CB49-31135611B0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and rose again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1234787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55F6C-7489-DD7C-DAC0-94C1D6696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22A776-1AEF-4750-9B12-699071804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</p:txBody>
      </p:sp>
    </p:spTree>
    <p:extLst>
      <p:ext uri="{BB962C8B-B14F-4D97-AF65-F5344CB8AC3E}">
        <p14:creationId xmlns:p14="http://schemas.microsoft.com/office/powerpoint/2010/main" val="2442770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ACB30-90B5-723C-CE80-67CE32EC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FE35C5-4060-E161-BCB8-0B0CC7B1D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3218178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76ACA-11CD-5C6E-AF56-1A61F2AD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1BDA62-ABC8-3F14-DCC7-6E5DD621A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He shall reign</a:t>
            </a:r>
          </a:p>
        </p:txBody>
      </p:sp>
    </p:spTree>
    <p:extLst>
      <p:ext uri="{BB962C8B-B14F-4D97-AF65-F5344CB8AC3E}">
        <p14:creationId xmlns:p14="http://schemas.microsoft.com/office/powerpoint/2010/main" val="368422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7897-A55E-6262-6393-541243C3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C9CC9F-D7E2-6F47-C910-4E3E025A2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29736358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4FE043-DEC0-14F3-65D7-04C48F82D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CA1C6E0-216C-E27F-BBFB-EE511AD6B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047265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CE22-1D55-5914-B153-FBE34A61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132303-996E-CDFA-AC78-7B16BECBC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1345378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21712-2DEE-EA84-89E0-236ABC9F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902031-989E-A8B6-B152-53E7273D3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8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291</Words>
  <Application>Microsoft Macintosh PowerPoint</Application>
  <PresentationFormat>Widescreen</PresentationFormat>
  <Paragraphs>93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6</cp:revision>
  <dcterms:created xsi:type="dcterms:W3CDTF">2025-11-12T03:26:12Z</dcterms:created>
  <dcterms:modified xsi:type="dcterms:W3CDTF">2025-11-12T03:47:49Z</dcterms:modified>
</cp:coreProperties>
</file>