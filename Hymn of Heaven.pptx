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75" r:id="rId3"/>
    <p:sldId id="257" r:id="rId4"/>
    <p:sldId id="258" r:id="rId5"/>
    <p:sldId id="259" r:id="rId6"/>
    <p:sldId id="260" r:id="rId7"/>
    <p:sldId id="261" r:id="rId8"/>
    <p:sldId id="276" r:id="rId9"/>
    <p:sldId id="277" r:id="rId10"/>
    <p:sldId id="265" r:id="rId11"/>
    <p:sldId id="264" r:id="rId12"/>
    <p:sldId id="266" r:id="rId13"/>
    <p:sldId id="267" r:id="rId14"/>
    <p:sldId id="278" r:id="rId15"/>
    <p:sldId id="279" r:id="rId16"/>
    <p:sldId id="272" r:id="rId17"/>
    <p:sldId id="273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897"/>
    <p:restoredTop sz="94675"/>
  </p:normalViewPr>
  <p:slideViewPr>
    <p:cSldViewPr snapToGrid="0">
      <p:cViewPr varScale="1">
        <p:scale>
          <a:sx n="119" d="100"/>
          <a:sy n="119" d="100"/>
        </p:scale>
        <p:origin x="9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176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95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841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341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70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433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40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254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241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13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990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10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" y="91440"/>
            <a:ext cx="8816340" cy="6675119"/>
          </a:xfrm>
        </p:spPr>
        <p:txBody>
          <a:bodyPr>
            <a:noAutofit/>
          </a:bodyPr>
          <a:lstStyle/>
          <a:p>
            <a:pPr algn="l"/>
            <a:r>
              <a:rPr lang="en-US" sz="9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Hymn of Heaven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139DF0-2104-9429-16AC-817D40FB4CB7}"/>
              </a:ext>
            </a:extLst>
          </p:cNvPr>
          <p:cNvSpPr txBox="1"/>
          <p:nvPr/>
        </p:nvSpPr>
        <p:spPr>
          <a:xfrm>
            <a:off x="152400" y="5103674"/>
            <a:ext cx="880711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Words &amp; Musci Phil Wickham, Brian Johnson,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Chris Davenport, and Bill Johnson (2020/2021)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© © Brian and Jenn Publishing; </a:t>
            </a:r>
            <a:r>
              <a:rPr lang="en-US" dirty="0" err="1">
                <a:solidFill>
                  <a:schemeClr val="bg1"/>
                </a:solidFill>
              </a:rPr>
              <a:t>CDavs</a:t>
            </a:r>
            <a:r>
              <a:rPr lang="en-US" dirty="0">
                <a:solidFill>
                  <a:schemeClr val="bg1"/>
                </a:solidFill>
              </a:rPr>
              <a:t> Music;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Songs For TIM; Phil Wickham Music;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Simply Global Songs; Bethel Music Publishing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61A9DA-8873-09B6-E0EE-8AF5B3AE4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B576AEE-30FA-3456-2CB1-2FFDB43E0B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040" y="91440"/>
            <a:ext cx="8707120" cy="661415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I long to breathe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air of Heaven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Where pain is gone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mercy fills the streets</a:t>
            </a:r>
          </a:p>
        </p:txBody>
      </p:sp>
    </p:spTree>
    <p:extLst>
      <p:ext uri="{BB962C8B-B14F-4D97-AF65-F5344CB8AC3E}">
        <p14:creationId xmlns:p14="http://schemas.microsoft.com/office/powerpoint/2010/main" val="2366943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C6DE33-751C-92B4-7B0B-7315139E6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D925259-27FF-FECE-3C92-C339F33447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720" y="101600"/>
            <a:ext cx="8808720" cy="663447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look upon the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one who bled to save me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walk with Him for all eternity</a:t>
            </a:r>
          </a:p>
        </p:txBody>
      </p:sp>
    </p:spTree>
    <p:extLst>
      <p:ext uri="{BB962C8B-B14F-4D97-AF65-F5344CB8AC3E}">
        <p14:creationId xmlns:p14="http://schemas.microsoft.com/office/powerpoint/2010/main" val="2409336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97AA4F-6DB9-E773-223F-A914B162B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718BD2-4DDC-7FA1-35A2-586A13A3D2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720" y="142240"/>
            <a:ext cx="8768080" cy="656335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all will bow before Him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death will be no more</a:t>
            </a:r>
          </a:p>
        </p:txBody>
      </p:sp>
    </p:spTree>
    <p:extLst>
      <p:ext uri="{BB962C8B-B14F-4D97-AF65-F5344CB8AC3E}">
        <p14:creationId xmlns:p14="http://schemas.microsoft.com/office/powerpoint/2010/main" val="1199242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1D25B2-8BCB-DC3F-C1EC-DFADB7077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B7A9E97-41D2-88BA-DCF7-7F8873869E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320" y="142240"/>
            <a:ext cx="8585200" cy="652271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Standing face to face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He who died 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rose again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</p:txBody>
      </p:sp>
    </p:spTree>
    <p:extLst>
      <p:ext uri="{BB962C8B-B14F-4D97-AF65-F5344CB8AC3E}">
        <p14:creationId xmlns:p14="http://schemas.microsoft.com/office/powerpoint/2010/main" val="3609031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581AFB-6378-F9CB-86D9-0C945A6E0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9F9F15-E5D6-33EC-7B73-DAF032B1C9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" y="91440"/>
            <a:ext cx="8808720" cy="660399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Every prayer we prayed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desperation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songs of faith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sang through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doubt and fear</a:t>
            </a:r>
          </a:p>
        </p:txBody>
      </p:sp>
    </p:spTree>
    <p:extLst>
      <p:ext uri="{BB962C8B-B14F-4D97-AF65-F5344CB8AC3E}">
        <p14:creationId xmlns:p14="http://schemas.microsoft.com/office/powerpoint/2010/main" val="3359254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69EA81-2AA2-1CA2-B8ED-3B8B2E68D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76E71E5-C42A-E864-0AEF-23D453D048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4960" y="162560"/>
            <a:ext cx="8575040" cy="650239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end we’ll see that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was worth it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He returns to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wipe away our tears</a:t>
            </a:r>
          </a:p>
        </p:txBody>
      </p:sp>
    </p:spTree>
    <p:extLst>
      <p:ext uri="{BB962C8B-B14F-4D97-AF65-F5344CB8AC3E}">
        <p14:creationId xmlns:p14="http://schemas.microsoft.com/office/powerpoint/2010/main" val="2837372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DC8D47-A1D1-52BD-808B-D00F4516F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7D8FE72-5042-6553-AD70-C9729CEB27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720" y="142240"/>
            <a:ext cx="8768080" cy="656335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all will bow before Him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death will be no more</a:t>
            </a:r>
          </a:p>
        </p:txBody>
      </p:sp>
    </p:spTree>
    <p:extLst>
      <p:ext uri="{BB962C8B-B14F-4D97-AF65-F5344CB8AC3E}">
        <p14:creationId xmlns:p14="http://schemas.microsoft.com/office/powerpoint/2010/main" val="2690811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3A1896-C5E7-6742-EC43-38FDC5C87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29F5F69-E378-5FFF-745F-515FF56A1F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320" y="142240"/>
            <a:ext cx="8585200" cy="652271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Standing face to face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He who died 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rose again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</p:txBody>
      </p:sp>
    </p:spTree>
    <p:extLst>
      <p:ext uri="{BB962C8B-B14F-4D97-AF65-F5344CB8AC3E}">
        <p14:creationId xmlns:p14="http://schemas.microsoft.com/office/powerpoint/2010/main" val="37575726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9F9209-9E9A-6DE6-D13F-ADB369977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F1D2590-69D4-C086-7DB2-EBE408F429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4480" y="193040"/>
            <a:ext cx="8544560" cy="639063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that day we join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resurrection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stand beside the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heroes of the faith</a:t>
            </a:r>
          </a:p>
        </p:txBody>
      </p:sp>
    </p:spTree>
    <p:extLst>
      <p:ext uri="{BB962C8B-B14F-4D97-AF65-F5344CB8AC3E}">
        <p14:creationId xmlns:p14="http://schemas.microsoft.com/office/powerpoint/2010/main" val="1098862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C55F6C-7489-DD7C-DAC0-94C1D6696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522A776-1AEF-4750-9B12-6990718041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3840" y="162560"/>
            <a:ext cx="8615680" cy="656335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one voice a thousand generations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Sing worthy is the Lamb who was slain</a:t>
            </a:r>
          </a:p>
        </p:txBody>
      </p:sp>
    </p:spTree>
    <p:extLst>
      <p:ext uri="{BB962C8B-B14F-4D97-AF65-F5344CB8AC3E}">
        <p14:creationId xmlns:p14="http://schemas.microsoft.com/office/powerpoint/2010/main" val="2442770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DACB30-90B5-723C-CE80-67CE32EC9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9FE35C5-4060-E161-BCB8-0B0CC7B1D1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4480" y="243840"/>
            <a:ext cx="8747760" cy="641095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that day we join the resurrection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stand beside the heroes of the faith</a:t>
            </a:r>
          </a:p>
        </p:txBody>
      </p:sp>
    </p:spTree>
    <p:extLst>
      <p:ext uri="{BB962C8B-B14F-4D97-AF65-F5344CB8AC3E}">
        <p14:creationId xmlns:p14="http://schemas.microsoft.com/office/powerpoint/2010/main" val="32181787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676ACA-11CD-5C6E-AF56-1A61F2AD3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71BDA62-ABC8-3F14-DCC7-6E5DD621AC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240" y="203200"/>
            <a:ext cx="8829040" cy="646175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one voice a thousand generations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Sing worthy is the Lamb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was slain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He shall reign</a:t>
            </a:r>
          </a:p>
        </p:txBody>
      </p:sp>
    </p:spTree>
    <p:extLst>
      <p:ext uri="{BB962C8B-B14F-4D97-AF65-F5344CB8AC3E}">
        <p14:creationId xmlns:p14="http://schemas.microsoft.com/office/powerpoint/2010/main" val="3684222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FF69CC-0C93-3052-CE6A-CAFB3F467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7C2747E-9CDD-2FD1-BDCE-B086B78C5C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720" y="142240"/>
            <a:ext cx="8768080" cy="656335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all will bow before Him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death will be no more</a:t>
            </a:r>
          </a:p>
        </p:txBody>
      </p:sp>
    </p:spTree>
    <p:extLst>
      <p:ext uri="{BB962C8B-B14F-4D97-AF65-F5344CB8AC3E}">
        <p14:creationId xmlns:p14="http://schemas.microsoft.com/office/powerpoint/2010/main" val="28246838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D6E194-AD94-46C1-E861-E5E9EEF93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473A48B-872A-226B-A812-9544446C16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320" y="142240"/>
            <a:ext cx="8585200" cy="652271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Standing face to face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He who died </a:t>
            </a:r>
          </a:p>
          <a:p>
            <a:endParaRPr lang="en-US" sz="480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</a:t>
            </a:r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rose again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</p:txBody>
      </p:sp>
    </p:spTree>
    <p:extLst>
      <p:ext uri="{BB962C8B-B14F-4D97-AF65-F5344CB8AC3E}">
        <p14:creationId xmlns:p14="http://schemas.microsoft.com/office/powerpoint/2010/main" val="29059955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C4CE22-1D55-5914-B153-FBE34A618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4132303-996E-CDFA-AC78-7B16BECBC7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160" y="203200"/>
            <a:ext cx="8656320" cy="646175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let it be today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shout the hymn of Heaven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angels and the Saints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raise a mighty roar</a:t>
            </a:r>
          </a:p>
        </p:txBody>
      </p:sp>
    </p:spTree>
    <p:extLst>
      <p:ext uri="{BB962C8B-B14F-4D97-AF65-F5344CB8AC3E}">
        <p14:creationId xmlns:p14="http://schemas.microsoft.com/office/powerpoint/2010/main" val="13453782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421712-2DEE-EA84-89E0-236ABC9FF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A902031-989E-A8B6-B152-53E7273D3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320" y="172720"/>
            <a:ext cx="8646160" cy="649223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Glory to our God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gave us life beyond the grave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988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</TotalTime>
  <Words>342</Words>
  <Application>Microsoft Macintosh PowerPoint</Application>
  <PresentationFormat>On-screen Show (4:3)</PresentationFormat>
  <Paragraphs>102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Avenir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12</cp:revision>
  <dcterms:created xsi:type="dcterms:W3CDTF">2025-11-12T03:26:12Z</dcterms:created>
  <dcterms:modified xsi:type="dcterms:W3CDTF">2026-10-29T05:25:46Z</dcterms:modified>
</cp:coreProperties>
</file>