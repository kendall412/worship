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75" r:id="rId3"/>
    <p:sldId id="257" r:id="rId4"/>
    <p:sldId id="258" r:id="rId5"/>
    <p:sldId id="259" r:id="rId6"/>
    <p:sldId id="260" r:id="rId7"/>
    <p:sldId id="261" r:id="rId8"/>
    <p:sldId id="276" r:id="rId9"/>
    <p:sldId id="277" r:id="rId10"/>
    <p:sldId id="265" r:id="rId11"/>
    <p:sldId id="264" r:id="rId12"/>
    <p:sldId id="266" r:id="rId13"/>
    <p:sldId id="267" r:id="rId14"/>
    <p:sldId id="278" r:id="rId15"/>
    <p:sldId id="279" r:id="rId16"/>
    <p:sldId id="272" r:id="rId17"/>
    <p:sldId id="273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912"/>
    <p:restoredTop sz="94687"/>
  </p:normalViewPr>
  <p:slideViewPr>
    <p:cSldViewPr snapToGrid="0">
      <p:cViewPr varScale="1">
        <p:scale>
          <a:sx n="168" d="100"/>
          <a:sy n="168" d="100"/>
        </p:scale>
        <p:origin x="208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176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41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341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70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433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40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254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241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13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990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10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" y="91440"/>
            <a:ext cx="8816340" cy="6675119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Hymn of Heaven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1A9DA-8873-09B6-E0EE-8AF5B3AE4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576AEE-30FA-3456-2CB1-2FFDB43E0B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40" y="91440"/>
            <a:ext cx="8707120" cy="66141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 long to breathe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air of Heaven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pain is gone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mercy fills the streets</a:t>
            </a:r>
          </a:p>
        </p:txBody>
      </p:sp>
    </p:spTree>
    <p:extLst>
      <p:ext uri="{BB962C8B-B14F-4D97-AF65-F5344CB8AC3E}">
        <p14:creationId xmlns:p14="http://schemas.microsoft.com/office/powerpoint/2010/main" val="2366943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6DE33-751C-92B4-7B0B-7315139E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D925259-27FF-FECE-3C92-C339F3344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" y="101600"/>
            <a:ext cx="8808720" cy="663447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look upon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one who bled to save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walk with Him for all eternity</a:t>
            </a:r>
          </a:p>
        </p:txBody>
      </p:sp>
    </p:spTree>
    <p:extLst>
      <p:ext uri="{BB962C8B-B14F-4D97-AF65-F5344CB8AC3E}">
        <p14:creationId xmlns:p14="http://schemas.microsoft.com/office/powerpoint/2010/main" val="2409336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97AA4F-6DB9-E773-223F-A914B162B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718BD2-4DDC-7FA1-35A2-586A13A3D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" y="142240"/>
            <a:ext cx="8768080" cy="65633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1199242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D25B2-8BCB-DC3F-C1EC-DFADB7077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7A9E97-41D2-88BA-DCF7-7F8873869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" y="142240"/>
            <a:ext cx="8585200" cy="652271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rose again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6090313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81AFB-6378-F9CB-86D9-0C945A6E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9F9F15-E5D6-33EC-7B73-DAF032B1C9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" y="91440"/>
            <a:ext cx="8808720" cy="66039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prayer we prayed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songs of faith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sang through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doubt and fear</a:t>
            </a:r>
          </a:p>
        </p:txBody>
      </p:sp>
    </p:spTree>
    <p:extLst>
      <p:ext uri="{BB962C8B-B14F-4D97-AF65-F5344CB8AC3E}">
        <p14:creationId xmlns:p14="http://schemas.microsoft.com/office/powerpoint/2010/main" val="3359254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69EA81-2AA2-1CA2-B8ED-3B8B2E68D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6E71E5-C42A-E864-0AEF-23D453D04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4960" y="162560"/>
            <a:ext cx="8575040" cy="65023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end we’ll see that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was worth it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returns to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wipe away our tears</a:t>
            </a:r>
          </a:p>
        </p:txBody>
      </p:sp>
    </p:spTree>
    <p:extLst>
      <p:ext uri="{BB962C8B-B14F-4D97-AF65-F5344CB8AC3E}">
        <p14:creationId xmlns:p14="http://schemas.microsoft.com/office/powerpoint/2010/main" val="2837372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C8D47-A1D1-52BD-808B-D00F4516F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D8FE72-5042-6553-AD70-C9729CEB27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" y="142240"/>
            <a:ext cx="8768080" cy="65633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2690811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A1896-C5E7-6742-EC43-38FDC5C87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29F5F69-E378-5FFF-745F-515FF56A1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" y="142240"/>
            <a:ext cx="8585200" cy="652271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rose again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3757572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F9209-9E9A-6DE6-D13F-ADB36997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1D2590-69D4-C086-7DB2-EBE408F429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80" y="193040"/>
            <a:ext cx="8544560" cy="639063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resurrection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1098862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C55F6C-7489-DD7C-DAC0-94C1D6696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22A776-1AEF-4750-9B12-6990718041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3840" y="162560"/>
            <a:ext cx="8615680" cy="65633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who was slain</a:t>
            </a:r>
          </a:p>
        </p:txBody>
      </p:sp>
    </p:spTree>
    <p:extLst>
      <p:ext uri="{BB962C8B-B14F-4D97-AF65-F5344CB8AC3E}">
        <p14:creationId xmlns:p14="http://schemas.microsoft.com/office/powerpoint/2010/main" val="2442770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ACB30-90B5-723C-CE80-67CE32EC9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9FE35C5-4060-E161-BCB8-0B0CC7B1D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80" y="243840"/>
            <a:ext cx="8747760" cy="64109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</p:txBody>
      </p:sp>
    </p:spTree>
    <p:extLst>
      <p:ext uri="{BB962C8B-B14F-4D97-AF65-F5344CB8AC3E}">
        <p14:creationId xmlns:p14="http://schemas.microsoft.com/office/powerpoint/2010/main" val="3218178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76ACA-11CD-5C6E-AF56-1A61F2AD3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71BDA62-ABC8-3F14-DCC7-6E5DD621A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0" y="203200"/>
            <a:ext cx="8829040" cy="64617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worthy is the Lamb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was slain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Forever He shall reign</a:t>
            </a:r>
          </a:p>
        </p:txBody>
      </p:sp>
    </p:spTree>
    <p:extLst>
      <p:ext uri="{BB962C8B-B14F-4D97-AF65-F5344CB8AC3E}">
        <p14:creationId xmlns:p14="http://schemas.microsoft.com/office/powerpoint/2010/main" val="3684222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FF69CC-0C93-3052-CE6A-CAFB3F467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C2747E-9CDD-2FD1-BDCE-B086B78C5C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" y="142240"/>
            <a:ext cx="8768080" cy="65633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all will bow before Him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death will be no more</a:t>
            </a:r>
          </a:p>
        </p:txBody>
      </p:sp>
    </p:spTree>
    <p:extLst>
      <p:ext uri="{BB962C8B-B14F-4D97-AF65-F5344CB8AC3E}">
        <p14:creationId xmlns:p14="http://schemas.microsoft.com/office/powerpoint/2010/main" val="2824683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6E194-AD94-46C1-E861-E5E9EEF93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73A48B-872A-226B-A812-9544446C1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" y="142240"/>
            <a:ext cx="8585200" cy="652271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He who died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rose again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</p:txBody>
      </p:sp>
    </p:spTree>
    <p:extLst>
      <p:ext uri="{BB962C8B-B14F-4D97-AF65-F5344CB8AC3E}">
        <p14:creationId xmlns:p14="http://schemas.microsoft.com/office/powerpoint/2010/main" val="29059955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4CE22-1D55-5914-B153-FBE34A618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132303-996E-CDFA-AC78-7B16BECBC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4160" y="203200"/>
            <a:ext cx="8656320" cy="646175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shout the hymn of Heaven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raise a mighty roar</a:t>
            </a:r>
          </a:p>
        </p:txBody>
      </p:sp>
    </p:spTree>
    <p:extLst>
      <p:ext uri="{BB962C8B-B14F-4D97-AF65-F5344CB8AC3E}">
        <p14:creationId xmlns:p14="http://schemas.microsoft.com/office/powerpoint/2010/main" val="1345378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421712-2DEE-EA84-89E0-236ABC9FF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902031-989E-A8B6-B152-53E7273D3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4320" y="172720"/>
            <a:ext cx="8646160" cy="649223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Glory to our God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gave us life beyond the grave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542984-8A82-8EB9-B5FB-7EE30F75B460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24149882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</TotalTime>
  <Words>298</Words>
  <Application>Microsoft Macintosh PowerPoint</Application>
  <PresentationFormat>On-screen Show (4:3)</PresentationFormat>
  <Paragraphs>95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8</cp:revision>
  <dcterms:created xsi:type="dcterms:W3CDTF">2025-11-12T03:26:12Z</dcterms:created>
  <dcterms:modified xsi:type="dcterms:W3CDTF">2026-06-07T04:04:53Z</dcterms:modified>
</cp:coreProperties>
</file>