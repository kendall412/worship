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4" r:id="rId3"/>
    <p:sldId id="27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7/25/26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3D071A-7EC9-4E7A-7E64-AC5A66667E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298" b="909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9" y="1397671"/>
            <a:ext cx="4023359" cy="1208141"/>
          </a:xfrm>
        </p:spPr>
        <p:txBody>
          <a:bodyPr>
            <a:normAutofit/>
          </a:bodyPr>
          <a:lstStyle/>
          <a:p>
            <a:pPr algn="l"/>
            <a:endParaRPr lang="en-US" sz="2000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i="1" dirty="0">
                <a:latin typeface="Avenir Oblique" panose="02000503020000020003" pitchFamily="2" charset="0"/>
                <a:ea typeface="Bodoni Ornaments" pitchFamily="2" charset="0"/>
              </a:rPr>
              <a:t>Holy Holy Holy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949692-4242-1BDD-62FE-734DDB9A1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D3E287-021A-C1DA-0AA5-23097B433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5846" y="152399"/>
            <a:ext cx="11828585" cy="6541477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Am      G      F</a:t>
            </a:r>
          </a:p>
          <a:p>
            <a:pPr algn="l"/>
            <a:endParaRPr lang="en-US" sz="36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G       F                C      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Lord God Almighty.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Am 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Early in the morning our song shall rise to Thee;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G        F                    C 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Holy, holy, holy, Merciful and mighty.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C              F           G     C   </a:t>
            </a:r>
          </a:p>
          <a:p>
            <a:pPr algn="l"/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Avenir Medium" panose="02000503020000020003" pitchFamily="2" charset="0"/>
                <a:ea typeface="Bodoni Ornaments" pitchFamily="2" charset="0"/>
              </a:rPr>
              <a:t>God in three Persons, blessed Trinity</a:t>
            </a:r>
          </a:p>
        </p:txBody>
      </p:sp>
    </p:spTree>
    <p:extLst>
      <p:ext uri="{BB962C8B-B14F-4D97-AF65-F5344CB8AC3E}">
        <p14:creationId xmlns:p14="http://schemas.microsoft.com/office/powerpoint/2010/main" val="89724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738" y="211015"/>
            <a:ext cx="11699631" cy="6482862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praise the One who set me free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G                    D                        Em   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Hallelujah, death has lost its grip on me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C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have broken every chain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D                         Em   D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salvation in Your name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C                D        G</a:t>
            </a:r>
          </a:p>
          <a:p>
            <a:pPr algn="l"/>
            <a:r>
              <a:rPr lang="en-US" sz="3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Jesus Christ, my living hope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115</Words>
  <Application>Microsoft Macintosh PowerPoint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Avenir Medium</vt:lpstr>
      <vt:lpstr>Avenir Oblique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42</cp:revision>
  <dcterms:created xsi:type="dcterms:W3CDTF">2025-11-12T03:26:12Z</dcterms:created>
  <dcterms:modified xsi:type="dcterms:W3CDTF">2026-07-25T19:58:55Z</dcterms:modified>
</cp:coreProperties>
</file>