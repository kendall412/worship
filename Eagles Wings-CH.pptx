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5" r:id="rId3"/>
    <p:sldId id="276" r:id="rId4"/>
    <p:sldId id="277" r:id="rId5"/>
    <p:sldId id="278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7555"/>
    <p:restoredTop sz="94606"/>
  </p:normalViewPr>
  <p:slideViewPr>
    <p:cSldViewPr snapToGrid="0">
      <p:cViewPr varScale="1">
        <p:scale>
          <a:sx n="106" d="100"/>
          <a:sy n="106" d="100"/>
        </p:scale>
        <p:origin x="216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C4881-024B-CA4F-1A53-33C2DC0E74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0D2959-CEED-C8E4-130C-7C436E2473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BB692-36FC-D0C6-12D7-33A0E66EA0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817876-8CFB-960B-6A57-C7F9FD39D3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548E83-1153-3307-5818-CD7F2833A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881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6B7EA-B38C-12D1-5730-E271A11FB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D1A30-880C-91DF-D6D6-0BE623BC9F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53098-E2DC-41B2-9361-756938A8E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3E6B5-5EA8-FE6C-FA06-4515DC0C0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A6D58-9856-3B55-DBEA-1B9A3269B3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43120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03BE6-BFB2-0EF8-7BD3-99B4FF56B7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E87140-F157-4DFF-CE20-2F5B759FC1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9DC89-D1D7-E179-4B62-551014DFE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C033CF-70D2-4EFC-5477-15F7486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ECCF9-ED4E-20EE-67CD-F55D0D853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666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DD7124-6407-E388-DFAC-CEAEF342D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C6C2-33DA-0102-6360-654F993BD7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2B2A58-052B-B454-9932-012243039D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B92D04-ECBD-D55F-A459-4C28DF6A8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69ACAC-11AF-A864-BD18-A4B426A4A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3C5DAC-E196-CEC3-6A6B-376BB3F3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1302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632820-190D-235F-CEAA-9558C5413B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693254-6651-D942-4099-84C9B6A31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D4DAC3-CF47-11DC-83E8-0B1192A442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49067B-AD0F-C796-4C8F-C043DB6FD3B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4D0695B-675B-E8DD-D931-29E639B3E5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F5423C-A80C-353A-6ADA-AD2195CCE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54C085-1B7B-06F2-2F97-8BE5AED3D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C6B0A2-57CB-16B8-1E9B-CA6DA6337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257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14C2D-A9C6-E4FF-86E0-5392660962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AEBDED3-8FA2-E14E-6132-DBF06C004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4FF1715-78D0-6155-47B7-64F32ECF5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E70D1-30EB-D2A6-F6C0-29E5A06812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667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D2DAB5-6AD5-15BC-026B-B80E34678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2783-D2E4-47AE-70D6-B4A209E13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9A41F5-9D51-17BE-FB49-C0DC79F1F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3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535ED-82D6-0936-3EEB-AD9435F5ED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3B2A4-A7AB-CDB0-D7F1-279536A270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29566A-3ACC-2A16-1AAE-6B0281DB7E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3518F2-2B74-8F2D-171A-15986F3C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8701B-4899-C3D0-CB2F-6C31378A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240FD0-A8F8-EFCD-2A69-21AB0FB07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17788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467F-CDAF-BF3C-2E6D-F2EBB52C7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3D374E6-7653-1FED-90D8-27F8F5A5A5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18631D-B68A-86EE-A551-F2FE30025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AD5574-CD0C-0EDC-7EA2-BBDDAA07A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DA4F2-15B1-95FF-AFC8-0BCFB4E4E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57356D-53C5-30FE-E0FE-A480BE6A8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7107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5C597-3152-5765-EBC1-B17D99515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A5F73E-18E1-021C-9878-B37DC31E28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83AF53-E0B5-2F63-C15E-4BF621A318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A465D-C46F-7FA4-9154-773B748695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A3BEE5-DE05-B54F-20CA-E8C336AE9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55875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C72931-C193-DCDC-01FD-20CDA0AD4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5B2C1B-4D9D-9A62-13D7-01C6580B78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445465-66E1-00A0-A5D2-D034616C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3519E-C69A-9396-C73F-1ACB40774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5BFC6-ABA4-44D2-E110-CE59D7D2AE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597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707FE23-AD5C-E492-4625-B3FFD7D65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5509A-545F-6691-9119-47A073D014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FCAAE-1AD5-9CBF-A0F6-52A814732F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10/1/26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29717-0F21-BE11-1F19-88106B6408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8A247-FF8D-F68A-7E74-66F74B44BB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537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mountain with snow and a sunset&#10;&#10;AI-generated content may be incorrect.">
            <a:extLst>
              <a:ext uri="{FF2B5EF4-FFF2-40B4-BE49-F238E27FC236}">
                <a16:creationId xmlns:a16="http://schemas.microsoft.com/office/drawing/2014/main" id="{6A4D72FC-DF1E-94F8-76BF-4DA02F41FD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24" r="4528"/>
          <a:stretch>
            <a:fillRect/>
          </a:stretch>
        </p:blipFill>
        <p:spPr>
          <a:xfrm>
            <a:off x="1" y="10"/>
            <a:ext cx="9669642" cy="6857990"/>
          </a:xfrm>
          <a:prstGeom prst="rect">
            <a:avLst/>
          </a:prstGeom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125019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DDF4048-2958-B759-F7D1-45755BE99D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35403" y="4629234"/>
            <a:ext cx="3445766" cy="1485319"/>
          </a:xfrm>
          <a:noFill/>
        </p:spPr>
        <p:txBody>
          <a:bodyPr>
            <a:normAutofit/>
          </a:bodyPr>
          <a:lstStyle/>
          <a:p>
            <a:pPr algn="l"/>
            <a:endParaRPr lang="en-US" dirty="0"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i="1" dirty="0">
                <a:latin typeface="Avenir Oblique" panose="02000503020000020003" pitchFamily="2" charset="0"/>
                <a:ea typeface="Bodoni Ornaments" pitchFamily="2" charset="0"/>
              </a:rPr>
              <a:t>Eagles Wings</a:t>
            </a:r>
          </a:p>
        </p:txBody>
      </p:sp>
    </p:spTree>
    <p:extLst>
      <p:ext uri="{BB962C8B-B14F-4D97-AF65-F5344CB8AC3E}">
        <p14:creationId xmlns:p14="http://schemas.microsoft.com/office/powerpoint/2010/main" val="1687888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2F505F0-2C9A-D8AD-DFA4-B73903366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51EF0C30-6484-3BF3-D373-46931D0DFD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/ D / G / C</a:t>
            </a:r>
          </a:p>
          <a:p>
            <a:pPr algn="l"/>
            <a:endParaRPr lang="en-US" sz="2800" dirty="0">
              <a:solidFill>
                <a:srgbClr val="FFFF00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D      G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711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5C7419-E011-28A7-9A00-12DEA8026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6DA5D01-CA66-E4A3-D9BB-F19A657F51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</p:spTree>
    <p:extLst>
      <p:ext uri="{BB962C8B-B14F-4D97-AF65-F5344CB8AC3E}">
        <p14:creationId xmlns:p14="http://schemas.microsoft.com/office/powerpoint/2010/main" val="4254184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82E958-C338-263B-8E36-675D9A55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7D5B1E6-252D-83D1-AF4B-DF8CCF8985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10826338" cy="5862596"/>
          </a:xfrm>
        </p:spPr>
        <p:txBody>
          <a:bodyPr>
            <a:noAutofit/>
          </a:bodyPr>
          <a:lstStyle/>
          <a:p>
            <a:pPr algn="l"/>
            <a:endParaRPr lang="en-US" sz="2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D          G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waiting, abide in me I pray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D                 G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Here I am longing for You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        D     G                        C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Hide me in Your love, bring me to my knees </a:t>
            </a:r>
          </a:p>
          <a:p>
            <a:pPr algn="l"/>
            <a:r>
              <a:rPr lang="en-US" sz="28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Am              D                        G         C  D</a:t>
            </a:r>
          </a:p>
          <a:p>
            <a:pPr algn="l"/>
            <a:r>
              <a:rPr lang="en-US" sz="2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May I know Jesus more and more </a:t>
            </a:r>
          </a:p>
        </p:txBody>
      </p:sp>
    </p:spTree>
    <p:extLst>
      <p:ext uri="{BB962C8B-B14F-4D97-AF65-F5344CB8AC3E}">
        <p14:creationId xmlns:p14="http://schemas.microsoft.com/office/powerpoint/2010/main" val="2084587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5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91C75F-480F-8995-543F-F9AAD3329F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71F2D79D-C7EE-A366-EAA7-CC93A29BB2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2831" y="497702"/>
            <a:ext cx="8112253" cy="5862596"/>
          </a:xfrm>
        </p:spPr>
        <p:txBody>
          <a:bodyPr>
            <a:noAutofit/>
          </a:bodyPr>
          <a:lstStyle/>
          <a:p>
            <a:pPr algn="l"/>
            <a:endParaRPr lang="en-US" sz="32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live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Am         D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life, take over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G                         C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Come breathe in me </a:t>
            </a:r>
          </a:p>
          <a:p>
            <a:pPr algn="l"/>
            <a:r>
              <a:rPr lang="en-US" sz="3200" dirty="0">
                <a:solidFill>
                  <a:srgbClr val="FFFF00"/>
                </a:solidFill>
                <a:latin typeface="Avenir Medium" panose="02000503020000020003" pitchFamily="2" charset="0"/>
                <a:ea typeface="Bodoni Ornaments" pitchFamily="2" charset="0"/>
              </a:rPr>
              <a:t>                Am      D         G</a:t>
            </a:r>
          </a:p>
          <a:p>
            <a:pPr algn="l"/>
            <a:r>
              <a:rPr lang="en-US" sz="32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And I will rise on Eagles Wings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0FD6005-C918-72F4-2238-3D590655613D}"/>
              </a:ext>
            </a:extLst>
          </p:cNvPr>
          <p:cNvSpPr txBox="1"/>
          <p:nvPr/>
        </p:nvSpPr>
        <p:spPr>
          <a:xfrm>
            <a:off x="9264315" y="6037132"/>
            <a:ext cx="26164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X2 and END</a:t>
            </a:r>
          </a:p>
        </p:txBody>
      </p:sp>
    </p:spTree>
    <p:extLst>
      <p:ext uri="{BB962C8B-B14F-4D97-AF65-F5344CB8AC3E}">
        <p14:creationId xmlns:p14="http://schemas.microsoft.com/office/powerpoint/2010/main" val="2054342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382</TotalTime>
  <Words>183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Avenir Medium</vt:lpstr>
      <vt:lpstr>Avenir Oblique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22</cp:revision>
  <dcterms:created xsi:type="dcterms:W3CDTF">2025-11-12T03:26:12Z</dcterms:created>
  <dcterms:modified xsi:type="dcterms:W3CDTF">2026-10-02T02:54:28Z</dcterms:modified>
</cp:coreProperties>
</file>