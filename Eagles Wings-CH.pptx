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5" r:id="rId3"/>
    <p:sldId id="276" r:id="rId4"/>
    <p:sldId id="277" r:id="rId5"/>
    <p:sldId id="278" r:id="rId6"/>
    <p:sldId id="27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548"/>
    <p:restoredTop sz="94625"/>
  </p:normalViewPr>
  <p:slideViewPr>
    <p:cSldViewPr snapToGrid="0">
      <p:cViewPr varScale="1">
        <p:scale>
          <a:sx n="133" d="100"/>
          <a:sy n="133" d="100"/>
        </p:scale>
        <p:origin x="208" y="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i="1" dirty="0">
                <a:latin typeface="Avenir Oblique" panose="02000503020000020003" pitchFamily="2" charset="0"/>
                <a:ea typeface="Bodoni Ornaments" pitchFamily="2" charset="0"/>
              </a:rPr>
              <a:t>Eagles Wings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D / G / C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D / G / C</a:t>
            </a:r>
          </a:p>
          <a:p>
            <a:pPr algn="l"/>
            <a:endParaRPr lang="en-US" sz="2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G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 Abide in me I pray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D      G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D                        G              C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D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2E958-C338-263B-8E36-675D9A55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D5B1E6-252D-83D1-AF4B-DF8CCF8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D          G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waiting, abide in me I pray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D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D     G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D                        G         C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</p:txBody>
      </p:sp>
    </p:spTree>
    <p:extLst>
      <p:ext uri="{BB962C8B-B14F-4D97-AF65-F5344CB8AC3E}">
        <p14:creationId xmlns:p14="http://schemas.microsoft.com/office/powerpoint/2010/main" val="208458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1C75F-480F-8995-543F-F9AAD332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F2D79D-C7EE-A366-EAA7-CC93A29BB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D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2054342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19105-D6B9-F07D-A874-F3D0465E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9A8A34-AC28-EEC6-5C7D-913D36AB19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      D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2418529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212</Words>
  <Application>Microsoft Macintosh PowerPoint</Application>
  <PresentationFormat>Widescreen</PresentationFormat>
  <Paragraphs>50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2026-06-07T00:31:14Z</dcterms:modified>
</cp:coreProperties>
</file>