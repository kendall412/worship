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6" r:id="rId4"/>
    <p:sldId id="281" r:id="rId5"/>
    <p:sldId id="282" r:id="rId6"/>
    <p:sldId id="283" r:id="rId7"/>
    <p:sldId id="284" r:id="rId8"/>
    <p:sldId id="285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Solid Rock</a:t>
            </a:r>
          </a:p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(My Hope is Built)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06228-D316-4E35-E874-219681DCCB4E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by Edward Mote (1834)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Music by William B. Bradbury (1863)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Public Domain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hope is built on nothing less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Than Jesus' blood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righteousness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dare not trust the sweetest frame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wholly lean on Jesus' name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CF6261-EC4F-FD82-A4D9-6E143E99D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1B9028-31B6-FF9E-053D-481B2ED94D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darkness veils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lovely face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rest on his unchanging grace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every high and stormy gale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</p:txBody>
      </p:sp>
    </p:spTree>
    <p:extLst>
      <p:ext uri="{BB962C8B-B14F-4D97-AF65-F5344CB8AC3E}">
        <p14:creationId xmlns:p14="http://schemas.microsoft.com/office/powerpoint/2010/main" val="3685077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2808E7-69CC-0F25-A258-436D75E78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079540-CCA7-6C1D-B9B0-0101A50BC1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Christ the solid rock I stand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</p:txBody>
      </p:sp>
    </p:spTree>
    <p:extLst>
      <p:ext uri="{BB962C8B-B14F-4D97-AF65-F5344CB8AC3E}">
        <p14:creationId xmlns:p14="http://schemas.microsoft.com/office/powerpoint/2010/main" val="617249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BE18C8-CC0C-8A13-8F0F-E40BD0E9F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E00A66-05DB-42EE-A811-C8C2AE98DC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oath His covenant His blood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Support me in the whelming flood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around my soul gives way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then is all my hope and stay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8387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F1D68F-661E-544F-2622-BDC01EDD7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ED69C8-254E-3D4D-5A6B-B7E75E367E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Christ the solid rock I stand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</p:txBody>
      </p:sp>
    </p:spTree>
    <p:extLst>
      <p:ext uri="{BB962C8B-B14F-4D97-AF65-F5344CB8AC3E}">
        <p14:creationId xmlns:p14="http://schemas.microsoft.com/office/powerpoint/2010/main" val="2666999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22DC9B-A22E-044C-1EAC-0EDEFB803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7BE51F2-EF32-9E8B-AA9E-5C4166980B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shall come with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trumpet sound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may I then in Him be found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His righteousness alone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Faultless to stand before the throne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06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4DC91F-524C-2350-3ABC-EA1FDABF3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28237E-0473-6EAE-F241-E938A3EF58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Christ the solid rock I stand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3BEBA7-7845-C929-4BCD-E044B3B19645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505301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</TotalTime>
  <Words>195</Words>
  <Application>Microsoft Macintosh PowerPoint</Application>
  <PresentationFormat>On-screen Show (4:3)</PresentationFormat>
  <Paragraphs>50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20</cp:revision>
  <dcterms:created xsi:type="dcterms:W3CDTF">2025-11-12T03:26:12Z</dcterms:created>
  <dcterms:modified xsi:type="dcterms:W3CDTF">2026-07-15T04:08:22Z</dcterms:modified>
</cp:coreProperties>
</file>