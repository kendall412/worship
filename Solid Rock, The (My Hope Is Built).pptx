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sldIdLst>
    <p:sldId id="274" r:id="rId2"/>
    <p:sldId id="280" r:id="rId3"/>
    <p:sldId id="287" r:id="rId4"/>
    <p:sldId id="286" r:id="rId5"/>
    <p:sldId id="288" r:id="rId6"/>
    <p:sldId id="281" r:id="rId7"/>
    <p:sldId id="282" r:id="rId8"/>
    <p:sldId id="289" r:id="rId9"/>
    <p:sldId id="290" r:id="rId10"/>
    <p:sldId id="284" r:id="rId11"/>
    <p:sldId id="291" r:id="rId12"/>
    <p:sldId id="292" r:id="rId13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31348"/>
    <p:restoredTop sz="94813"/>
  </p:normalViewPr>
  <p:slideViewPr>
    <p:cSldViewPr snapToGrid="0">
      <p:cViewPr varScale="1">
        <p:scale>
          <a:sx n="119" d="100"/>
          <a:sy n="119" d="100"/>
        </p:scale>
        <p:origin x="624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122363"/>
            <a:ext cx="77724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59A0DE-F190-5444-87AC-4719D5F20D15}" type="datetimeFigureOut">
              <a:rPr lang="en-US" smtClean="0"/>
              <a:t>10/21/26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063D89-8794-8A41-A79B-A67E558340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788001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59A0DE-F190-5444-87AC-4719D5F20D15}" type="datetimeFigureOut">
              <a:rPr lang="en-US" smtClean="0"/>
              <a:t>10/21/26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063D89-8794-8A41-A79B-A67E558340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1099159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59A0DE-F190-5444-87AC-4719D5F20D15}" type="datetimeFigureOut">
              <a:rPr lang="en-US" smtClean="0"/>
              <a:t>10/21/26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063D89-8794-8A41-A79B-A67E558340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7773300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59A0DE-F190-5444-87AC-4719D5F20D15}" type="datetimeFigureOut">
              <a:rPr lang="en-US" smtClean="0"/>
              <a:t>10/21/26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063D89-8794-8A41-A79B-A67E558340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2027596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59A0DE-F190-5444-87AC-4719D5F20D15}" type="datetimeFigureOut">
              <a:rPr lang="en-US" smtClean="0"/>
              <a:t>10/21/26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063D89-8794-8A41-A79B-A67E558340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5871914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59A0DE-F190-5444-87AC-4719D5F20D15}" type="datetimeFigureOut">
              <a:rPr lang="en-US" smtClean="0"/>
              <a:t>10/21/26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063D89-8794-8A41-A79B-A67E558340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761014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59A0DE-F190-5444-87AC-4719D5F20D15}" type="datetimeFigureOut">
              <a:rPr lang="en-US" smtClean="0"/>
              <a:t>10/21/26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063D89-8794-8A41-A79B-A67E558340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5532627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59A0DE-F190-5444-87AC-4719D5F20D15}" type="datetimeFigureOut">
              <a:rPr lang="en-US" smtClean="0"/>
              <a:t>10/21/26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063D89-8794-8A41-A79B-A67E558340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1449815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59A0DE-F190-5444-87AC-4719D5F20D15}" type="datetimeFigureOut">
              <a:rPr lang="en-US" smtClean="0"/>
              <a:t>10/21/26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063D89-8794-8A41-A79B-A67E558340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5746094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59A0DE-F190-5444-87AC-4719D5F20D15}" type="datetimeFigureOut">
              <a:rPr lang="en-US" smtClean="0"/>
              <a:t>10/21/26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063D89-8794-8A41-A79B-A67E558340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0824526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59A0DE-F190-5444-87AC-4719D5F20D15}" type="datetimeFigureOut">
              <a:rPr lang="en-US" smtClean="0"/>
              <a:t>10/21/26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063D89-8794-8A41-A79B-A67E558340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0922461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759A0DE-F190-5444-87AC-4719D5F20D15}" type="datetimeFigureOut">
              <a:rPr lang="en-US" smtClean="0"/>
              <a:t>10/21/26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D063D89-8794-8A41-A79B-A67E558340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846793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C7F1709-70D9-7011-5D92-F7E57F5604D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C25DBF04-8174-1226-1E95-AC7FB0F1B0E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4221" y="213360"/>
            <a:ext cx="8891337" cy="6416040"/>
          </a:xfrm>
        </p:spPr>
        <p:txBody>
          <a:bodyPr>
            <a:noAutofit/>
          </a:bodyPr>
          <a:lstStyle/>
          <a:p>
            <a:pPr algn="l"/>
            <a:r>
              <a:rPr lang="en-US" sz="6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The Solid Rock</a:t>
            </a:r>
          </a:p>
          <a:p>
            <a:pPr algn="l"/>
            <a:r>
              <a:rPr lang="en-US" sz="6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(My Hope is Built)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7B606228-D316-4E35-E874-219681DCCB4E}"/>
              </a:ext>
            </a:extLst>
          </p:cNvPr>
          <p:cNvSpPr txBox="1"/>
          <p:nvPr/>
        </p:nvSpPr>
        <p:spPr>
          <a:xfrm>
            <a:off x="168442" y="5444311"/>
            <a:ext cx="8807115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solidFill>
                  <a:schemeClr val="bg1"/>
                </a:solidFill>
              </a:rPr>
              <a:t>Words by Edward Mote (1834)</a:t>
            </a:r>
          </a:p>
          <a:p>
            <a:pPr algn="ctr"/>
            <a:r>
              <a:rPr lang="en-US" dirty="0">
                <a:solidFill>
                  <a:schemeClr val="bg1"/>
                </a:solidFill>
              </a:rPr>
              <a:t>Music by William B. Bradbury (1863)</a:t>
            </a:r>
          </a:p>
          <a:p>
            <a:pPr algn="ctr"/>
            <a:r>
              <a:rPr lang="en-US" dirty="0">
                <a:solidFill>
                  <a:schemeClr val="bg1"/>
                </a:solidFill>
              </a:rPr>
              <a:t>Public Domain</a:t>
            </a:r>
          </a:p>
          <a:p>
            <a:pPr algn="ctr"/>
            <a:r>
              <a:rPr lang="en-US" dirty="0">
                <a:solidFill>
                  <a:schemeClr val="bg1"/>
                </a:solidFill>
              </a:rPr>
              <a:t>CCLI License #137776</a:t>
            </a:r>
          </a:p>
        </p:txBody>
      </p:sp>
    </p:spTree>
    <p:extLst>
      <p:ext uri="{BB962C8B-B14F-4D97-AF65-F5344CB8AC3E}">
        <p14:creationId xmlns:p14="http://schemas.microsoft.com/office/powerpoint/2010/main" val="316416340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B6DDA4A-E03B-8556-59B3-18DA3B2D196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2618750F-9082-0A6E-6D44-28074BD5F0A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4221" y="213360"/>
            <a:ext cx="8891337" cy="6416040"/>
          </a:xfrm>
        </p:spPr>
        <p:txBody>
          <a:bodyPr>
            <a:noAutofit/>
          </a:bodyPr>
          <a:lstStyle/>
          <a:p>
            <a:endParaRPr lang="en-US" sz="54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r>
              <a:rPr lang="en-US" sz="5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My hope is built on </a:t>
            </a:r>
          </a:p>
          <a:p>
            <a:r>
              <a:rPr lang="en-US" sz="5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nothing less</a:t>
            </a:r>
          </a:p>
          <a:p>
            <a:r>
              <a:rPr lang="en-US" sz="5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Than Jesus' blood </a:t>
            </a:r>
          </a:p>
          <a:p>
            <a:r>
              <a:rPr lang="en-US" sz="5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and righteousness</a:t>
            </a:r>
          </a:p>
          <a:p>
            <a:endParaRPr lang="en-US" sz="54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endParaRPr lang="en-US" sz="54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6452655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D0C2B0A-CE77-C9BA-EF3A-91528833DA2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04EC95FA-398B-2EED-A1C4-887BD6E988B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4221" y="213360"/>
            <a:ext cx="8891337" cy="6416040"/>
          </a:xfrm>
        </p:spPr>
        <p:txBody>
          <a:bodyPr>
            <a:noAutofit/>
          </a:bodyPr>
          <a:lstStyle/>
          <a:p>
            <a:endParaRPr lang="en-US" sz="54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r>
              <a:rPr lang="en-US" sz="5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I dare not trust the sweetest frame</a:t>
            </a:r>
          </a:p>
          <a:p>
            <a:endParaRPr lang="en-US" sz="54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r>
              <a:rPr lang="en-US" sz="5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But wholly lean on </a:t>
            </a:r>
          </a:p>
          <a:p>
            <a:r>
              <a:rPr lang="en-US" sz="5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Jesus' name</a:t>
            </a:r>
          </a:p>
          <a:p>
            <a:endParaRPr lang="en-US" sz="54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5159149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9CF6261-EC4F-FD82-A4D9-6E143E99D37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EF1B9028-31B6-FF9E-053D-481B2ED94D9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4221" y="213360"/>
            <a:ext cx="8891337" cy="6416040"/>
          </a:xfrm>
        </p:spPr>
        <p:txBody>
          <a:bodyPr>
            <a:noAutofit/>
          </a:bodyPr>
          <a:lstStyle/>
          <a:p>
            <a:endParaRPr lang="en-US" sz="54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r>
              <a:rPr lang="en-US" sz="5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When darkness veils</a:t>
            </a:r>
          </a:p>
          <a:p>
            <a:r>
              <a:rPr lang="en-US" sz="5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His lovely face </a:t>
            </a:r>
          </a:p>
          <a:p>
            <a:endParaRPr lang="en-US" sz="54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r>
              <a:rPr lang="en-US" sz="5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I rest on his unchanging grace</a:t>
            </a:r>
          </a:p>
          <a:p>
            <a:endParaRPr lang="en-US" sz="54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8507755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D6BFC1E-3546-C2A5-FC74-2064239A39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22511DB7-521E-A9CD-1231-751BB54346A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4221" y="213360"/>
            <a:ext cx="8891337" cy="6416040"/>
          </a:xfrm>
        </p:spPr>
        <p:txBody>
          <a:bodyPr>
            <a:noAutofit/>
          </a:bodyPr>
          <a:lstStyle/>
          <a:p>
            <a:endParaRPr lang="en-US" sz="54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r>
              <a:rPr lang="en-US" sz="5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In every high and </a:t>
            </a:r>
          </a:p>
          <a:p>
            <a:r>
              <a:rPr lang="en-US" sz="5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stormy gale</a:t>
            </a:r>
          </a:p>
          <a:p>
            <a:endParaRPr lang="en-US" sz="54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r>
              <a:rPr lang="en-US" sz="5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My anchor holds </a:t>
            </a:r>
            <a:br>
              <a:rPr lang="en-US" sz="5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</a:br>
            <a:r>
              <a:rPr lang="en-US" sz="5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within the veil</a:t>
            </a:r>
          </a:p>
        </p:txBody>
      </p:sp>
    </p:spTree>
    <p:extLst>
      <p:ext uri="{BB962C8B-B14F-4D97-AF65-F5344CB8AC3E}">
        <p14:creationId xmlns:p14="http://schemas.microsoft.com/office/powerpoint/2010/main" val="212038646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52808E7-69CC-0F25-A258-436D75E78D0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F9079540-CCA7-6C1D-B9B0-0101A50BC1F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4221" y="213360"/>
            <a:ext cx="8891337" cy="6416040"/>
          </a:xfrm>
        </p:spPr>
        <p:txBody>
          <a:bodyPr>
            <a:noAutofit/>
          </a:bodyPr>
          <a:lstStyle/>
          <a:p>
            <a:endParaRPr lang="en-US" sz="54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r>
              <a:rPr lang="en-US" sz="5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On Christ the solid rock </a:t>
            </a:r>
          </a:p>
          <a:p>
            <a:r>
              <a:rPr lang="en-US" sz="5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I stand</a:t>
            </a:r>
          </a:p>
          <a:p>
            <a:endParaRPr lang="en-US" sz="54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r>
              <a:rPr lang="en-US" sz="5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All other ground is </a:t>
            </a:r>
          </a:p>
          <a:p>
            <a:r>
              <a:rPr lang="en-US" sz="5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sinking sand</a:t>
            </a:r>
          </a:p>
        </p:txBody>
      </p:sp>
    </p:spTree>
    <p:extLst>
      <p:ext uri="{BB962C8B-B14F-4D97-AF65-F5344CB8AC3E}">
        <p14:creationId xmlns:p14="http://schemas.microsoft.com/office/powerpoint/2010/main" val="61724971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5BE18C8-CC0C-8A13-8F0F-E40BD0E9F7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6BE00A66-05DB-42EE-A811-C8C2AE98DCA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4221" y="213360"/>
            <a:ext cx="8891337" cy="6416040"/>
          </a:xfrm>
        </p:spPr>
        <p:txBody>
          <a:bodyPr>
            <a:noAutofit/>
          </a:bodyPr>
          <a:lstStyle/>
          <a:p>
            <a:endParaRPr lang="en-US" sz="54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r>
              <a:rPr lang="en-US" sz="5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His oath His covenant </a:t>
            </a:r>
          </a:p>
          <a:p>
            <a:r>
              <a:rPr lang="en-US" sz="5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His blood</a:t>
            </a:r>
          </a:p>
          <a:p>
            <a:endParaRPr lang="en-US" sz="54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r>
              <a:rPr lang="en-US" sz="5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Support me in the whelming flood</a:t>
            </a:r>
          </a:p>
          <a:p>
            <a:endParaRPr lang="en-US" sz="54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endParaRPr lang="en-US" sz="54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2838704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DFEB5C1-3356-1118-4425-FB414A861DC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BB458E5A-E615-442F-800C-93CF05C6585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4221" y="213360"/>
            <a:ext cx="8891337" cy="6416040"/>
          </a:xfrm>
        </p:spPr>
        <p:txBody>
          <a:bodyPr>
            <a:noAutofit/>
          </a:bodyPr>
          <a:lstStyle/>
          <a:p>
            <a:endParaRPr lang="en-US" sz="54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r>
              <a:rPr lang="en-US" sz="5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When all around my </a:t>
            </a:r>
          </a:p>
          <a:p>
            <a:r>
              <a:rPr lang="en-US" sz="5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soul gives way</a:t>
            </a:r>
          </a:p>
          <a:p>
            <a:endParaRPr lang="en-US" sz="54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r>
              <a:rPr lang="en-US" sz="5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He then is all my </a:t>
            </a:r>
          </a:p>
          <a:p>
            <a:r>
              <a:rPr lang="en-US" sz="5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hope and stay</a:t>
            </a:r>
          </a:p>
          <a:p>
            <a:endParaRPr lang="en-US" sz="54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7545714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3C5A2DD-88D3-FF37-F873-F9901AF34AF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60B9EAE4-E2B7-B093-5FFA-3641953C706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4221" y="213360"/>
            <a:ext cx="8891337" cy="6416040"/>
          </a:xfrm>
        </p:spPr>
        <p:txBody>
          <a:bodyPr>
            <a:noAutofit/>
          </a:bodyPr>
          <a:lstStyle/>
          <a:p>
            <a:endParaRPr lang="en-US" sz="54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r>
              <a:rPr lang="en-US" sz="5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On Christ the solid rock </a:t>
            </a:r>
          </a:p>
          <a:p>
            <a:r>
              <a:rPr lang="en-US" sz="5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I stand</a:t>
            </a:r>
          </a:p>
          <a:p>
            <a:endParaRPr lang="en-US" sz="54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r>
              <a:rPr lang="en-US" sz="5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All other ground is </a:t>
            </a:r>
          </a:p>
          <a:p>
            <a:r>
              <a:rPr lang="en-US" sz="5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sinking sand</a:t>
            </a:r>
          </a:p>
        </p:txBody>
      </p:sp>
    </p:spTree>
    <p:extLst>
      <p:ext uri="{BB962C8B-B14F-4D97-AF65-F5344CB8AC3E}">
        <p14:creationId xmlns:p14="http://schemas.microsoft.com/office/powerpoint/2010/main" val="175445675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722DC9B-A22E-044C-1EAC-0EDEFB8036C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57BE51F2-EF32-9E8B-AA9E-5C4166980B5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4221" y="213360"/>
            <a:ext cx="8891337" cy="6416040"/>
          </a:xfrm>
        </p:spPr>
        <p:txBody>
          <a:bodyPr>
            <a:noAutofit/>
          </a:bodyPr>
          <a:lstStyle/>
          <a:p>
            <a:endParaRPr lang="en-US" sz="54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r>
              <a:rPr lang="en-US" sz="5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When He shall come with </a:t>
            </a:r>
          </a:p>
          <a:p>
            <a:r>
              <a:rPr lang="en-US" sz="5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trumpet sound</a:t>
            </a:r>
          </a:p>
          <a:p>
            <a:endParaRPr lang="en-US" sz="54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r>
              <a:rPr lang="en-US" sz="5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Oh may I then in </a:t>
            </a:r>
          </a:p>
          <a:p>
            <a:r>
              <a:rPr lang="en-US" sz="5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Him be found</a:t>
            </a:r>
          </a:p>
          <a:p>
            <a:endParaRPr lang="en-US" sz="54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endParaRPr lang="en-US" sz="54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950606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3696778-A3EC-0B0A-FA7B-9AB75F8FEFF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9CE3AD14-96C0-A08F-8C66-6D384F4E8A1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4221" y="213360"/>
            <a:ext cx="8891337" cy="6416040"/>
          </a:xfrm>
        </p:spPr>
        <p:txBody>
          <a:bodyPr>
            <a:noAutofit/>
          </a:bodyPr>
          <a:lstStyle/>
          <a:p>
            <a:endParaRPr lang="en-US" sz="54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r>
              <a:rPr lang="en-US" sz="5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Dressed In His righteousness alone</a:t>
            </a:r>
          </a:p>
          <a:p>
            <a:endParaRPr lang="en-US" sz="54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r>
              <a:rPr lang="en-US" sz="5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Faultless to stand before the throne</a:t>
            </a:r>
          </a:p>
          <a:p>
            <a:endParaRPr lang="en-US" sz="54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8922763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7087FE0-B142-323B-48DC-2C6DCB53ED1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A1157D90-FE36-01B1-D30B-2F2F0D3F32C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4221" y="213360"/>
            <a:ext cx="8891337" cy="6416040"/>
          </a:xfrm>
        </p:spPr>
        <p:txBody>
          <a:bodyPr>
            <a:noAutofit/>
          </a:bodyPr>
          <a:lstStyle/>
          <a:p>
            <a:endParaRPr lang="en-US" sz="54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r>
              <a:rPr lang="en-US" sz="5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On Christ the solid rock </a:t>
            </a:r>
          </a:p>
          <a:p>
            <a:r>
              <a:rPr lang="en-US" sz="5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I stand</a:t>
            </a:r>
          </a:p>
          <a:p>
            <a:endParaRPr lang="en-US" sz="54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r>
              <a:rPr lang="en-US" sz="5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All other ground is </a:t>
            </a:r>
          </a:p>
          <a:p>
            <a:r>
              <a:rPr lang="en-US" sz="5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sinking sand</a:t>
            </a:r>
          </a:p>
        </p:txBody>
      </p:sp>
    </p:spTree>
    <p:extLst>
      <p:ext uri="{BB962C8B-B14F-4D97-AF65-F5344CB8AC3E}">
        <p14:creationId xmlns:p14="http://schemas.microsoft.com/office/powerpoint/2010/main" val="305605079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100</TotalTime>
  <Words>175</Words>
  <Application>Microsoft Macintosh PowerPoint</Application>
  <PresentationFormat>On-screen Show (4:3)</PresentationFormat>
  <Paragraphs>65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7" baseType="lpstr">
      <vt:lpstr>Aptos</vt:lpstr>
      <vt:lpstr>Aptos Display</vt:lpstr>
      <vt:lpstr>Arial</vt:lpstr>
      <vt:lpstr>Avenir Medium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Danny Hur</dc:creator>
  <cp:lastModifiedBy>Danny Hur</cp:lastModifiedBy>
  <cp:revision>24</cp:revision>
  <dcterms:created xsi:type="dcterms:W3CDTF">2025-11-12T03:26:12Z</dcterms:created>
  <dcterms:modified xsi:type="dcterms:W3CDTF">2026-10-22T03:43:43Z</dcterms:modified>
</cp:coreProperties>
</file>