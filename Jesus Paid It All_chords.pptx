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90" r:id="rId6"/>
    <p:sldId id="287" r:id="rId7"/>
    <p:sldId id="291" r:id="rId8"/>
    <p:sldId id="28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98"/>
    <p:restoredTop sz="94645"/>
  </p:normalViewPr>
  <p:slideViewPr>
    <p:cSldViewPr snapToGrid="0">
      <p:cViewPr varScale="1">
        <p:scale>
          <a:sx n="93" d="100"/>
          <a:sy n="93" d="100"/>
        </p:scale>
        <p:origin x="248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06C7EB-3032-7AB1-100A-F3BFFFA318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97" r="-1" b="37596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665" y="9716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Jesus Paid It All</a:t>
            </a: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Savior say,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strength indeed is small,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Am           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Child of weakness, watch and pray,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       G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Find in Me thine all in all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2F8C4-C310-6695-445F-C5432139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114C0F-41AF-61A4-4323-81CE7AB71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now indeed I find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Thine alone,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change the leper's spots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G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melt the heart of stone</a:t>
            </a:r>
          </a:p>
        </p:txBody>
      </p:sp>
    </p:spTree>
    <p:extLst>
      <p:ext uri="{BB962C8B-B14F-4D97-AF65-F5344CB8AC3E}">
        <p14:creationId xmlns:p14="http://schemas.microsoft.com/office/powerpoint/2010/main" val="1412833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FED0BD-7288-6664-B398-20315864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CDD8E7-01E1-7510-E28F-160CA71BE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2095619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54B8-25E1-6A75-E03E-174BCDC4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131E-B062-B7B3-31AB-1DA75B1CA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when, before the throne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C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in Him complete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Am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died my soul to save</a:t>
            </a:r>
          </a:p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G      C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lips shall still repeat</a:t>
            </a:r>
          </a:p>
        </p:txBody>
      </p:sp>
    </p:spTree>
    <p:extLst>
      <p:ext uri="{BB962C8B-B14F-4D97-AF65-F5344CB8AC3E}">
        <p14:creationId xmlns:p14="http://schemas.microsoft.com/office/powerpoint/2010/main" val="2629607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71E6E-6905-72B8-04FB-3A90EC4F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EE3A6B-AAC4-EDD6-7960-6E110807F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348548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AB838-284C-101E-2C70-2FAF7A95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565FA0-8E5E-BBD6-898E-A62DBAA78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praise the one who paid my debt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raised this life up from </a:t>
            </a:r>
            <a:r>
              <a:rPr lang="en-US" sz="44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dead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589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218</Words>
  <Application>Microsoft Macintosh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Avenir Oblique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39</cp:revision>
  <dcterms:created xsi:type="dcterms:W3CDTF">2025-11-12T03:26:12Z</dcterms:created>
  <dcterms:modified xsi:type="dcterms:W3CDTF">2026-04-03T18:04:09Z</dcterms:modified>
</cp:coreProperties>
</file>