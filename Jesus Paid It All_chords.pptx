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401"/>
    <p:restoredTop sz="94679"/>
  </p:normalViewPr>
  <p:slideViewPr>
    <p:cSldViewPr snapToGrid="0">
      <p:cViewPr varScale="1">
        <p:scale>
          <a:sx n="76" d="100"/>
          <a:sy n="76" d="100"/>
        </p:scale>
        <p:origin x="200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9C6446-1466-75F1-3BE4-D7E5F0F8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6782DE-E625-460C-FA48-97D7762949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482481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A350A-3CA0-994A-3FE1-62AF4A036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7E5E34-9AE7-53ED-43EA-48359B725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50274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</a:t>
            </a:r>
            <a:r>
              <a:rPr lang="en-US" sz="44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dead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155</Words>
  <Application>Microsoft Macintosh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37</cp:revision>
  <dcterms:created xsi:type="dcterms:W3CDTF">2025-11-12T03:26:12Z</dcterms:created>
  <dcterms:modified xsi:type="dcterms:W3CDTF">2026-04-01T04:35:17Z</dcterms:modified>
</cp:coreProperties>
</file>