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90" r:id="rId6"/>
    <p:sldId id="287" r:id="rId7"/>
    <p:sldId id="291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5"/>
    <p:restoredTop sz="94648"/>
  </p:normalViewPr>
  <p:slideViewPr>
    <p:cSldViewPr snapToGrid="0">
      <p:cViewPr varScale="1">
        <p:scale>
          <a:sx n="97" d="100"/>
          <a:sy n="97" d="100"/>
        </p:scale>
        <p:origin x="224" y="1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G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G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FED0BD-7288-6664-B398-20315864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CDD8E7-01E1-7510-E28F-160CA71BE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09561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G      C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71E6E-6905-72B8-04FB-3A90EC4F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EE3A6B-AAC4-EDD6-7960-6E110807F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348548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</a:t>
            </a:r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F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Dm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246</Words>
  <Application>Microsoft Macintosh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41</cp:revision>
  <dcterms:created xsi:type="dcterms:W3CDTF">2025-11-12T03:26:12Z</dcterms:created>
  <dcterms:modified xsi:type="dcterms:W3CDTF">2026-05-31T21:00:53Z</dcterms:modified>
</cp:coreProperties>
</file>