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76" r:id="rId4"/>
    <p:sldId id="279" r:id="rId5"/>
    <p:sldId id="286" r:id="rId6"/>
    <p:sldId id="278" r:id="rId7"/>
    <p:sldId id="283" r:id="rId8"/>
    <p:sldId id="28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917"/>
    <p:restoredTop sz="94612"/>
  </p:normalViewPr>
  <p:slideViewPr>
    <p:cSldViewPr snapToGrid="0">
      <p:cViewPr varScale="1">
        <p:scale>
          <a:sx n="71" d="100"/>
          <a:sy n="71" d="100"/>
        </p:scale>
        <p:origin x="168" y="2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Good Good Father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I’ve heard A thousand Stories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what they Think you’re like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I’ve heard The tender whisper of love in the dead of night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G                    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You tell me That you’re pleased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Am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that I’m never alone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830C4-C7BF-C725-0399-DF228D2A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0F9720-0C7A-AA64-085F-652726358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and I’ve seen many searching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answers Far and wide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 know we’re all searching for answers only you provide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know just what we need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we say a word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52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E1224-660B-DD80-6128-FE299E7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A1D367-2DA8-8404-3072-072741ED6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89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9AF7F-84B8-C777-E2D2-C20A7556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013F22-23DD-139A-B507-171419C8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C                               Em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Causer You are perfect In all of your ways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Am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              Em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 to 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896DE-042F-CA1F-45FA-659560B5A8CC}"/>
              </a:ext>
            </a:extLst>
          </p:cNvPr>
          <p:cNvSpPr txBox="1"/>
          <p:nvPr/>
        </p:nvSpPr>
        <p:spPr>
          <a:xfrm>
            <a:off x="9843247" y="6360298"/>
            <a:ext cx="2474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REPEAT </a:t>
            </a:r>
          </a:p>
        </p:txBody>
      </p:sp>
    </p:spTree>
    <p:extLst>
      <p:ext uri="{BB962C8B-B14F-4D97-AF65-F5344CB8AC3E}">
        <p14:creationId xmlns:p14="http://schemas.microsoft.com/office/powerpoint/2010/main" val="3465435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622C8-EF11-6AFC-34F7-F8396489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B4482-77A0-EF82-5468-35B3FE77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it’s love so undeniable I, I can hardly speak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Peace so unexplainable I, I can hardly think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Am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Into Love Love Love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1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88091-70AA-462F-5115-55E1623D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B8570-F5E9-088A-969B-210C183A0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CB3A08-E673-23DB-661A-61AAD46C8A25}"/>
              </a:ext>
            </a:extLst>
          </p:cNvPr>
          <p:cNvSpPr txBox="1"/>
          <p:nvPr/>
        </p:nvSpPr>
        <p:spPr>
          <a:xfrm>
            <a:off x="8014447" y="6273225"/>
            <a:ext cx="41775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REPEAT 3x and END</a:t>
            </a:r>
          </a:p>
        </p:txBody>
      </p:sp>
    </p:spTree>
    <p:extLst>
      <p:ext uri="{BB962C8B-B14F-4D97-AF65-F5344CB8AC3E}">
        <p14:creationId xmlns:p14="http://schemas.microsoft.com/office/powerpoint/2010/main" val="2831823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342</Words>
  <Application>Microsoft Macintosh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24</cp:revision>
  <dcterms:created xsi:type="dcterms:W3CDTF">2025-11-12T03:26:12Z</dcterms:created>
  <dcterms:modified xsi:type="dcterms:W3CDTF">2026-06-14T03:14:52Z</dcterms:modified>
</cp:coreProperties>
</file>