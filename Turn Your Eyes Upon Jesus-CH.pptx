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76" r:id="rId4"/>
    <p:sldId id="285" r:id="rId5"/>
    <p:sldId id="28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200"/>
    <p:restoredTop sz="94604"/>
  </p:normalViewPr>
  <p:slideViewPr>
    <p:cSldViewPr snapToGrid="0">
      <p:cViewPr varScale="1">
        <p:scale>
          <a:sx n="96" d="100"/>
          <a:sy n="96" d="100"/>
        </p:scale>
        <p:origin x="168" y="1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5720479" cy="1637199"/>
          </a:xfrm>
        </p:spPr>
        <p:txBody>
          <a:bodyPr>
            <a:normAutofit lnSpcReduction="100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Turn Your Eyes Upon Jesus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/ Bm / C / D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G                                    Bm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soul are you weary and troubled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light in the darkness you see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G                                Bm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light for a look at the Savior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C                  D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life more abundant and free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D               Em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Turn your eyes upon Jesus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     Em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Look full in His wonderful face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G             Bm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things of earth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Em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Will grow strangely dim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G                 D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light of His glory and grace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1CDC07-6DF2-733E-B141-7AB39F0A6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8E8F6C8-F006-4D71-B534-E31218EA18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G                              Bm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death into life everlasting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                               G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passed and we follow Him there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                       Bm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O’er us sin no more hath dominion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                     G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more than conquerors we are</a:t>
            </a:r>
          </a:p>
        </p:txBody>
      </p:sp>
    </p:spTree>
    <p:extLst>
      <p:ext uri="{BB962C8B-B14F-4D97-AF65-F5344CB8AC3E}">
        <p14:creationId xmlns:p14="http://schemas.microsoft.com/office/powerpoint/2010/main" val="4027173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73CE33-0340-3B5D-BA56-B57869DF9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FC4B4B7-8BBE-14F5-B909-C601418FA2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D               Em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Turn your eyes upon Jesus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     Em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Look full in His wonderful face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G             Bm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things of earth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Em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Will grow strangely dim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G                 D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light of His glory and grace</a:t>
            </a:r>
          </a:p>
        </p:txBody>
      </p:sp>
    </p:spTree>
    <p:extLst>
      <p:ext uri="{BB962C8B-B14F-4D97-AF65-F5344CB8AC3E}">
        <p14:creationId xmlns:p14="http://schemas.microsoft.com/office/powerpoint/2010/main" val="54963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182</Words>
  <Application>Microsoft Macintosh PowerPoint</Application>
  <PresentationFormat>Widescreen</PresentationFormat>
  <Paragraphs>41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43</cp:revision>
  <dcterms:created xsi:type="dcterms:W3CDTF">2025-11-12T03:26:12Z</dcterms:created>
  <dcterms:modified xsi:type="dcterms:W3CDTF">2026-09-12T07:20:14Z</dcterms:modified>
</cp:coreProperties>
</file>