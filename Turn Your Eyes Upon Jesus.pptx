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4" r:id="rId6"/>
    <p:sldId id="285" r:id="rId7"/>
    <p:sldId id="28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982"/>
    <p:restoredTop sz="94783"/>
  </p:normalViewPr>
  <p:slideViewPr>
    <p:cSldViewPr snapToGrid="0">
      <p:cViewPr varScale="1">
        <p:scale>
          <a:sx n="112" d="100"/>
          <a:sy n="112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Helen H. Lemmel (1922)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soul are you weary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troubled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light in the darkness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988FE-CA32-6088-69EB-69FCAF63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A48785-0804-65CA-81D2-A4EF577AE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light for a look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Savior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life more abundant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free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94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BC21E-37AD-C0A2-7F24-9817CA25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8F520A-5309-D6A6-4101-8D911E37D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9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ED0EF-FA05-43BE-99A4-A4DBC3FA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B387B5-DF11-83B3-EAAF-6530924F9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death into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everlasting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passed and we follow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Him there</a:t>
            </a:r>
          </a:p>
        </p:txBody>
      </p:sp>
    </p:spTree>
    <p:extLst>
      <p:ext uri="{BB962C8B-B14F-4D97-AF65-F5344CB8AC3E}">
        <p14:creationId xmlns:p14="http://schemas.microsoft.com/office/powerpoint/2010/main" val="10377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62109-DDF8-1DF1-46A9-27A026B4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1558EF-6295-2418-A596-CE121D68B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O’er us sin no more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hath dominion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more than conquerors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are</a:t>
            </a:r>
          </a:p>
        </p:txBody>
      </p:sp>
    </p:spTree>
    <p:extLst>
      <p:ext uri="{BB962C8B-B14F-4D97-AF65-F5344CB8AC3E}">
        <p14:creationId xmlns:p14="http://schemas.microsoft.com/office/powerpoint/2010/main" val="329579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FA780-9FB8-B514-B655-51AEAA54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AE4856-854D-6BFC-384C-42C948220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endParaRPr lang="en-US" sz="44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things of earth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95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133</Words>
  <Application>Microsoft Macintosh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2026-09-12T07:35:22Z</dcterms:modified>
</cp:coreProperties>
</file>