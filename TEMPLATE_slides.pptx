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76" r:id="rId3"/>
    <p:sldId id="277" r:id="rId4"/>
    <p:sldId id="278" r:id="rId5"/>
    <p:sldId id="27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07"/>
    <p:restoredTop sz="94797"/>
  </p:normalViewPr>
  <p:slideViewPr>
    <p:cSldViewPr snapToGrid="0">
      <p:cViewPr varScale="1">
        <p:scale>
          <a:sx n="84" d="100"/>
          <a:sy n="84" d="100"/>
        </p:scale>
        <p:origin x="192" y="2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2FE4F-97C9-4BFD-2ED3-0780F444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80CC98-5B94-C776-5F67-1A8761B7E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Thee.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71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2386E-0F2A-A4DA-00BE-00BA5C28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5C3D88-BBBA-1C88-1408-D9D8F59C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throne.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08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E5347E-CB9A-43DD-8F01-CD210F411994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185</Words>
  <Application>Microsoft Macintosh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15</cp:revision>
  <dcterms:created xsi:type="dcterms:W3CDTF">2025-11-12T03:26:12Z</dcterms:created>
  <dcterms:modified xsi:type="dcterms:W3CDTF">2026-06-14T03:41:21Z</dcterms:modified>
</cp:coreProperties>
</file>