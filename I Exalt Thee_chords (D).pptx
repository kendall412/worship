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7"/>
    <p:restoredTop sz="94667"/>
  </p:normalViewPr>
  <p:slideViewPr>
    <p:cSldViewPr snapToGrid="0">
      <p:cViewPr varScale="1">
        <p:scale>
          <a:sx n="96" d="100"/>
          <a:sy n="96" d="100"/>
        </p:scale>
        <p:origin x="368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I Exalt Thee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 D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Lord.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Lord.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00540-F1ED-73F6-57F6-D47CA0FD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BEFD4-AEEA-DEDC-1E90-985E95994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I Exalt Thee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464B6-3227-4545-6D6A-EBC1AD630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D             Em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A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             Em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A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78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107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Avenir Book</vt:lpstr>
      <vt:lpstr>Office Theme</vt:lpstr>
      <vt:lpstr>I Exalt Thee</vt:lpstr>
      <vt:lpstr>I Exalt Thee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</cp:revision>
  <dcterms:created xsi:type="dcterms:W3CDTF">2026-04-04T15:41:28Z</dcterms:created>
  <dcterms:modified xsi:type="dcterms:W3CDTF">2026-04-05T04:37:59Z</dcterms:modified>
</cp:coreProperties>
</file>