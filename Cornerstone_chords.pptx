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7" r:id="rId3"/>
    <p:sldId id="276" r:id="rId4"/>
    <p:sldId id="279" r:id="rId5"/>
    <p:sldId id="284" r:id="rId6"/>
    <p:sldId id="280" r:id="rId7"/>
    <p:sldId id="285" r:id="rId8"/>
    <p:sldId id="28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130"/>
    <p:restoredTop sz="94658"/>
  </p:normalViewPr>
  <p:slideViewPr>
    <p:cSldViewPr snapToGrid="0">
      <p:cViewPr varScale="1">
        <p:scale>
          <a:sx n="96" d="100"/>
          <a:sy n="96" d="100"/>
        </p:scale>
        <p:origin x="184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tone plaque on a building&#10;&#10;AI-generated content may be incorrect.">
            <a:extLst>
              <a:ext uri="{FF2B5EF4-FFF2-40B4-BE49-F238E27FC236}">
                <a16:creationId xmlns:a16="http://schemas.microsoft.com/office/drawing/2014/main" id="{85B2D037-BFE7-0030-BD98-5D52DD2CD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103" r="13818" b="3988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800" i="1" dirty="0">
                <a:solidFill>
                  <a:schemeClr val="bg1"/>
                </a:solidFill>
                <a:latin typeface="Avenir Oblique" panose="02000503020000020003" pitchFamily="2" charset="0"/>
                <a:ea typeface="Bodoni Ornaments" pitchFamily="2" charset="0"/>
              </a:rPr>
              <a:t>Cornerstone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BDBFFC-C2E7-FF56-08B2-79D8D2E2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B49F10-2809-A234-C867-D60729E4B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/ Am / F / 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hope is built on nothing less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Than Jesus' blood and righteousness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dare not trust the sweetest frame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G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But wholly trust in Jesus' name</a:t>
            </a:r>
          </a:p>
        </p:txBody>
      </p:sp>
    </p:spTree>
    <p:extLst>
      <p:ext uri="{BB962C8B-B14F-4D97-AF65-F5344CB8AC3E}">
        <p14:creationId xmlns:p14="http://schemas.microsoft.com/office/powerpoint/2010/main" val="2554902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F           Am                 G 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F                        Am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G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90D214-6CD0-192E-513C-6EBAEE0C7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9888A38-53AD-A1E5-D9BD-2FB937D271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darkness seems to hide His face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rest on His unchanging grace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every high and stormy gale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G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anchor holds within the veil</a:t>
            </a:r>
          </a:p>
          <a:p>
            <a:pPr algn="l"/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7683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A450C2-F585-2818-DB88-6DAAF58AF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4523004-3737-2609-3A53-DAC560E7E5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F           Am                 G 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F                        Am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G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260530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1BA70-EDAF-C503-70B4-BD9E28EB4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B273C14-6FFF-4EA1-84DC-D2FCEAEE84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Am   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F	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 of all</a:t>
            </a:r>
          </a:p>
        </p:txBody>
      </p:sp>
    </p:spTree>
    <p:extLst>
      <p:ext uri="{BB962C8B-B14F-4D97-AF65-F5344CB8AC3E}">
        <p14:creationId xmlns:p14="http://schemas.microsoft.com/office/powerpoint/2010/main" val="29391499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9BC9E6-3282-0735-A5E8-51F73375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948E6D9-BA70-962F-0F7C-09DDB937E9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F           Am                 G   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Christ alone, Cornerstone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F                        Am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Weak made strong in the Savior's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F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the storm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G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is Lord Lord of all</a:t>
            </a:r>
          </a:p>
        </p:txBody>
      </p:sp>
    </p:spTree>
    <p:extLst>
      <p:ext uri="{BB962C8B-B14F-4D97-AF65-F5344CB8AC3E}">
        <p14:creationId xmlns:p14="http://schemas.microsoft.com/office/powerpoint/2010/main" val="3677149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0B95B7-2010-EFAD-A0C0-2D3DC98FB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C7AFAA-713E-549E-73AF-25A9DD3470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shall come with trumpet sound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G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may I then in Him be found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  Em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His righteousness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G                               C</a:t>
            </a:r>
          </a:p>
          <a:p>
            <a:pPr algn="l"/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Faultless, stand before the throne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/ Am / G/  C</a:t>
            </a:r>
          </a:p>
        </p:txBody>
      </p:sp>
    </p:spTree>
    <p:extLst>
      <p:ext uri="{BB962C8B-B14F-4D97-AF65-F5344CB8AC3E}">
        <p14:creationId xmlns:p14="http://schemas.microsoft.com/office/powerpoint/2010/main" val="3374325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6867</TotalTime>
  <Words>235</Words>
  <Application>Microsoft Macintosh PowerPoint</Application>
  <PresentationFormat>Widescreen</PresentationFormat>
  <Paragraphs>58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23</cp:revision>
  <dcterms:created xsi:type="dcterms:W3CDTF">2025-11-12T03:26:12Z</dcterms:created>
  <dcterms:modified xsi:type="dcterms:W3CDTF">2026-05-30T16:22:40Z</dcterms:modified>
</cp:coreProperties>
</file>