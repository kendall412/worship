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76" r:id="rId4"/>
    <p:sldId id="279" r:id="rId5"/>
    <p:sldId id="284" r:id="rId6"/>
    <p:sldId id="280" r:id="rId7"/>
    <p:sldId id="285" r:id="rId8"/>
    <p:sldId id="28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94669"/>
  </p:normalViewPr>
  <p:slideViewPr>
    <p:cSldViewPr snapToGrid="0">
      <p:cViewPr varScale="1">
        <p:scale>
          <a:sx n="93" d="100"/>
          <a:sy n="93" d="100"/>
        </p:scale>
        <p:origin x="224" y="2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tone plaque on a building&#10;&#10;AI-generated content may be incorrect.">
            <a:extLst>
              <a:ext uri="{FF2B5EF4-FFF2-40B4-BE49-F238E27FC236}">
                <a16:creationId xmlns:a16="http://schemas.microsoft.com/office/drawing/2014/main" id="{85B2D037-BFE7-0030-BD98-5D52DD2CD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03" r="13818" b="398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8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Cornerstone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/ Am / F / 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G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G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83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450C2-F585-2818-DB88-6DAAF58A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523004-3737-2609-3A53-DAC560E7E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60530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939149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BC9E6-3282-0735-A5E8-51F73375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48E6D9-BA70-962F-0F7C-09DDB937E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677149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G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/ Am / G/  C</a:t>
            </a:r>
          </a:p>
        </p:txBody>
      </p:sp>
    </p:spTree>
    <p:extLst>
      <p:ext uri="{BB962C8B-B14F-4D97-AF65-F5344CB8AC3E}">
        <p14:creationId xmlns:p14="http://schemas.microsoft.com/office/powerpoint/2010/main" val="337432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232</Words>
  <Application>Microsoft Macintosh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2026-04-02T07:01:22Z</dcterms:modified>
</cp:coreProperties>
</file>