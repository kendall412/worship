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90" r:id="rId4"/>
    <p:sldId id="291" r:id="rId5"/>
    <p:sldId id="276" r:id="rId6"/>
    <p:sldId id="292" r:id="rId7"/>
    <p:sldId id="293" r:id="rId8"/>
    <p:sldId id="294" r:id="rId9"/>
    <p:sldId id="29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401"/>
    <p:restoredTop sz="94679"/>
  </p:normalViewPr>
  <p:slideViewPr>
    <p:cSldViewPr snapToGrid="0">
      <p:cViewPr varScale="1">
        <p:scale>
          <a:sx n="76" d="100"/>
          <a:sy n="76" d="100"/>
        </p:scale>
        <p:origin x="200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5E57D9-7D96-EF78-7DC7-B5FBD12034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30" t="7117" r="402" b="-2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79266" y="1045987"/>
            <a:ext cx="4023360" cy="1208141"/>
          </a:xfrm>
        </p:spPr>
        <p:txBody>
          <a:bodyPr>
            <a:normAutofit fontScale="85000" lnSpcReduction="20000"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8F534-BD3B-C786-3F04-3174DD88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594E5C-EC58-3394-0A81-1627A1CB2A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783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You take our sins away oh God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43CD-1884-EBFD-29E5-555E66B28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47D670-ECFB-2098-2E2E-19743E976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1414325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F5FE5-36CE-43C5-38B9-5D3ABC38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533981-563A-172C-1518-B57BDB372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</p:txBody>
      </p:sp>
    </p:spTree>
    <p:extLst>
      <p:ext uri="{BB962C8B-B14F-4D97-AF65-F5344CB8AC3E}">
        <p14:creationId xmlns:p14="http://schemas.microsoft.com/office/powerpoint/2010/main" val="903008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C53EA-3CCC-76B2-828B-6FE7AE11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E97EA2-FB21-19A5-9DF8-349C0EB82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40047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142</Words>
  <Application>Microsoft Macintosh PowerPoint</Application>
  <PresentationFormat>Widescreen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41</cp:revision>
  <dcterms:created xsi:type="dcterms:W3CDTF">2025-11-12T03:26:12Z</dcterms:created>
  <dcterms:modified xsi:type="dcterms:W3CDTF">2026-04-01T05:43:22Z</dcterms:modified>
</cp:coreProperties>
</file>