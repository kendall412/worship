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4" r:id="rId3"/>
    <p:sldId id="290" r:id="rId4"/>
    <p:sldId id="276" r:id="rId5"/>
    <p:sldId id="292" r:id="rId6"/>
    <p:sldId id="293" r:id="rId7"/>
    <p:sldId id="294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94685"/>
  </p:normalViewPr>
  <p:slideViewPr>
    <p:cSldViewPr snapToGrid="0">
      <p:cViewPr varScale="1">
        <p:scale>
          <a:sx n="109" d="100"/>
          <a:sy n="109" d="100"/>
        </p:scale>
        <p:origin x="216" y="1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4/3/26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4/3/26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4/3/26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4/3/26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4/3/26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4/3/26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8" name="Rectangle 87">
            <a:extLst>
              <a:ext uri="{FF2B5EF4-FFF2-40B4-BE49-F238E27FC236}">
                <a16:creationId xmlns:a16="http://schemas.microsoft.com/office/drawing/2014/main" id="{526E0BFB-CDF1-4990-8C11-AC849311E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15E57D9-7D96-EF78-7DC7-B5FBD12034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230" t="7117" r="402" b="-2"/>
          <a:stretch>
            <a:fillRect/>
          </a:stretch>
        </p:blipFill>
        <p:spPr>
          <a:xfrm>
            <a:off x="-2" y="10"/>
            <a:ext cx="8668512" cy="6857990"/>
          </a:xfrm>
          <a:prstGeom prst="rect">
            <a:avLst/>
          </a:prstGeom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6069A1F8-9BEB-4786-9694-FC48B2D75D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788244" y="0"/>
            <a:ext cx="940375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0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79266" y="1045987"/>
            <a:ext cx="4023360" cy="1208141"/>
          </a:xfrm>
        </p:spPr>
        <p:txBody>
          <a:bodyPr>
            <a:normAutofit fontScale="85000" lnSpcReduction="20000"/>
          </a:bodyPr>
          <a:lstStyle/>
          <a:p>
            <a:pPr algn="l"/>
            <a:endParaRPr lang="en-US" sz="2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i="1" dirty="0">
                <a:solidFill>
                  <a:schemeClr val="bg1"/>
                </a:solidFill>
                <a:latin typeface="Avenir Oblique" panose="02000503020000020003" pitchFamily="2" charset="0"/>
                <a:ea typeface="Bodoni Ornaments" pitchFamily="2" charset="0"/>
              </a:rPr>
              <a:t>All The Earth Will Sing Your Praises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130540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51648" y="4546920"/>
            <a:ext cx="402336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         A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lived, You died, 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Bm             G                                D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said in three days You would rise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A                Bm     D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did, You're alive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92C8A9-FD5B-C8C3-579C-25A94D421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B354DAF-AC77-8B53-63BE-CDE7DCB61B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        A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rule, You reign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Bm                         G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said You're coming back again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    A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know You will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          G                             D A Bm G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the earth will sing Your praises</a:t>
            </a:r>
          </a:p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05869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         A                        Bm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took, You take our sins away oh God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         A                           Bm                    G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give, You gave Your life away for us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18245B-7C4D-3D8B-BE6D-77BEE3FDD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CB629BF-0E2A-3CDB-A647-593AFA8BE5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came down,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Bm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saved us through the cross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Our hearts are changed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G                   A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because of Your great love</a:t>
            </a:r>
          </a:p>
        </p:txBody>
      </p:sp>
    </p:spTree>
    <p:extLst>
      <p:ext uri="{BB962C8B-B14F-4D97-AF65-F5344CB8AC3E}">
        <p14:creationId xmlns:p14="http://schemas.microsoft.com/office/powerpoint/2010/main" val="5060204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EB3CB0-F136-9D28-1443-EEDD557BB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7445891-91A4-9749-9DC9-847A62F814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         A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lived, You died,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Bm                 G                                         D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said in three days You would rise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                           Bm     D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did, You're alive</a:t>
            </a:r>
          </a:p>
        </p:txBody>
      </p:sp>
    </p:spTree>
    <p:extLst>
      <p:ext uri="{BB962C8B-B14F-4D97-AF65-F5344CB8AC3E}">
        <p14:creationId xmlns:p14="http://schemas.microsoft.com/office/powerpoint/2010/main" val="37708823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42577D-9DFE-CCBB-7FF3-759CA54C3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816AFBB-5648-A412-12B5-AAF9153AE4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     A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rule, You reign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Bm                    G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said You're coming back again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 A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know You will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    G                      D A Bm G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the earth will sing Your praises</a:t>
            </a:r>
          </a:p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05201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179</TotalTime>
  <Words>185</Words>
  <Application>Microsoft Macintosh PowerPoint</Application>
  <PresentationFormat>Widescreen</PresentationFormat>
  <Paragraphs>45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47</cp:revision>
  <dcterms:created xsi:type="dcterms:W3CDTF">2025-11-12T03:26:12Z</dcterms:created>
  <dcterms:modified xsi:type="dcterms:W3CDTF">2026-04-03T08:16:31Z</dcterms:modified>
</cp:coreProperties>
</file>