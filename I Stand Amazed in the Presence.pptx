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4" r:id="rId2"/>
    <p:sldId id="280" r:id="rId3"/>
    <p:sldId id="283" r:id="rId4"/>
    <p:sldId id="282" r:id="rId5"/>
    <p:sldId id="281" r:id="rId6"/>
    <p:sldId id="284" r:id="rId7"/>
    <p:sldId id="279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4819"/>
  </p:normalViewPr>
  <p:slideViewPr>
    <p:cSldViewPr snapToGrid="0">
      <p:cViewPr varScale="1">
        <p:scale>
          <a:sx n="115" d="100"/>
          <a:sy n="115" d="100"/>
        </p:scale>
        <p:origin x="208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80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991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33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275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719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10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326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498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460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245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224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67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Stand Amazed In the Presence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B1B68A-E341-6F04-1871-1FA936540EF7}"/>
              </a:ext>
            </a:extLst>
          </p:cNvPr>
          <p:cNvSpPr txBox="1"/>
          <p:nvPr/>
        </p:nvSpPr>
        <p:spPr>
          <a:xfrm>
            <a:off x="168442" y="5444311"/>
            <a:ext cx="88071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Words &amp; Music by Charles H. </a:t>
            </a:r>
            <a:r>
              <a:rPr lang="en-US">
                <a:solidFill>
                  <a:schemeClr val="bg1"/>
                </a:solidFill>
              </a:rPr>
              <a:t>Gabriel (1905)</a:t>
            </a:r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Public Domain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3164163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stand amazed in the presence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Of Jesus the Nazarene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wonder how He could love me,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sinner, condemned, unclean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526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68BE97-72FF-92DB-44C0-046052F20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1D61913-1778-2AE5-D06E-2978EC7565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marvelous, How wonderful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my song shall ever be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marvelous, How wonderful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Is my Savior's love for me</a:t>
            </a:r>
          </a:p>
        </p:txBody>
      </p:sp>
    </p:spTree>
    <p:extLst>
      <p:ext uri="{BB962C8B-B14F-4D97-AF65-F5344CB8AC3E}">
        <p14:creationId xmlns:p14="http://schemas.microsoft.com/office/powerpoint/2010/main" val="2257745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487918-3A4B-5063-4EB9-FBDCB0A48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0232BAD-6DCD-B49A-2E48-78B9A6A3CE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took my sins and my sorrows;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made them His very own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bore the burden to Calvary,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suffered and died alone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3626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9E8FD0-FA70-D3A5-B31E-3FD510E67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7C113B0-6DF5-0520-C3DE-865172B71C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marvelous, How wonderful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my song shall ever be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marvelous, How wonderful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Is my Savior's love for me</a:t>
            </a:r>
          </a:p>
        </p:txBody>
      </p:sp>
    </p:spTree>
    <p:extLst>
      <p:ext uri="{BB962C8B-B14F-4D97-AF65-F5344CB8AC3E}">
        <p14:creationId xmlns:p14="http://schemas.microsoft.com/office/powerpoint/2010/main" val="24776447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C2A806-7C62-57F2-67EF-2DBB8D052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C6048AA-D5F0-9368-329B-5D782CF879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with the ransomed in glory,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face I at last shall see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’Twill</a:t>
            </a:r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be my joy through the ages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sing of His love for me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0457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BFBF6E-A800-A557-4607-B211D092B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31C481-F61F-FA71-2898-FC5F29B5D3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marvelous, How wonderful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my song shall ever be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marvelous, How wonderful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Is my Savior's love for me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8413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52</TotalTime>
  <Words>167</Words>
  <Application>Microsoft Macintosh PowerPoint</Application>
  <PresentationFormat>On-screen Show (4:3)</PresentationFormat>
  <Paragraphs>40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Avenir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20</cp:revision>
  <dcterms:created xsi:type="dcterms:W3CDTF">2025-11-12T03:26:12Z</dcterms:created>
  <dcterms:modified xsi:type="dcterms:W3CDTF">2026-08-16T03:45:39Z</dcterms:modified>
</cp:coreProperties>
</file>