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Holy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D38E4-ACB3-9C15-E011-AF83F1BB00A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 Reginald Heber (1823)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Musci John Bacchus Dykes (1861)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Copyright: Public Domain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God Almighty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Early in the morning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song shall rise to Thee;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11B52-1234-11CA-A15A-27F5B2E0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C87880-E845-9B90-F2F9-D6C3BAF89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Merciful and mighty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Trinity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70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7C192-1155-BA30-EAA8-6139F91D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B15A49-C621-4A06-49F7-34A974886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saints adore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Casting down their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golden crowns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around the glassy sea</a:t>
            </a:r>
          </a:p>
        </p:txBody>
      </p:sp>
    </p:spTree>
    <p:extLst>
      <p:ext uri="{BB962C8B-B14F-4D97-AF65-F5344CB8AC3E}">
        <p14:creationId xmlns:p14="http://schemas.microsoft.com/office/powerpoint/2010/main" val="63581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FC7F1-853D-0F86-57F8-4158725A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FD1B25-9862-D982-BE96-18AE14ABD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Cherubim and seraphim falling down before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was, and is,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evermore shall be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79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4189E-25D8-9E38-8EBD-052855AC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6FDA59-DAC9-4F9A-65C1-3310128D5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 darkness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 eye of sinful man Thy glory may not see</a:t>
            </a:r>
          </a:p>
        </p:txBody>
      </p:sp>
    </p:spTree>
    <p:extLst>
      <p:ext uri="{BB962C8B-B14F-4D97-AF65-F5344CB8AC3E}">
        <p14:creationId xmlns:p14="http://schemas.microsoft.com/office/powerpoint/2010/main" val="1409724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18C44-81D3-3BCA-0F64-617CC458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1E368A-4161-F7D2-FB6A-D5EA59D34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Thou art holy;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in power,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love, and purity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3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80599-2933-F8B8-6C3B-8B9E9E90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5F95C3-6668-A724-84DD-63EF48041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God Almighty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Thy works shall praise Thy name,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earth, and sky, and sea;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6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E6F7B-BC5F-1EE7-537B-C1D05931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014E2F-9E1A-F7C8-8AA5-CCC5DE5A6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 holy, holy</a:t>
            </a:r>
            <a:r>
              <a:rPr lang="en-US" sz="5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 </a:t>
            </a:r>
          </a:p>
          <a:p>
            <a:r>
              <a:rPr lang="en-US" sz="5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Merciful and mighty</a:t>
            </a: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blessed Trinity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67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185</Words>
  <Application>Microsoft Macintosh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2026-07-26T00:07:19Z</dcterms:modified>
</cp:coreProperties>
</file>