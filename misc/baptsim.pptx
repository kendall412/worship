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sldIdLst>
    <p:sldId id="28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8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2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1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09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57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1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4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7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66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1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7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3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81D93-10E9-CED5-3DBD-F2A54287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23C66ED-DBBF-12CA-7F5E-813E0E7D0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9144000" cy="6894986"/>
            <a:chOff x="0" y="-7622"/>
            <a:chExt cx="12192000" cy="689498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002B52-2669-1ED7-2E0F-0627FC31D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E9EC0D-91EA-9D35-F655-335C580A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70627C-B480-1145-72DC-5B59DBE04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9F81D39-93D1-019C-74DC-4710F5334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27BE781-26D2-C802-7B7D-143B9C46B7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9000"/>
          </a:blip>
          <a:srcRect l="24907" r="5724"/>
          <a:stretch>
            <a:fillRect/>
          </a:stretch>
        </p:blipFill>
        <p:spPr>
          <a:xfrm>
            <a:off x="20" y="-7624"/>
            <a:ext cx="9143980" cy="68873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8D857E-A963-A05B-2147-D58151E12951}"/>
              </a:ext>
            </a:extLst>
          </p:cNvPr>
          <p:cNvSpPr txBox="1"/>
          <p:nvPr/>
        </p:nvSpPr>
        <p:spPr>
          <a:xfrm>
            <a:off x="335280" y="5547360"/>
            <a:ext cx="32303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Baptism</a:t>
            </a:r>
          </a:p>
        </p:txBody>
      </p:sp>
    </p:spTree>
    <p:extLst>
      <p:ext uri="{BB962C8B-B14F-4D97-AF65-F5344CB8AC3E}">
        <p14:creationId xmlns:p14="http://schemas.microsoft.com/office/powerpoint/2010/main" val="3999057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Microsoft Macintosh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</cp:revision>
  <dcterms:created xsi:type="dcterms:W3CDTF">2026-06-20T23:32:49Z</dcterms:created>
  <dcterms:modified xsi:type="dcterms:W3CDTF">2026-06-20T23:34:30Z</dcterms:modified>
</cp:coreProperties>
</file>