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85" r:id="rId4"/>
    <p:sldId id="288" r:id="rId5"/>
    <p:sldId id="289" r:id="rId6"/>
    <p:sldId id="286" r:id="rId7"/>
    <p:sldId id="287" r:id="rId8"/>
    <p:sldId id="290" r:id="rId9"/>
    <p:sldId id="29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7594"/>
    <p:restoredTop sz="94675"/>
  </p:normalViewPr>
  <p:slideViewPr>
    <p:cSldViewPr snapToGrid="0">
      <p:cViewPr varScale="1">
        <p:scale>
          <a:sx n="82" d="100"/>
          <a:sy n="82" d="100"/>
        </p:scale>
        <p:origin x="168" y="1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In Christ Alone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F          C           Am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Christ alone my hope is found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F             G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my light, my strength, my song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F          C             Am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cornerstone, this solid ground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F           G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Firm through the fiercest drought and storm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780CA5-C309-82A9-C217-8E9BD1796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CA73F0B-705F-39D7-4AEF-C723AD7136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C              F                Am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heights of love, what depths of peace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C             F                   Am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fears are stilled, when strivings cease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F          C         Am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comforter, my all     in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F          G           C             C    F   Am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in the love of Christ I stand</a:t>
            </a:r>
          </a:p>
        </p:txBody>
      </p:sp>
    </p:spTree>
    <p:extLst>
      <p:ext uri="{BB962C8B-B14F-4D97-AF65-F5344CB8AC3E}">
        <p14:creationId xmlns:p14="http://schemas.microsoft.com/office/powerpoint/2010/main" val="122520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8C3FCB-0A68-ECFF-334B-2702ABEB5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589CB09-A4CA-D0CD-97A7-0BF14B065B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F        C                 Am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Christ alone, who took on flesh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F          G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Fullness of God in helpless babe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F         C              Am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gift of love and righteousness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F             G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Scorned by the ones He came to save</a:t>
            </a:r>
          </a:p>
        </p:txBody>
      </p:sp>
    </p:spTree>
    <p:extLst>
      <p:ext uri="{BB962C8B-B14F-4D97-AF65-F5344CB8AC3E}">
        <p14:creationId xmlns:p14="http://schemas.microsoft.com/office/powerpoint/2010/main" val="1253187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DED7F9-A243-7A28-6146-C54C90D8C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4AC5E89-3E0C-EB75-98F1-AD3767B622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C            F           Am      G</a:t>
            </a:r>
          </a:p>
          <a:p>
            <a:pPr algn="l"/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'Til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on that cross as Jesus died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F             Am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wrath of God was satisfied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F        C         Am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every sin on Him was laid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F            G           C             C    F   Am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in the death of Christ I live</a:t>
            </a:r>
          </a:p>
        </p:txBody>
      </p:sp>
    </p:spTree>
    <p:extLst>
      <p:ext uri="{BB962C8B-B14F-4D97-AF65-F5344CB8AC3E}">
        <p14:creationId xmlns:p14="http://schemas.microsoft.com/office/powerpoint/2010/main" val="4247434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A0B701-661F-0FBF-D9E9-EFFCCFE93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A6E2721-CA81-F991-1998-4BC919D9D7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F         C                Am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in the ground His body    lay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F             G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Light of the world by darkness slain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F           C             Am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bursting forth in glorious day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F              G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Up from the grave He rose again</a:t>
            </a:r>
          </a:p>
        </p:txBody>
      </p:sp>
    </p:spTree>
    <p:extLst>
      <p:ext uri="{BB962C8B-B14F-4D97-AF65-F5344CB8AC3E}">
        <p14:creationId xmlns:p14="http://schemas.microsoft.com/office/powerpoint/2010/main" val="11988655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F706BF-777E-15AA-EB5A-2F035B354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2DCC49-889B-78EF-8E1E-077516D931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F           Am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as He stands in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vict-ory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     F          Am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Sin's curse has lost its grip on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F      C           F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I am His and He is mine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F             G             C        C    F   Am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Bought with the precious blood of Christ</a:t>
            </a:r>
          </a:p>
        </p:txBody>
      </p:sp>
    </p:spTree>
    <p:extLst>
      <p:ext uri="{BB962C8B-B14F-4D97-AF65-F5344CB8AC3E}">
        <p14:creationId xmlns:p14="http://schemas.microsoft.com/office/powerpoint/2010/main" val="29993605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C9DFFE-559D-8AE9-3335-614B94F2B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6CF4650-15D5-0517-9F1D-78573D12E4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F           C          Am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guilt of life, no fear in death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F             G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is the power of Christ in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F              C.       Am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From life's first cry to final breath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F               G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commands my destiny</a:t>
            </a:r>
          </a:p>
        </p:txBody>
      </p:sp>
    </p:spTree>
    <p:extLst>
      <p:ext uri="{BB962C8B-B14F-4D97-AF65-F5344CB8AC3E}">
        <p14:creationId xmlns:p14="http://schemas.microsoft.com/office/powerpoint/2010/main" val="3986031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F1A30A-BD24-830C-9E3F-65D717438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71C45E3-9228-6028-D44D-24F54D543C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7" y="152399"/>
            <a:ext cx="9696574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F           Am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power of hell, no scheme of man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F             Am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Can ever pluck me from His hand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F        C          Am        G</a:t>
            </a:r>
          </a:p>
          <a:p>
            <a:pPr algn="l"/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'Til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He returns or calls me home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F              G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in the power of Christ I'll stand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1F8B2-DE40-26D1-266F-26527030AC27}"/>
              </a:ext>
            </a:extLst>
          </p:cNvPr>
          <p:cNvSpPr txBox="1"/>
          <p:nvPr/>
        </p:nvSpPr>
        <p:spPr>
          <a:xfrm>
            <a:off x="9399731" y="6059270"/>
            <a:ext cx="26164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X2 and END</a:t>
            </a:r>
          </a:p>
        </p:txBody>
      </p:sp>
    </p:spTree>
    <p:extLst>
      <p:ext uri="{BB962C8B-B14F-4D97-AF65-F5344CB8AC3E}">
        <p14:creationId xmlns:p14="http://schemas.microsoft.com/office/powerpoint/2010/main" val="12388173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</TotalTime>
  <Words>400</Words>
  <Application>Microsoft Macintosh PowerPoint</Application>
  <PresentationFormat>Widescreen</PresentationFormat>
  <Paragraphs>75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45</cp:revision>
  <dcterms:created xsi:type="dcterms:W3CDTF">2025-11-12T03:26:12Z</dcterms:created>
  <dcterms:modified xsi:type="dcterms:W3CDTF">2026-09-25T03:13:32Z</dcterms:modified>
</cp:coreProperties>
</file>