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77" r:id="rId4"/>
    <p:sldId id="276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154"/>
    <p:restoredTop sz="94641"/>
  </p:normalViewPr>
  <p:slideViewPr>
    <p:cSldViewPr snapToGrid="0">
      <p:cViewPr varScale="1">
        <p:scale>
          <a:sx n="76" d="100"/>
          <a:sy n="76" d="100"/>
        </p:scale>
        <p:origin x="224" y="2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i="1" dirty="0">
                <a:latin typeface="Avenir Oblique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Am G     C/E    Am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                                   F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thousand generations falling down in worship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Am  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the song of ages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                          F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who've gone before us and all who will believe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Am                         G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sing the song of ages to the Lamb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8B144-2502-C8D6-B70F-58B7B0905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4984C5-02C7-13A0-BE52-02F7D3A15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3221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   Am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8937F-1B0B-D60E-8A2F-8779586E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EA6FD0-A174-4866-B88D-F0BE10171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F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you've been forgiven and if you've been redeemed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F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 walk in freedom and if you bear His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Am    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We'll sing the song forever and amen</a:t>
            </a:r>
          </a:p>
        </p:txBody>
      </p:sp>
    </p:spTree>
    <p:extLst>
      <p:ext uri="{BB962C8B-B14F-4D97-AF65-F5344CB8AC3E}">
        <p14:creationId xmlns:p14="http://schemas.microsoft.com/office/powerpoint/2010/main" val="1413920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BAA91-F4CA-AF11-8B21-880C24A0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E2076C-EC2B-9AA9-72FB-E39E7447C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715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80269-F0C2-8131-4EE0-D78851E0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FD390-F883-D262-DD50-1D3C4A74F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F   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796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3F22B-B6D4-1B65-3695-3D78C9940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09EFBE8-F6D1-FF88-9FF5-7769380D4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E114FB-42D3-3970-4401-7F040E3DEDFE}"/>
              </a:ext>
            </a:extLst>
          </p:cNvPr>
          <p:cNvSpPr txBox="1"/>
          <p:nvPr/>
        </p:nvSpPr>
        <p:spPr>
          <a:xfrm>
            <a:off x="8502316" y="673767"/>
            <a:ext cx="2951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1 of 2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89448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5C67B-FE69-E38C-986A-A759EB98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CB84DF-7784-29BE-F5B2-98C4666CF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596AC-FFCC-4C68-4D38-D5D7874EE79D}"/>
              </a:ext>
            </a:extLst>
          </p:cNvPr>
          <p:cNvSpPr txBox="1"/>
          <p:nvPr/>
        </p:nvSpPr>
        <p:spPr>
          <a:xfrm>
            <a:off x="8502316" y="673767"/>
            <a:ext cx="2951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2 of 2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072817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8CD93-5E2C-B84D-A10B-5E41D849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0D5276-DEFE-E10E-3378-8813A32DF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059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5DA3A-821F-B154-8D09-F7DC61C3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D0B4A5-785F-DD93-7066-973C87335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F   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504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6467F-349E-71A5-A77C-B5B2E0A88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3659AC-BF4A-AB29-8F56-437766A13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A101A-3762-DDDA-D38F-78AA34AB84EF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792229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489</Words>
  <Application>Microsoft Macintosh PowerPoint</Application>
  <PresentationFormat>Widescreen</PresentationFormat>
  <Paragraphs>115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Avenir Medium</vt:lpstr>
      <vt:lpstr>Avenir Oblique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21</cp:revision>
  <dcterms:created xsi:type="dcterms:W3CDTF">2025-11-12T03:26:12Z</dcterms:created>
  <dcterms:modified xsi:type="dcterms:W3CDTF">2026-06-14T03:53:08Z</dcterms:modified>
</cp:coreProperties>
</file>