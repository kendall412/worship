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77" r:id="rId4"/>
    <p:sldId id="276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94726"/>
  </p:normalViewPr>
  <p:slideViewPr>
    <p:cSldViewPr snapToGrid="0">
      <p:cViewPr varScale="1">
        <p:scale>
          <a:sx n="96" d="100"/>
          <a:sy n="96" d="100"/>
        </p:scale>
        <p:origin x="192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i="1" dirty="0">
                <a:latin typeface="Avenir Oblique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Am G     C/E    Am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    F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falling down in worship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Am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               F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and all who will believe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Am                         G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to the Lamb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Am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and if you've been redeemed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and if you bear His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Am  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and amen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BAA91-F4CA-AF11-8B21-880C24A0F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E2076C-EC2B-9AA9-72FB-E39E7447C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715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3F22B-B6D4-1B65-3695-3D78C9940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9EFBE8-F6D1-FF88-9FF5-7769380D4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114FB-42D3-3970-4401-7F040E3DEDFE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1 of 2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489448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5C67B-FE69-E38C-986A-A759EB9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CB84DF-7784-29BE-F5B2-98C4666CF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3596AC-FFCC-4C68-4D38-D5D7874EE79D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2 of 2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072817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8CD93-5E2C-B84D-A10B-5E41D849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0D5276-DEFE-E10E-3378-8813A32DF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059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5DA3A-821F-B154-8D09-F7DC61C3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D0B4A5-785F-DD93-7066-973C87335F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504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6467F-349E-71A5-A77C-B5B2E0A8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3659AC-BF4A-AB29-8F56-437766A13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EE651-6844-9EC6-A0D9-602381185E21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END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792229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489</Words>
  <Application>Microsoft Macintosh PowerPoint</Application>
  <PresentationFormat>Widescreen</PresentationFormat>
  <Paragraphs>115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2026-06-14T01:46:00Z</dcterms:modified>
</cp:coreProperties>
</file>