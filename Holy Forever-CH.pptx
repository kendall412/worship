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3"/>
    <p:sldId id="277" r:id="rId4"/>
    <p:sldId id="276" r:id="rId5"/>
    <p:sldId id="278" r:id="rId6"/>
    <p:sldId id="279" r:id="rId7"/>
    <p:sldId id="280" r:id="rId8"/>
    <p:sldId id="281" r:id="rId9"/>
    <p:sldId id="282" r:id="rId10"/>
    <p:sldId id="283" r:id="rId11"/>
    <p:sldId id="284" r:id="rId12"/>
    <p:sldId id="28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715"/>
    <p:restoredTop sz="94758"/>
  </p:normalViewPr>
  <p:slideViewPr>
    <p:cSldViewPr snapToGrid="0">
      <p:cViewPr varScale="1">
        <p:scale>
          <a:sx n="80" d="100"/>
          <a:sy n="80" d="100"/>
        </p:scale>
        <p:origin x="200" y="1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mountain with snow and a sunset&#10;&#10;AI-generated content may be incorrect.">
            <a:extLst>
              <a:ext uri="{FF2B5EF4-FFF2-40B4-BE49-F238E27FC236}">
                <a16:creationId xmlns:a16="http://schemas.microsoft.com/office/drawing/2014/main" id="{6A4D72FC-DF1E-94F8-76BF-4DA02F41FD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24" r="4528"/>
          <a:stretch>
            <a:fillRect/>
          </a:stretch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35403" y="4629234"/>
            <a:ext cx="3445766" cy="1485319"/>
          </a:xfrm>
          <a:noFill/>
        </p:spPr>
        <p:txBody>
          <a:bodyPr>
            <a:normAutofit/>
          </a:bodyPr>
          <a:lstStyle/>
          <a:p>
            <a:pPr algn="l"/>
            <a:endParaRPr lang="en-US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i="1" dirty="0">
                <a:latin typeface="Avenir Oblique" panose="02000503020000020003" pitchFamily="2" charset="0"/>
                <a:ea typeface="Bodoni Ornaments" pitchFamily="2" charset="0"/>
              </a:rPr>
              <a:t>Holy Forever</a:t>
            </a: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95" y="192505"/>
            <a:ext cx="11855116" cy="6481011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Am G     C/E    Am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C                                   F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thousand generations falling down in worship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Am                       G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sing the song of ages to the Lamb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C                                                   F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all who've gone before us and all who will believe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Am                         G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Will sing the song of ages to the Lamb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68B144-2502-C8D6-B70F-58B7B0905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4984C5-02C7-13A0-BE52-02F7D3A151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95" y="192505"/>
            <a:ext cx="11855116" cy="6481011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highest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greatest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F      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thrones and dominions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powers and positions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Dm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232213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F            Am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angels cry: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creation cries: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Dm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lifted high,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Csus4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68937F-1B0B-D60E-8A2F-8779586E2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EA6FD0-A174-4866-B88D-F0BE10171A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95" y="192505"/>
            <a:ext cx="11855116" cy="6481011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F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If you've been forgiven and if you've been redeemed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G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the song forever to the Lamb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F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If you walk in freedom and if you bear His name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G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the song forever to the Lamb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Am                         G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We'll sing the song forever and amen</a:t>
            </a:r>
          </a:p>
        </p:txBody>
      </p:sp>
    </p:spTree>
    <p:extLst>
      <p:ext uri="{BB962C8B-B14F-4D97-AF65-F5344CB8AC3E}">
        <p14:creationId xmlns:p14="http://schemas.microsoft.com/office/powerpoint/2010/main" val="1413920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BAA91-F4CA-AF11-8B21-880C24A0F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EE2076C-EC2B-9AA9-72FB-E39E7447C5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F         Am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angels cry: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creation cries: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Dm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lifted high,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Csus4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47155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880269-F0C2-8131-4EE0-D78851E0F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FFD390-F883-D262-DD50-1D3C4A74F4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F            Am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Hear your people sing: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C  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King of Kings: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Dm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will always be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Csus4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67967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23F22B-B6D4-1B65-3695-3D78C9940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09EFBE8-F6D1-FF88-9FF5-7769380D44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95" y="192505"/>
            <a:ext cx="11855116" cy="6481011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highest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greatest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F      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thrones and dominions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powers and positions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Dm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E114FB-42D3-3970-4401-7F040E3DEDFE}"/>
              </a:ext>
            </a:extLst>
          </p:cNvPr>
          <p:cNvSpPr txBox="1"/>
          <p:nvPr/>
        </p:nvSpPr>
        <p:spPr>
          <a:xfrm>
            <a:off x="8502316" y="673767"/>
            <a:ext cx="29517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1 of 2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4894481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B5C67B-FE69-E38C-986A-A759EB98F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FCB84DF-7784-29BE-F5B2-98C4666CF1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95" y="192505"/>
            <a:ext cx="11855116" cy="6481011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highest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is the greatest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F                          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thrones and dominions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powers and positions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                                   Dm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name stands above them all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3596AC-FFCC-4C68-4D38-D5D7874EE79D}"/>
              </a:ext>
            </a:extLst>
          </p:cNvPr>
          <p:cNvSpPr txBox="1"/>
          <p:nvPr/>
        </p:nvSpPr>
        <p:spPr>
          <a:xfrm>
            <a:off x="8502316" y="673767"/>
            <a:ext cx="29517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2 of 2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0728170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E8CD93-5E2C-B84D-A10B-5E41D849D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F0D5276-DEFE-E10E-3378-8813A32DF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F         Am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angels cry: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creation cries: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Dm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lifted high,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Csus4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60594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F5DA3A-821F-B154-8D09-F7DC61C37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D0B4A5-785F-DD93-7066-973C87335F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F            Am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Hear your people sing: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C  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King of Kings: "Ho-o-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"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Dm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will always be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Csus4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5504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D6467F-349E-71A5-A77C-B5B2E0A88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33659AC-BF4A-AB29-8F56-437766A135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505" y="208547"/>
            <a:ext cx="11871158" cy="6464969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Dm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will always be ho-o-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ly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Csus4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fore -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ver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DEE651-6844-9EC6-A0D9-602381185E21}"/>
              </a:ext>
            </a:extLst>
          </p:cNvPr>
          <p:cNvSpPr txBox="1"/>
          <p:nvPr/>
        </p:nvSpPr>
        <p:spPr>
          <a:xfrm>
            <a:off x="8502316" y="673767"/>
            <a:ext cx="29517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END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7922293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488</Words>
  <Application>Microsoft Macintosh PowerPoint</Application>
  <PresentationFormat>Widescreen</PresentationFormat>
  <Paragraphs>115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Avenir Medium</vt:lpstr>
      <vt:lpstr>Avenir Oblique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19</cp:revision>
  <dcterms:created xsi:type="dcterms:W3CDTF">2025-11-12T03:26:12Z</dcterms:created>
  <dcterms:modified xsi:type="dcterms:W3CDTF">2026-06-11T05:39:49Z</dcterms:modified>
</cp:coreProperties>
</file>