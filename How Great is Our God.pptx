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4" r:id="rId4"/>
    <p:sldId id="279" r:id="rId5"/>
    <p:sldId id="281" r:id="rId6"/>
    <p:sldId id="283" r:id="rId7"/>
    <p:sldId id="28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813"/>
  </p:normalViewPr>
  <p:slideViewPr>
    <p:cSldViewPr snapToGrid="0">
      <p:cViewPr varScale="1">
        <p:scale>
          <a:sx n="119" d="100"/>
          <a:sy n="119" d="100"/>
        </p:scale>
        <p:origin x="6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</a:t>
            </a:r>
            <a:endParaRPr lang="en-US" sz="6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388B23-76CC-E51D-D29D-B12723E5C046}"/>
              </a:ext>
            </a:extLst>
          </p:cNvPr>
          <p:cNvSpPr txBox="1"/>
          <p:nvPr/>
        </p:nvSpPr>
        <p:spPr>
          <a:xfrm>
            <a:off x="168442" y="5444311"/>
            <a:ext cx="88071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Words &amp; Music by Chris Tomlin, Jesse Reeves, and Ed Cash (2004)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© Capitol CMG Publishing and Music Services, Inc. (includes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sixsteps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Music,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worshiptogether.com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songs, and Wondrously Made Songs)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splendor of a King,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clothed in majesty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all the earth rejoice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the earth rejoice</a:t>
            </a: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E6B110-3E10-4B53-3F11-46094839F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BDEC68E-D63E-8B02-7D47-D19225E4AB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wraps himself in Light,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darkness tries to hide</a:t>
            </a:r>
          </a:p>
          <a:p>
            <a:endParaRPr lang="en-US" sz="400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trembles at His voice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Trembles at His voice</a:t>
            </a:r>
          </a:p>
        </p:txBody>
      </p:sp>
    </p:spTree>
    <p:extLst>
      <p:ext uri="{BB962C8B-B14F-4D97-AF65-F5344CB8AC3E}">
        <p14:creationId xmlns:p14="http://schemas.microsoft.com/office/powerpoint/2010/main" val="26068745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BFBF6E-A800-A557-4607-B211D092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31C481-F61F-FA71-2898-FC5F29B5D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with 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will see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</a:t>
            </a:r>
          </a:p>
        </p:txBody>
      </p:sp>
    </p:spTree>
    <p:extLst>
      <p:ext uri="{BB962C8B-B14F-4D97-AF65-F5344CB8AC3E}">
        <p14:creationId xmlns:p14="http://schemas.microsoft.com/office/powerpoint/2010/main" val="2718413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0FA173-46CA-7AAB-1569-E660F5F7C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7499E7-A73A-4ADF-789E-FDCCFF5BBC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Age to age He stands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time is in His hands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Beginning and the end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Beginning and the end</a:t>
            </a:r>
          </a:p>
        </p:txBody>
      </p:sp>
    </p:spTree>
    <p:extLst>
      <p:ext uri="{BB962C8B-B14F-4D97-AF65-F5344CB8AC3E}">
        <p14:creationId xmlns:p14="http://schemas.microsoft.com/office/powerpoint/2010/main" val="1804582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1BC40A-771C-B3EC-CBD3-9C9893E65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5A380D5-292A-BC7C-23D6-50F16723F0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Godhead Three in 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Father Spirit Son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Lion and the Lamb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Lion and the Lamb</a:t>
            </a:r>
          </a:p>
        </p:txBody>
      </p:sp>
    </p:spTree>
    <p:extLst>
      <p:ext uri="{BB962C8B-B14F-4D97-AF65-F5344CB8AC3E}">
        <p14:creationId xmlns:p14="http://schemas.microsoft.com/office/powerpoint/2010/main" val="8088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07371-FAA9-2FAD-311B-49D36E1E8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30F81D-515B-FE3E-3EEB-84A0303B15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with 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will see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</a:t>
            </a:r>
          </a:p>
        </p:txBody>
      </p:sp>
    </p:spTree>
    <p:extLst>
      <p:ext uri="{BB962C8B-B14F-4D97-AF65-F5344CB8AC3E}">
        <p14:creationId xmlns:p14="http://schemas.microsoft.com/office/powerpoint/2010/main" val="6869352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</TotalTime>
  <Words>179</Words>
  <Application>Microsoft Macintosh PowerPoint</Application>
  <PresentationFormat>On-screen Show (4:3)</PresentationFormat>
  <Paragraphs>40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21</cp:revision>
  <dcterms:created xsi:type="dcterms:W3CDTF">2025-11-12T03:26:12Z</dcterms:created>
  <dcterms:modified xsi:type="dcterms:W3CDTF">2026-09-25T05:57:49Z</dcterms:modified>
</cp:coreProperties>
</file>