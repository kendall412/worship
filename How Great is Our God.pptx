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79" r:id="rId4"/>
    <p:sldId id="281" r:id="rId5"/>
    <p:sldId id="282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4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</a:t>
            </a:r>
            <a:endParaRPr lang="en-US" sz="6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88B23-76CC-E51D-D29D-B12723E5C046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Words &amp; Music by Chris Tomlin, Jesse Reeves, and Ed Cash (2004)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© Capitol CMG Publishing and Music Services, Inc. (includes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sixsteps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Music,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worshiptogether.com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songs, and Wondrously Made Songs)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splendor of a King, clothed in majesty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all the earth rejoice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the earth rejoice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wraps himself in Light, and darkness tries to hide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trembles at His voice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Trembles at His voice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and all will see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0FA173-46CA-7AAB-1569-E660F5F7C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7499E7-A73A-4ADF-789E-FDCCFF5BBC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Age to age He stands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time is in His hands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Beginning and the end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Godhead Three in One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Father Spirit Son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Lion and the Lamb</a:t>
            </a:r>
          </a:p>
        </p:txBody>
      </p:sp>
    </p:spTree>
    <p:extLst>
      <p:ext uri="{BB962C8B-B14F-4D97-AF65-F5344CB8AC3E}">
        <p14:creationId xmlns:p14="http://schemas.microsoft.com/office/powerpoint/2010/main" val="1804582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07371-FAA9-2FAD-311B-49D36E1E8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30F81D-515B-FE3E-3EEB-84A0303B15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sing with me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is our God, and all will see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great, how great is our God</a:t>
            </a:r>
          </a:p>
        </p:txBody>
      </p:sp>
    </p:spTree>
    <p:extLst>
      <p:ext uri="{BB962C8B-B14F-4D97-AF65-F5344CB8AC3E}">
        <p14:creationId xmlns:p14="http://schemas.microsoft.com/office/powerpoint/2010/main" val="6869352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</TotalTime>
  <Words>179</Words>
  <Application>Microsoft Macintosh PowerPoint</Application>
  <PresentationFormat>On-screen Show (4:3)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20</cp:revision>
  <dcterms:created xsi:type="dcterms:W3CDTF">2025-11-12T03:26:12Z</dcterms:created>
  <dcterms:modified xsi:type="dcterms:W3CDTF">2026-08-03T19:32:16Z</dcterms:modified>
</cp:coreProperties>
</file>