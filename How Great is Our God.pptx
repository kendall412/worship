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330" r:id="rId3"/>
    <p:sldId id="331" r:id="rId4"/>
    <p:sldId id="279" r:id="rId5"/>
    <p:sldId id="354" r:id="rId6"/>
    <p:sldId id="332" r:id="rId7"/>
    <p:sldId id="333" r:id="rId8"/>
    <p:sldId id="355" r:id="rId9"/>
    <p:sldId id="35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44"/>
  </p:normalViewPr>
  <p:slideViewPr>
    <p:cSldViewPr snapToGrid="0">
      <p:cViewPr varScale="1">
        <p:scale>
          <a:sx n="119" d="100"/>
          <a:sy n="119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</a:t>
            </a:r>
            <a:endParaRPr lang="en-US" sz="6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388B23-76CC-E51D-D29D-B12723E5C046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Chris Tomlin, Jesse Reeves, and Ed Cash (2004)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Capitol CMG Publishing and Music Services, Inc. (includes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sixsteps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worshiptogether.com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songs, and Wondrously Made Songs)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splendor of a King,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clothed in majesty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all the earth rejoice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rejoice</a:t>
            </a:r>
          </a:p>
        </p:txBody>
      </p:sp>
    </p:spTree>
    <p:extLst>
      <p:ext uri="{BB962C8B-B14F-4D97-AF65-F5344CB8AC3E}">
        <p14:creationId xmlns:p14="http://schemas.microsoft.com/office/powerpoint/2010/main" val="1342514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6B110-3E10-4B53-3F11-46094839F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DEC68E-D63E-8B02-7D47-D19225E4A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wraps himself in Light,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darkness tries to hide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trembles at His voice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Trembles at His voice</a:t>
            </a:r>
          </a:p>
        </p:txBody>
      </p:sp>
    </p:spTree>
    <p:extLst>
      <p:ext uri="{BB962C8B-B14F-4D97-AF65-F5344CB8AC3E}">
        <p14:creationId xmlns:p14="http://schemas.microsoft.com/office/powerpoint/2010/main" val="2606874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716285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with me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</a:t>
            </a: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86EF5-30A6-2D8F-21AA-3E6E75DB0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4AC2CA-4F17-FE10-40A4-F76A3489A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716285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will see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</a:t>
            </a:r>
          </a:p>
        </p:txBody>
      </p:sp>
    </p:spTree>
    <p:extLst>
      <p:ext uri="{BB962C8B-B14F-4D97-AF65-F5344CB8AC3E}">
        <p14:creationId xmlns:p14="http://schemas.microsoft.com/office/powerpoint/2010/main" val="3177438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0FA173-46CA-7AAB-1569-E660F5F7C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7499E7-A73A-4ADF-789E-FDCCFF5BB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Age to age He stands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time is in His hands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Beginning and the end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Beginning and the end</a:t>
            </a:r>
          </a:p>
        </p:txBody>
      </p:sp>
    </p:spTree>
    <p:extLst>
      <p:ext uri="{BB962C8B-B14F-4D97-AF65-F5344CB8AC3E}">
        <p14:creationId xmlns:p14="http://schemas.microsoft.com/office/powerpoint/2010/main" val="1804582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BC40A-771C-B3EC-CBD3-9C9893E65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A380D5-292A-BC7C-23D6-50F16723F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Godhead Three in 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Father Spirit Son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Lion and the Lamb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Lion and the Lamb</a:t>
            </a:r>
          </a:p>
        </p:txBody>
      </p:sp>
    </p:spTree>
    <p:extLst>
      <p:ext uri="{BB962C8B-B14F-4D97-AF65-F5344CB8AC3E}">
        <p14:creationId xmlns:p14="http://schemas.microsoft.com/office/powerpoint/2010/main" val="8088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431F24-B59A-EC3A-6ED9-0375A10FC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8E6D50-8BC8-F0C8-DB18-856E61CA4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716285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with me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</a:t>
            </a:r>
          </a:p>
        </p:txBody>
      </p:sp>
    </p:spTree>
    <p:extLst>
      <p:ext uri="{BB962C8B-B14F-4D97-AF65-F5344CB8AC3E}">
        <p14:creationId xmlns:p14="http://schemas.microsoft.com/office/powerpoint/2010/main" val="4109822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FC8BE5-C3F0-2BD7-3862-91B6254C4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DAF28F3-7B2C-3F01-053C-61A578ADA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716285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will see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</a:t>
            </a:r>
          </a:p>
        </p:txBody>
      </p:sp>
    </p:spTree>
    <p:extLst>
      <p:ext uri="{BB962C8B-B14F-4D97-AF65-F5344CB8AC3E}">
        <p14:creationId xmlns:p14="http://schemas.microsoft.com/office/powerpoint/2010/main" val="1773322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181</Words>
  <Application>Microsoft Macintosh PowerPoint</Application>
  <PresentationFormat>On-screen Show (4:3)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2026-10-09T04:28:49Z</dcterms:modified>
</cp:coreProperties>
</file>