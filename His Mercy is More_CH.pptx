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2" r:id="rId3"/>
    <p:sldId id="260" r:id="rId4"/>
    <p:sldId id="261" r:id="rId5"/>
    <p:sldId id="259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9"/>
    <p:restoredTop sz="94694"/>
  </p:normalViewPr>
  <p:slideViewPr>
    <p:cSldViewPr snapToGrid="0">
      <p:cViewPr varScale="1">
        <p:scale>
          <a:sx n="107" d="100"/>
          <a:sy n="107" d="100"/>
        </p:scale>
        <p:origin x="1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171DC-FEDD-4A1C-FD22-D2CB403D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63502A-CAAA-C6D0-037F-1A6AA07A9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97917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C21AE-62D7-8212-9813-7A15697E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279BC-EC6B-E7D7-BEC4-D6AC90089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26712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461BD-C845-840A-EAC2-ABDFCD10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C29F60-22B1-3E8D-ED2C-9A01A471A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92630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9699A-1C08-9EFB-9CF2-08D5FBA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57661B-3091-0E01-24FD-4DA1D808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99295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6430C-F080-BAC0-6911-7773A1C7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9FF72-2542-4B42-F83E-6F9237349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30025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57511-55CF-9AF6-63C4-CA8AF74A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40B855-4967-09E1-361A-6BD31C1FA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49312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6B65D-96F1-5B6D-9D9A-933A4AAB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DBBAA-2033-906F-4C36-5619AE08F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16901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A5D3B-5A31-5698-7DF9-54DDEFA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98300B-F415-10BF-A959-7056D317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938360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7808D-1E46-8C81-5D76-B14D1413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E42776-788D-F826-6994-B48B153D9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229</Words>
  <Application>Microsoft Macintosh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13</cp:revision>
  <dcterms:created xsi:type="dcterms:W3CDTF">2025-11-12T03:26:12Z</dcterms:created>
  <dcterms:modified xsi:type="dcterms:W3CDTF">2025-11-16T03:37:37Z</dcterms:modified>
</cp:coreProperties>
</file>