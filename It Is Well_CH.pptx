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75" r:id="rId3"/>
    <p:sldId id="265" r:id="rId4"/>
    <p:sldId id="276" r:id="rId5"/>
    <p:sldId id="279" r:id="rId6"/>
    <p:sldId id="277" r:id="rId7"/>
    <p:sldId id="280" r:id="rId8"/>
    <p:sldId id="278" r:id="rId9"/>
    <p:sldId id="28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298"/>
    <p:restoredTop sz="94581"/>
  </p:normalViewPr>
  <p:slideViewPr>
    <p:cSldViewPr snapToGrid="0">
      <p:cViewPr varScale="1">
        <p:scale>
          <a:sx n="98" d="100"/>
          <a:sy n="98" d="100"/>
        </p:scale>
        <p:origin x="232" y="1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It Is Well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   C   D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peace like a river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attendeth</a:t>
            </a:r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my way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            A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sorrows like sea billows roll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C                     A                    D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Whatever my lot, Thou hast taught me to say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C       D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G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4F416-7156-D40D-6F1E-5F0CE0EFF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6B456A-09A8-DA29-A2DD-F56E12DCC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                     C  D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 Satan should buffet, though trials should come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Em       A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this blest assurance control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                  C                 A         D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Christ has regarded my helpless estate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       C         D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has shed His own blood for my soul</a:t>
            </a:r>
          </a:p>
        </p:txBody>
      </p:sp>
    </p:spTree>
    <p:extLst>
      <p:ext uri="{BB962C8B-B14F-4D97-AF65-F5344CB8AC3E}">
        <p14:creationId xmlns:p14="http://schemas.microsoft.com/office/powerpoint/2010/main" val="3540934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46C626-1C7C-832E-FD9A-E6AC449A4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5FD494-5511-309A-033D-8F60B90D6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G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3447987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D33EFA-F7D0-9842-96CE-E6E8E483F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081542-C896-4EDB-AEF8-63986A716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G                                     C  D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sin - O, the bliss of this glorious thought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Em             A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sin - not in part but the whole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C              A              D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nailed to the cross and I bear it no more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       C     D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praise the Lord, O my soul</a:t>
            </a:r>
          </a:p>
        </p:txBody>
      </p:sp>
    </p:spTree>
    <p:extLst>
      <p:ext uri="{BB962C8B-B14F-4D97-AF65-F5344CB8AC3E}">
        <p14:creationId xmlns:p14="http://schemas.microsoft.com/office/powerpoint/2010/main" val="3555321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DC527E-21C1-1FC1-2A61-4A3F41A1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E538ED-147B-D896-9936-0DE138A1B9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G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544536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D4447A-720C-CA96-7725-4077679A1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35616B-7ADC-8E71-444D-852045398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                                    C     D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And, Lord haste the day when the faith shall be sight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Em                      A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clouds be rolled back as a scroll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C                          A              D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trump shall resound and the Lord shall descend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C     D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so -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2480558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A8ACDD-D29E-68E1-E15F-B84622C09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3C419CF-AA2C-8A4A-8F23-6F0BDC5C49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 (it is well)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soul (with my soul)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G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well, it is well with my soul</a:t>
            </a:r>
          </a:p>
        </p:txBody>
      </p:sp>
    </p:spTree>
    <p:extLst>
      <p:ext uri="{BB962C8B-B14F-4D97-AF65-F5344CB8AC3E}">
        <p14:creationId xmlns:p14="http://schemas.microsoft.com/office/powerpoint/2010/main" val="143466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371</Words>
  <Application>Microsoft Macintosh PowerPoint</Application>
  <PresentationFormat>Widescreen</PresentationFormat>
  <Paragraphs>66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23</cp:revision>
  <dcterms:created xsi:type="dcterms:W3CDTF">2025-11-12T03:26:12Z</dcterms:created>
  <dcterms:modified xsi:type="dcterms:W3CDTF">2026-06-01T02:14:14Z</dcterms:modified>
</cp:coreProperties>
</file>