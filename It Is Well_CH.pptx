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75" r:id="rId3"/>
    <p:sldId id="265" r:id="rId4"/>
    <p:sldId id="276" r:id="rId5"/>
    <p:sldId id="279" r:id="rId6"/>
    <p:sldId id="277" r:id="rId7"/>
    <p:sldId id="280" r:id="rId8"/>
    <p:sldId id="278" r:id="rId9"/>
    <p:sldId id="28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178"/>
    <p:restoredTop sz="94606"/>
  </p:normalViewPr>
  <p:slideViewPr>
    <p:cSldViewPr snapToGrid="0">
      <p:cViewPr varScale="1">
        <p:scale>
          <a:sx n="100" d="100"/>
          <a:sy n="100" d="100"/>
        </p:scale>
        <p:origin x="184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CF013-4574-2AD0-7BFD-6E771B7E5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Matterhorn with snow and stars in the sky&#10;&#10;AI-generated content may be incorrect.">
            <a:extLst>
              <a:ext uri="{FF2B5EF4-FFF2-40B4-BE49-F238E27FC236}">
                <a16:creationId xmlns:a16="http://schemas.microsoft.com/office/drawing/2014/main" id="{20FF3D56-E105-8F19-A54E-4F173C83BF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59" t="9091" r="25205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D9A51-1655-DF8C-52C5-2398AD783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latin typeface="Avenir Oblique" panose="02000503020000020003" pitchFamily="2" charset="0"/>
                <a:ea typeface="Bodoni Ornaments" pitchFamily="2" charset="0"/>
              </a:rPr>
              <a:t>It Is Well</a:t>
            </a:r>
          </a:p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6047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E1F97-17F4-001F-7673-B8EFA09D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0AA937-867D-D484-37E8-C9B43A905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" y="497702"/>
            <a:ext cx="11620500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G                            C   D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peace like a river </a:t>
            </a:r>
            <a:r>
              <a:rPr lang="en-US" sz="28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attendeth</a:t>
            </a:r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my way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Em                A  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sorrows like sea billows roll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C                     A                    D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Whatever my lot, Thou hast taught me to say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C       D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with my soul</a:t>
            </a:r>
          </a:p>
        </p:txBody>
      </p:sp>
    </p:spTree>
    <p:extLst>
      <p:ext uri="{BB962C8B-B14F-4D97-AF65-F5344CB8AC3E}">
        <p14:creationId xmlns:p14="http://schemas.microsoft.com/office/powerpoint/2010/main" val="2991002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AFF0EA-04E9-B7E9-0BF6-7D546FDEE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377A57-C32B-6F9A-6862-0207CC2B8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 (it is well)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 (with my soul)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G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with my soul</a:t>
            </a:r>
          </a:p>
        </p:txBody>
      </p:sp>
    </p:spTree>
    <p:extLst>
      <p:ext uri="{BB962C8B-B14F-4D97-AF65-F5344CB8AC3E}">
        <p14:creationId xmlns:p14="http://schemas.microsoft.com/office/powerpoint/2010/main" val="3098694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C4F416-7156-D40D-6F1E-5F0CE0EFF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76B456A-09A8-DA29-A2DD-F56E12DCCF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G                                        C  D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Though Satan should buffet, though trials should come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Em       A  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this blest assurance control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G                  C                 A         D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Christ has regarded my helpless estate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G                    C         D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has shed His own blood for my soul</a:t>
            </a:r>
          </a:p>
        </p:txBody>
      </p:sp>
    </p:spTree>
    <p:extLst>
      <p:ext uri="{BB962C8B-B14F-4D97-AF65-F5344CB8AC3E}">
        <p14:creationId xmlns:p14="http://schemas.microsoft.com/office/powerpoint/2010/main" val="3540934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46C626-1C7C-832E-FD9A-E6AC449A4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5FD494-5511-309A-033D-8F60B90D6D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 (it is well)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 (with my soul)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G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with my soul</a:t>
            </a:r>
          </a:p>
        </p:txBody>
      </p:sp>
    </p:spTree>
    <p:extLst>
      <p:ext uri="{BB962C8B-B14F-4D97-AF65-F5344CB8AC3E}">
        <p14:creationId xmlns:p14="http://schemas.microsoft.com/office/powerpoint/2010/main" val="3447987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D33EFA-F7D0-9842-96CE-E6E8E483F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F081542-C896-4EDB-AEF8-63986A716E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G                                     C  D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sin - O, the bliss of this glorious thought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Em             A    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sin - not in part but the whole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G                     C              A              D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nailed to the cross and I bear it no more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G                          C     D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 praise the Lord, O my soul</a:t>
            </a:r>
          </a:p>
        </p:txBody>
      </p:sp>
    </p:spTree>
    <p:extLst>
      <p:ext uri="{BB962C8B-B14F-4D97-AF65-F5344CB8AC3E}">
        <p14:creationId xmlns:p14="http://schemas.microsoft.com/office/powerpoint/2010/main" val="3555321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DC527E-21C1-1FC1-2A61-4A3F41A1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DE538ED-147B-D896-9936-0DE138A1B9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 (it is well)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 (with my soul)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G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with my soul</a:t>
            </a:r>
          </a:p>
        </p:txBody>
      </p:sp>
    </p:spTree>
    <p:extLst>
      <p:ext uri="{BB962C8B-B14F-4D97-AF65-F5344CB8AC3E}">
        <p14:creationId xmlns:p14="http://schemas.microsoft.com/office/powerpoint/2010/main" val="544536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D4447A-720C-CA96-7725-4077679A1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735616B-7ADC-8E71-444D-852045398E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G                                               C     D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And, Lord haste the day when the faith shall be sight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Em                      A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clouds be rolled back as a scroll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  C                          A              D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trump shall resound and the Lord shall descend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               C     D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Even so - it is well with my soul</a:t>
            </a:r>
          </a:p>
        </p:txBody>
      </p:sp>
    </p:spTree>
    <p:extLst>
      <p:ext uri="{BB962C8B-B14F-4D97-AF65-F5344CB8AC3E}">
        <p14:creationId xmlns:p14="http://schemas.microsoft.com/office/powerpoint/2010/main" val="2480558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A8ACDD-D29E-68E1-E15F-B84622C09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3C419CF-AA2C-8A4A-8F23-6F0BDC5C49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1128169" cy="5862596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 (it is well)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 (with my soul)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G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with my soul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3F2AF3-E7F3-D5DA-F958-95B195C78991}"/>
              </a:ext>
            </a:extLst>
          </p:cNvPr>
          <p:cNvSpPr txBox="1"/>
          <p:nvPr/>
        </p:nvSpPr>
        <p:spPr>
          <a:xfrm>
            <a:off x="9639300" y="6211669"/>
            <a:ext cx="2552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chemeClr val="bg1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434669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372</Words>
  <Application>Microsoft Macintosh PowerPoint</Application>
  <PresentationFormat>Widescreen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25</cp:revision>
  <dcterms:created xsi:type="dcterms:W3CDTF">2025-11-12T03:26:12Z</dcterms:created>
  <dcterms:modified xsi:type="dcterms:W3CDTF">2026-10-22T03:38:21Z</dcterms:modified>
</cp:coreProperties>
</file>