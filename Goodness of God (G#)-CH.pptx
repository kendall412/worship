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5" r:id="rId4"/>
    <p:sldId id="276" r:id="rId5"/>
    <p:sldId id="281" r:id="rId6"/>
    <p:sldId id="278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3"/>
    <p:restoredTop sz="94363"/>
  </p:normalViewPr>
  <p:slideViewPr>
    <p:cSldViewPr snapToGrid="0">
      <p:cViewPr varScale="1">
        <p:scale>
          <a:sx n="111" d="100"/>
          <a:sy n="111" d="100"/>
        </p:scale>
        <p:origin x="216" y="2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74684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C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For Your mercy never fails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       C                  D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Em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D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D                Gsus4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022C6-1F07-1863-1A77-06E3A0BF943D}"/>
              </a:ext>
            </a:extLst>
          </p:cNvPr>
          <p:cNvSpPr txBox="1"/>
          <p:nvPr/>
        </p:nvSpPr>
        <p:spPr>
          <a:xfrm>
            <a:off x="9508435" y="160130"/>
            <a:ext cx="268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CAPO @ 1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17854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C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Em                    C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Em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F   D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20E5-CC75-5F30-86CA-387EF7A4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5F1FEC-16B9-9674-A0F1-5EAFAA9B4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45535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5E8C2-4137-B3F9-D63C-CC3899AB5BDA}"/>
              </a:ext>
            </a:extLst>
          </p:cNvPr>
          <p:cNvSpPr txBox="1"/>
          <p:nvPr/>
        </p:nvSpPr>
        <p:spPr>
          <a:xfrm>
            <a:off x="11146419" y="6211669"/>
            <a:ext cx="89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6EF4D-F8EB-44F2-90AC-7CBAE665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9957F9-78DB-3D97-D4AA-36F09CCCD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352419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ADD0E-AABA-AB86-DD50-F82477A9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EEBA83-A119-B92C-9347-D9D0CAEB9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CD1256-6088-C7E9-F4CE-2ADE132E1AD0}"/>
              </a:ext>
            </a:extLst>
          </p:cNvPr>
          <p:cNvSpPr txBox="1"/>
          <p:nvPr/>
        </p:nvSpPr>
        <p:spPr>
          <a:xfrm>
            <a:off x="10683358" y="6211669"/>
            <a:ext cx="150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8299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378</Words>
  <Application>Microsoft Macintosh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28</cp:revision>
  <dcterms:created xsi:type="dcterms:W3CDTF">2025-11-12T03:26:12Z</dcterms:created>
  <dcterms:modified xsi:type="dcterms:W3CDTF">2026-09-18T02:41:28Z</dcterms:modified>
</cp:coreProperties>
</file>