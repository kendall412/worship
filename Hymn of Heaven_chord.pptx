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58" r:id="rId4"/>
    <p:sldId id="260" r:id="rId5"/>
    <p:sldId id="275" r:id="rId6"/>
    <p:sldId id="265" r:id="rId7"/>
    <p:sldId id="276" r:id="rId8"/>
    <p:sldId id="270" r:id="rId9"/>
    <p:sldId id="27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498"/>
    <p:restoredTop sz="94613"/>
  </p:normalViewPr>
  <p:slideViewPr>
    <p:cSldViewPr snapToGrid="0">
      <p:cViewPr varScale="1">
        <p:scale>
          <a:sx n="101" d="100"/>
          <a:sy n="101" d="100"/>
        </p:scale>
        <p:origin x="232" y="1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ountain with a red sky&#10;&#10;AI-generated content may be incorrect.">
            <a:extLst>
              <a:ext uri="{FF2B5EF4-FFF2-40B4-BE49-F238E27FC236}">
                <a16:creationId xmlns:a16="http://schemas.microsoft.com/office/drawing/2014/main" id="{F8A33EF8-8399-C39F-50A0-F9B748F8C2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41" t="9091" r="2722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Hymn of Heaven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C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 long to breathe the air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Am           F 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pain is gone and mercy fills the streets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F                          C 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look upon the one who bled to save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F                   G          C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walk with Him for all eternity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7AA4F-6DB9-E773-223F-A914B162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718BD2-4DDC-7FA1-35A2-586A13A3D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F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There will be a day When all will bow before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F               Am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 When death will be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F               G                          C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 With He who died and rose again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242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81AFB-6378-F9CB-86D9-0C945A6E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9F9F15-E5D6-33EC-7B73-DAF032B1C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F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prayer we prayed in desperation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        F                 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songs of faith we sang through doubt and fear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F                      C       G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end we’ll see that it was worth it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F           G                      C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returns to wipe away our tears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254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F767A5-1040-0B0E-42CB-60FCAC3E3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544F2D-181E-4237-C2C4-9E0C7F0F6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F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There will be a day When all will bow before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F               Am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 When death will be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F               G                          C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 With He who died and rose again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182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F9209-9E9A-6DE6-D13F-ADB36997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1D2590-69D4-C086-7DB2-EBE408F42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F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Am            F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F                C  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           G                       C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“worthy is the Lamb who was slain”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862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E0E32-01C4-4D80-A2A1-C201A67C4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5681B1-27E9-A129-5D47-E725637F5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F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Am            F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F                C  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           G                       C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“worthy is the Lamb who was slain”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G                C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“Forever He shall reign”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286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E7897-A55E-6262-6393-541243C3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AC9CC9F-D7E2-6F47-C910-4E3E025A2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F          G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we shout the hymn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F               Am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we raise a mighty roar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                G                 C          G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“Glory to our God” who gave us life beyond the grave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635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4243B-246E-2EB9-4D86-850094129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C05771-7487-C67B-8498-493E3A69B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F          G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we shout the hymn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F               Am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we raise a mighty roar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                G                 C          G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“Glory to our God” who gave us life beyond the grave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Am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Am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530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476</Words>
  <Application>Microsoft Macintosh PowerPoint</Application>
  <PresentationFormat>Widescreen</PresentationFormat>
  <Paragraphs>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11</cp:revision>
  <dcterms:created xsi:type="dcterms:W3CDTF">2025-11-12T03:26:12Z</dcterms:created>
  <dcterms:modified xsi:type="dcterms:W3CDTF">2026-06-01T02:04:09Z</dcterms:modified>
</cp:coreProperties>
</file>