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2" r:id="rId4"/>
    <p:sldId id="281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792"/>
    <p:restoredTop sz="94847"/>
  </p:normalViewPr>
  <p:slideViewPr>
    <p:cSldViewPr snapToGrid="0">
      <p:cViewPr varScale="1">
        <p:scale>
          <a:sx n="113" d="100"/>
          <a:sy n="113" d="100"/>
        </p:scale>
        <p:origin x="20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Shout to the LORD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Music by Darlene </a:t>
            </a:r>
            <a:r>
              <a:rPr lang="en-US" dirty="0" err="1">
                <a:solidFill>
                  <a:schemeClr val="bg1"/>
                </a:solidFill>
              </a:rPr>
              <a:t>Zschech</a:t>
            </a:r>
            <a:r>
              <a:rPr lang="en-US" dirty="0">
                <a:solidFill>
                  <a:schemeClr val="bg1"/>
                </a:solidFill>
              </a:rPr>
              <a:t> (1993)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1993, Wondrous Worship, Published By: Hope Publishing Company (2001)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Jesus,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Savior,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there is none like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0B3C7D-EC37-600A-E9CC-6DA30C1F1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E5E7F53-C1DC-149F-246B-6B7464F31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of my days,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want to praise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wonders of Your mighty love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964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B8BAB5-A43B-7870-0415-C208306F5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C5AFA5-B2E3-3853-9A86-A699011F4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comfort,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shelter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tower of refuge and strength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88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6ACC88-667D-D121-EF4C-0C160C410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DCB3EE-2D1A-DD53-BFDC-95BA8FE81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every breath,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that I am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Never cease to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Worship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381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CAAA14-E550-FB99-239E-DD49E136C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32147A-042F-42E6-1F88-580FD148C4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Shout to the Lord,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let us sing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Power and majesty,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King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940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3BE3B9-F86B-CFDA-BE9D-EAC675BFA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43866D-FEB1-560E-028F-87153820D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Mountains bow down,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seas will roar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sound of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313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BC9987-3F18-C0A4-0BB7-BB37CDA5A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3FC127E-FC14-9A2C-3CD7-EE4608D0A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sing for joy at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work of Your hands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For-ever I'll love You, </a:t>
            </a:r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741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DABCDF-8700-E38D-B694-C06747D7A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EFA265C-F947-F20D-D109-28A02BB8C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I'll stand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Nothing compares to the promise I have in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323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8E957-1290-9BF4-9D40-E1A86640B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EA37D77-25B4-617C-5C9C-A01CFB87D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Jesus,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Savior,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there is none like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509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03DF0F-3472-707B-6A82-EFCA9197A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A7BF59F-C765-6F10-217E-CCFF6A5167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of my days,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want to praise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wonders of Your mighty love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246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F52542-CA61-C9E8-6BA7-DB7251D55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9123C49-8AE6-D1B4-6BA3-0155F5387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comfort,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shelter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tower of refuge and strength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753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2176C5-5A33-0A9A-09CF-5756C3941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41DB54-A9F7-5913-D2C1-CB5BEB8B7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every breath,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that I am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Never cease to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Worship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0906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E780D-EF32-DDC7-062F-962513ACB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70820D1-28C1-0E60-E432-B30335F13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Shout to the Lord,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let us sing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Power and majesty,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King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799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D97875-8E7B-F06A-A412-6FC933B34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DC574F0-C095-735E-DD33-F1386A6C8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Mountains bow down,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seas will roar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sound of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831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C2398E-823A-93C5-17AE-63F40C9C1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385ABD5-05A8-077B-C49B-C975BCECE0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sing for joy at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work of Your hands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For-ever I'll love You, </a:t>
            </a:r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726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6BD2E0-AB2F-BAD5-7787-CE7E47F5F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589E34-C4A3-B45A-1640-EDE43A098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I'll stand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Nothing compares to the promise I have in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530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FA985-C6BC-EC7F-ADB8-D6450320B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800C393-37EB-A1EF-71F4-28041E9A8A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Shout to the Lord,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let us sing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Power and majesty,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King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0771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A8AA05-4A98-DA00-6D47-429DAC7C1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1FC0766-2D5D-0029-8495-E4C6ECB68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Mountains bow down,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seas will roar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sound of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2376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6B0C70-BB04-CCD9-2C7B-1EF287BFA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8F427F6-8A8A-F39C-F766-DB6513C16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sing for joy at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work of Your hands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For-ever I'll love You, </a:t>
            </a:r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008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D851CA-6D76-3012-2265-CD1E14405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070EBE-E468-0232-C7C7-8BFB46510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I'll stand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Nothing compares to the promise I have in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152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</TotalTime>
  <Words>324</Words>
  <Application>Microsoft Macintosh PowerPoint</Application>
  <PresentationFormat>On-screen Show (4:3)</PresentationFormat>
  <Paragraphs>86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20</cp:revision>
  <dcterms:created xsi:type="dcterms:W3CDTF">2025-11-12T03:26:12Z</dcterms:created>
  <dcterms:modified xsi:type="dcterms:W3CDTF">2026-10-09T04:05:41Z</dcterms:modified>
</cp:coreProperties>
</file>