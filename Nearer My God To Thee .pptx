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3" r:id="rId4"/>
    <p:sldId id="281" r:id="rId5"/>
    <p:sldId id="284" r:id="rId6"/>
    <p:sldId id="282" r:id="rId7"/>
    <p:sldId id="285" r:id="rId8"/>
    <p:sldId id="279" r:id="rId9"/>
    <p:sldId id="28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97"/>
  </p:normalViewPr>
  <p:slideViewPr>
    <p:cSldViewPr snapToGrid="0">
      <p:cViewPr varScale="1">
        <p:scale>
          <a:sx n="126" d="100"/>
          <a:sy n="126" d="100"/>
        </p:scale>
        <p:origin x="200" y="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though it be a cross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raiseth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6D4E4-3436-CBF2-A4B5-59A6E66B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FBAEE8-1793-8341-65F8-2E583273C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Still all my song shall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Thee, nearer to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874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5EEBEC-52CD-CF56-0DFD-2F05427B0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6609E3-0ED7-B159-59DB-7CE4DB146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Though, like the wanderer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sun gone down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Darkness be over me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rest a stone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132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6BA297-6137-4473-23F3-1346EFA58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3D450C-04B2-7B8A-72C0-5C20B725B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in my dreams I'd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to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302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A7B05-9336-454D-AD77-614A2C1D0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919AE2-A258-96C6-2FD8-01BFCBCEC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Then, with my waking thoughts Bright with Thy praise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my stony griefs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Bethel I'll raise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113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5C569D-46F9-74F5-F62B-07E244D42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3A4D92-4903-B1AF-3E73-46F2C5426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by my woes to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to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821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597916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my Father’s home,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safe and at rest,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my Savior’s love,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perfectly blest;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53F17C-35E4-6F9F-42D1-09E2F8330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4B18C7-79F1-1390-01AA-F207805A2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857381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Age after age to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to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AE35BF-EC62-70CE-D294-E839A0BE2222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4196185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</TotalTime>
  <Words>167</Words>
  <Application>Microsoft Macintosh PowerPoint</Application>
  <PresentationFormat>On-screen Show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21</cp:revision>
  <dcterms:created xsi:type="dcterms:W3CDTF">2025-11-12T03:26:12Z</dcterms:created>
  <dcterms:modified xsi:type="dcterms:W3CDTF">2026-06-20T23:26:46Z</dcterms:modified>
</cp:coreProperties>
</file>