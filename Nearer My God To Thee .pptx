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1" r:id="rId4"/>
    <p:sldId id="282" r:id="rId5"/>
    <p:sldId id="279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7"/>
  </p:normalViewPr>
  <p:slideViewPr>
    <p:cSldViewPr snapToGrid="0">
      <p:cViewPr varScale="1">
        <p:scale>
          <a:sx n="126" d="100"/>
          <a:sy n="126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Father’s home,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safe and at rest,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Savior’s love,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perfectly blest;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after age to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to Thee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DB4448-A4FC-C3CC-1B20-A59C6BE70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57BB30C-545E-CDC0-FCF5-67AC3943B8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Though, like the wanderer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sun gone down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Darkness be over me My rest a stone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Yet in my dreams I'd be Nearer,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God, to Thee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to Thee</a:t>
            </a:r>
          </a:p>
        </p:txBody>
      </p:sp>
    </p:spTree>
    <p:extLst>
      <p:ext uri="{BB962C8B-B14F-4D97-AF65-F5344CB8AC3E}">
        <p14:creationId xmlns:p14="http://schemas.microsoft.com/office/powerpoint/2010/main" val="2169572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FB3FFC-5C14-5F00-F8C5-8604213D3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25C7A0A-2AF6-903F-5A30-02AC9CE21E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Then, with my waking thoughts Bright with Thy praise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my stony griefs Bethel I'll raise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by my woes to be Nearer,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God, to Thee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to Thee</a:t>
            </a:r>
          </a:p>
        </p:txBody>
      </p:sp>
    </p:spTree>
    <p:extLst>
      <p:ext uri="{BB962C8B-B14F-4D97-AF65-F5344CB8AC3E}">
        <p14:creationId xmlns:p14="http://schemas.microsoft.com/office/powerpoint/2010/main" val="2859124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my Father’s home,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safe and at rest,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Savior’s love,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perfectly blest;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after age to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to Thee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E5347E-CB9A-43DD-8F01-CD210F411994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</TotalTime>
  <Words>165</Words>
  <Application>Microsoft Macintosh PowerPoint</Application>
  <PresentationFormat>On-screen Show (4:3)</PresentationFormat>
  <Paragraphs>34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19</cp:revision>
  <dcterms:created xsi:type="dcterms:W3CDTF">2025-11-12T03:26:12Z</dcterms:created>
  <dcterms:modified xsi:type="dcterms:W3CDTF">2026-06-20T00:29:00Z</dcterms:modified>
</cp:coreProperties>
</file>