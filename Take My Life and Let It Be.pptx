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76" r:id="rId3"/>
    <p:sldId id="277" r:id="rId4"/>
    <p:sldId id="278" r:id="rId5"/>
    <p:sldId id="279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07"/>
    <p:restoredTop sz="94797"/>
  </p:normalViewPr>
  <p:slideViewPr>
    <p:cSldViewPr snapToGrid="0">
      <p:cViewPr varScale="1">
        <p:scale>
          <a:sx n="84" d="100"/>
          <a:sy n="84" d="100"/>
        </p:scale>
        <p:origin x="192" y="2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life and let it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Consecrated, Lord, to Thee.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moments and my days,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hands, and let them move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the impulse of Thy love;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feet and let them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Swift and beautiful for Thee,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Swift and beautiful for Thee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2FE4F-97C9-4BFD-2ED3-0780F4440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980CC98-5B94-C776-5F67-1A8761B7E7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voice, and let me sing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Always, only, for my King;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lips, and let them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Filled with messages from Thee,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Filled with messages from Thee.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714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52386E-0F2A-A4DA-00BE-00BA5C284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5C3D88-BBBA-1C88-1408-D9D8F59C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will, and make it Thine;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shall be no longer mine.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heart; it is Thine own;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shall be Thy royal throne,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shall be Thy royal throne.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70815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love; my Lord, I pour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Thy feet its treasure store.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myself, and I will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Ever, only, all for Thee,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Ever, only, all for Thee.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E5347E-CB9A-43DD-8F01-CD210F411994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45</TotalTime>
  <Words>185</Words>
  <Application>Microsoft Macintosh PowerPoint</Application>
  <PresentationFormat>On-screen Show (4:3)</PresentationFormat>
  <Paragraphs>33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15</cp:revision>
  <dcterms:created xsi:type="dcterms:W3CDTF">2025-11-12T03:26:12Z</dcterms:created>
  <dcterms:modified xsi:type="dcterms:W3CDTF">2026-06-14T03:42:50Z</dcterms:modified>
</cp:coreProperties>
</file>