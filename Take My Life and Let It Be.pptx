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DACB5-C4F9-B5CA-56C7-78C9AD28ECC3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Words: Frances R. Havergal, (1874)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Music: H. A. César Malan (1837)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9C882-69B8-E3EE-9DD6-D597E1D4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195F39-A578-0A86-636C-A1A24EDDF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338665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FE4F-97C9-4BFD-2ED3-0780F444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80CC98-5B94-C776-5F67-1A8761B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1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2386E-0F2A-A4DA-00BE-00BA5C28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C3D88-BBBA-1C88-1408-D9D8F59C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8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211</Words>
  <Application>Microsoft Macintosh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18</cp:revision>
  <dcterms:created xsi:type="dcterms:W3CDTF">2025-11-12T03:26:12Z</dcterms:created>
  <dcterms:modified xsi:type="dcterms:W3CDTF">2026-07-15T04:05:24Z</dcterms:modified>
</cp:coreProperties>
</file>