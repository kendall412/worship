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559894" cy="210096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Nearer My God To Thee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C             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 Nearer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C               G  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though it be a cross That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raiseth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C    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Still all my song shall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DDD07-ADB1-C938-D314-CB490FA0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A76516-C5FB-34B9-AB2A-79EE1C17D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C             G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Though, like the wanderer The sun gone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C            G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Darkness be over me My rest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C     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in my dreams I'd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495751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57BAC-E501-9A35-A70A-D795E6E4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0C758E-2BEB-6ABF-498E-D37A1E667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    C                          G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Then, with my waking thoughts Bright with Thy praise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C                  G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my stony griefs Bethel I'll 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by my woes to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420143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EE676-BF42-E028-A11B-7276772A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8D853A-975B-D097-F077-233AED984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472246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C                  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Father’s home, safe and at rest,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C                   G     D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Savior’s love, perfectly blest;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after age to be Nearer my God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G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D4802-012D-522A-2FE6-F164512222F6}"/>
              </a:ext>
            </a:extLst>
          </p:cNvPr>
          <p:cNvSpPr txBox="1"/>
          <p:nvPr/>
        </p:nvSpPr>
        <p:spPr>
          <a:xfrm>
            <a:off x="10890739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07652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241</Words>
  <Application>Microsoft Macintosh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45</cp:revision>
  <dcterms:created xsi:type="dcterms:W3CDTF">2025-11-12T03:26:12Z</dcterms:created>
  <dcterms:modified xsi:type="dcterms:W3CDTF">2026-06-20T22:16:08Z</dcterms:modified>
</cp:coreProperties>
</file>