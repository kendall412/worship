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8"/>
  </p:normalViewPr>
  <p:slideViewPr>
    <p:cSldViewPr snapToGrid="0">
      <p:cViewPr varScale="1">
        <p:scale>
          <a:sx n="109" d="100"/>
          <a:sy n="109" d="100"/>
        </p:scale>
        <p:origin x="21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559894" cy="2100964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Nearer My God To Thee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C             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Nearer, my God, to Thee Nearer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C               G  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though it be a cross That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raiseth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C    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Still all my song shall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DDD07-ADB1-C938-D314-CB490FA0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A76516-C5FB-34B9-AB2A-79EE1C17D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C             G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Though, like the wanderer The sun gone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C            G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Darkness be over me My rest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C     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Yet in my dreams I'd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495751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957BAC-E501-9A35-A70A-D795E6E44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0C758E-2BEB-6ABF-498E-D37A1E6675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       C                          G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Then, with my waking thoughts Bright with Thy praise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C                  G 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my stony griefs Bethel I'll 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C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by my woes to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4201434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EE676-BF42-E028-A11B-7276772AC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8D853A-975B-D097-F077-233AED984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C                  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Father’s home, safe and at rest,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C                   G     D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Savior’s love, perfectly blest;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C              Em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after age to be Nearer my God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G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2076529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240</Words>
  <Application>Microsoft Macintosh PowerPoint</Application>
  <PresentationFormat>Widescreen</PresentationFormat>
  <Paragraphs>38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44</cp:revision>
  <dcterms:created xsi:type="dcterms:W3CDTF">2025-11-12T03:26:12Z</dcterms:created>
  <dcterms:modified xsi:type="dcterms:W3CDTF">2026-06-20T00:26:13Z</dcterms:modified>
</cp:coreProperties>
</file>