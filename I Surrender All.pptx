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1" r:id="rId3"/>
    <p:sldId id="280" r:id="rId4"/>
    <p:sldId id="291" r:id="rId5"/>
    <p:sldId id="282" r:id="rId6"/>
    <p:sldId id="283" r:id="rId7"/>
    <p:sldId id="292" r:id="rId8"/>
    <p:sldId id="284" r:id="rId9"/>
    <p:sldId id="285" r:id="rId10"/>
    <p:sldId id="293" r:id="rId11"/>
    <p:sldId id="286" r:id="rId12"/>
    <p:sldId id="287" r:id="rId13"/>
    <p:sldId id="294" r:id="rId14"/>
    <p:sldId id="288" r:id="rId15"/>
    <p:sldId id="289" r:id="rId16"/>
    <p:sldId id="29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023"/>
    <p:restoredTop sz="94840"/>
  </p:normalViewPr>
  <p:slideViewPr>
    <p:cSldViewPr snapToGrid="0">
      <p:cViewPr varScale="1">
        <p:scale>
          <a:sx n="107" d="100"/>
          <a:sy n="107" d="100"/>
        </p:scale>
        <p:origin x="17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Judson W. Van </a:t>
            </a:r>
            <a:r>
              <a:rPr lang="en-US" dirty="0" err="1">
                <a:solidFill>
                  <a:schemeClr val="bg1"/>
                </a:solidFill>
              </a:rPr>
              <a:t>DeVenter</a:t>
            </a:r>
            <a:r>
              <a:rPr lang="en-US" dirty="0">
                <a:solidFill>
                  <a:schemeClr val="bg1"/>
                </a:solidFill>
              </a:rPr>
              <a:t> and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composed by Winfield Scott Weeden (1896)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718A2-8E32-1A2C-4E24-D154C713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310A7F-66C1-552A-1BB0-E4427B6C9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freely give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615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ever love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trust him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His presence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daily live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97448-733A-ACD9-9484-C3BD065E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0E3DE9-70F1-C3EC-61E1-8A14412E0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blessed Savior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70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1BB5E-62C6-D7D4-252A-0026AC4C5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959F70-9027-085D-237C-AE8927AC1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at His feet I bow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663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603F6-7DAE-C828-B5A6-C4277D21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7E180D-9C31-CD96-9375-ABB10EE9B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Worldly pleasures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forsaken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me, Jesus,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me now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37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8B897-9C4B-6B1D-E59C-984ED9F4B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AFBF75-4748-1557-F544-4301B6774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blessed Savior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171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C0020-CDE6-BE90-B266-70E198B1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82E494-209B-24F3-1468-63DA0E35E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Make me, Savior, wholly Thine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11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FBE6C-9127-1976-1864-4A5F2CE7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25AF71-A5A6-5115-32F6-5CC4EBD92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me feel Thy Holy Spirit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Truly know that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art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92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913BB-9C81-B03F-5443-B0EB4C21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D5AABF-94AE-D027-36EA-EC4A2F571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blessed Savior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40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B0806-052D-7CF7-5311-FD92E4565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7E1D52-A70C-F824-FB2F-E70E9F2A2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I give myself to Thee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680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449AC-B05D-4F4B-9E86-FDDF4A2F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412CCC-8BB7-A0BA-5834-6A14B0EE5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 me with Thy love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power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Thy blessing fall on me</a:t>
            </a:r>
          </a:p>
        </p:txBody>
      </p:sp>
    </p:spTree>
    <p:extLst>
      <p:ext uri="{BB962C8B-B14F-4D97-AF65-F5344CB8AC3E}">
        <p14:creationId xmlns:p14="http://schemas.microsoft.com/office/powerpoint/2010/main" val="468805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55BC9-5A3B-2B7A-645B-349A513A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C37143-2A80-1B11-ABAD-F9A94A4E5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blessed Savior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04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A6382-8C6F-22CE-7C48-E1B4E2117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69366D-0ACF-4E68-CDB3-F0E6281BD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Now I feel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sacred flame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63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D2252-3561-44E1-0957-2F80CB200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AB734A-ACB3-C5A0-9BAA-94BE31A2C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 joy of full salvation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Glory, glory to His name</a:t>
            </a:r>
          </a:p>
        </p:txBody>
      </p:sp>
    </p:spTree>
    <p:extLst>
      <p:ext uri="{BB962C8B-B14F-4D97-AF65-F5344CB8AC3E}">
        <p14:creationId xmlns:p14="http://schemas.microsoft.com/office/powerpoint/2010/main" val="1900682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096DA-DAB7-2F1C-393E-E630D045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F5BD54-A8AC-6F51-0E17-821F063AC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blessed Savior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9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237</Words>
  <Application>Microsoft Macintosh PowerPoint</Application>
  <PresentationFormat>On-screen Show (4:3)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26</cp:revision>
  <dcterms:created xsi:type="dcterms:W3CDTF">2025-11-12T03:26:12Z</dcterms:created>
  <dcterms:modified xsi:type="dcterms:W3CDTF">2026-10-29T05:23:13Z</dcterms:modified>
</cp:coreProperties>
</file>