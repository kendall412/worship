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8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220"/>
    <p:restoredTop sz="94629"/>
  </p:normalViewPr>
  <p:slideViewPr>
    <p:cSldViewPr snapToGrid="0">
      <p:cViewPr varScale="1">
        <p:scale>
          <a:sx n="62" d="100"/>
          <a:sy n="62" d="100"/>
        </p:scale>
        <p:origin x="200" y="1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 fontScale="77500" lnSpcReduction="2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How Great is Our God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splendor of the King Clothed in majesty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        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all the earth rejoice All the earth rejoice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wraps Himself in light And darkness tries to hide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C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trembles at his voice Trembles at his voice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sing with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all will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        D                G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great, how great is our God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D40061-7844-2F1F-0780-70F1CE258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72E49B-B231-806C-F8C7-A5ABACA58E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Age to age He stands And time is in His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Beginning and the end Beginning and the end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Godhead, three in one Father, Spirit, Son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Lion and the Lamb The Lion and the Lamb</a:t>
            </a:r>
          </a:p>
        </p:txBody>
      </p:sp>
    </p:spTree>
    <p:extLst>
      <p:ext uri="{BB962C8B-B14F-4D97-AF65-F5344CB8AC3E}">
        <p14:creationId xmlns:p14="http://schemas.microsoft.com/office/powerpoint/2010/main" val="3347957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D7AD4F-88CC-6DB7-B697-BC162DFE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6303C98-F51E-2200-583E-E43C05EF5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207262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Name above all names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praise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heart will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D    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</a:t>
            </a:r>
          </a:p>
        </p:txBody>
      </p:sp>
    </p:spTree>
    <p:extLst>
      <p:ext uri="{BB962C8B-B14F-4D97-AF65-F5344CB8AC3E}">
        <p14:creationId xmlns:p14="http://schemas.microsoft.com/office/powerpoint/2010/main" val="598285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156</Words>
  <Application>Microsoft Macintosh PowerPoint</Application>
  <PresentationFormat>Widescreen</PresentationFormat>
  <Paragraphs>36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44</cp:revision>
  <dcterms:created xsi:type="dcterms:W3CDTF">2025-11-12T03:26:12Z</dcterms:created>
  <dcterms:modified xsi:type="dcterms:W3CDTF">2026-08-03T19:27:10Z</dcterms:modified>
</cp:coreProperties>
</file>