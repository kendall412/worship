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7" r:id="rId6"/>
    <p:sldId id="286" r:id="rId7"/>
    <p:sldId id="28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06"/>
  </p:normalViewPr>
  <p:slideViewPr>
    <p:cSldViewPr snapToGrid="0">
      <p:cViewPr varScale="1">
        <p:scale>
          <a:sx n="100" d="100"/>
          <a:sy n="100" d="100"/>
        </p:scale>
        <p:origin x="18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7" y="152399"/>
            <a:ext cx="10949354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splendor of the King Clothed in majesty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all the earth rejoice All the earth rejoice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wraps Himself in light And darkness tries to hide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trembles at his voice Trembles at his voice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DD771B-7E31-1E0B-DD74-477524D333F9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71B9E9-2B63-C772-D92A-EB57E487C140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VERSE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40061-7844-2F1F-0780-70F1CE258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72E49B-B231-806C-F8C7-A5ABACA58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Age to age He stands And time is in His hands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Beginning and the end Beginning and the end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Godhead, three in one Father, Spirit, Son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Lion and the Lamb The Lion and the Lamb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E5E83C-5E3A-E1EA-5297-A4005CF65103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334795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8A639-7A11-B227-1875-62D547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40EED3-798B-3BAA-1960-5A4D40EBF8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E120B0-B742-E258-B2DD-EC3D655D7441}"/>
              </a:ext>
            </a:extLst>
          </p:cNvPr>
          <p:cNvSpPr txBox="1"/>
          <p:nvPr/>
        </p:nvSpPr>
        <p:spPr>
          <a:xfrm>
            <a:off x="7683500" y="6211669"/>
            <a:ext cx="4200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b="1" dirty="0">
                <a:solidFill>
                  <a:schemeClr val="bg1"/>
                </a:solidFill>
              </a:rPr>
              <a:t>To BRIDGE</a:t>
            </a:r>
          </a:p>
        </p:txBody>
      </p:sp>
    </p:spTree>
    <p:extLst>
      <p:ext uri="{BB962C8B-B14F-4D97-AF65-F5344CB8AC3E}">
        <p14:creationId xmlns:p14="http://schemas.microsoft.com/office/powerpoint/2010/main" val="842083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7AD4F-88CC-6DB7-B697-BC162DFE2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303C98-F51E-2200-583E-E43C05EF58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8967757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Name above all names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praise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sing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D          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790640-F820-2921-8C3F-0FBB8007D039}"/>
              </a:ext>
            </a:extLst>
          </p:cNvPr>
          <p:cNvSpPr txBox="1"/>
          <p:nvPr/>
        </p:nvSpPr>
        <p:spPr>
          <a:xfrm>
            <a:off x="9344826" y="6047546"/>
            <a:ext cx="26244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&amp; chorus</a:t>
            </a:r>
          </a:p>
        </p:txBody>
      </p:sp>
    </p:spTree>
    <p:extLst>
      <p:ext uri="{BB962C8B-B14F-4D97-AF65-F5344CB8AC3E}">
        <p14:creationId xmlns:p14="http://schemas.microsoft.com/office/powerpoint/2010/main" val="598285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EFA22-040C-B78C-2320-8FB1074E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C829E1-1D87-6F2E-433C-29745FAD8A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sing with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is our God, all will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D                G      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great, how great is our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E8D71-89C6-7786-DC64-EB2548A77339}"/>
              </a:ext>
            </a:extLst>
          </p:cNvPr>
          <p:cNvSpPr txBox="1"/>
          <p:nvPr/>
        </p:nvSpPr>
        <p:spPr>
          <a:xfrm>
            <a:off x="10108027" y="6211669"/>
            <a:ext cx="155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End</a:t>
            </a:r>
          </a:p>
        </p:txBody>
      </p:sp>
    </p:spTree>
    <p:extLst>
      <p:ext uri="{BB962C8B-B14F-4D97-AF65-F5344CB8AC3E}">
        <p14:creationId xmlns:p14="http://schemas.microsoft.com/office/powerpoint/2010/main" val="2599999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237</Words>
  <Application>Microsoft Macintosh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2026-10-09T04:18:52Z</dcterms:modified>
</cp:coreProperties>
</file>