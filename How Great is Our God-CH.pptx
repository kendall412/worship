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7" r:id="rId6"/>
    <p:sldId id="286" r:id="rId7"/>
    <p:sldId id="28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6350"/>
    <p:restoredTop sz="94589"/>
  </p:normalViewPr>
  <p:slideViewPr>
    <p:cSldViewPr snapToGrid="0">
      <p:cViewPr varScale="1">
        <p:scale>
          <a:sx n="83" d="100"/>
          <a:sy n="83" d="100"/>
        </p:scale>
        <p:origin x="232" y="1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splendor of the King Clothed in majesty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        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all the earth rejoice All the earth rejoice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wraps Himself in light And darkness tries to hide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trembles at his voice Trembles at his voice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all will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D                G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D40061-7844-2F1F-0780-70F1CE258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72E49B-B231-806C-F8C7-A5ABACA58E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to age He stands And time is in His hands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Beginning and the end Beginning and the end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Godhead, three in one Father, Spirit, Son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Lion and the Lamb The Lion and the Lamb</a:t>
            </a:r>
          </a:p>
        </p:txBody>
      </p:sp>
    </p:spTree>
    <p:extLst>
      <p:ext uri="{BB962C8B-B14F-4D97-AF65-F5344CB8AC3E}">
        <p14:creationId xmlns:p14="http://schemas.microsoft.com/office/powerpoint/2010/main" val="3347957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8A639-7A11-B227-1875-62D547B9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40EED3-798B-3BAA-1960-5A4D40EBF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all will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D                G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842083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D7AD4F-88CC-6DB7-B697-BC162DFE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303C98-F51E-2200-583E-E43C05EF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8967757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Name above all names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praise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heart will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D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790640-F820-2921-8C3F-0FBB8007D039}"/>
              </a:ext>
            </a:extLst>
          </p:cNvPr>
          <p:cNvSpPr txBox="1"/>
          <p:nvPr/>
        </p:nvSpPr>
        <p:spPr>
          <a:xfrm>
            <a:off x="8309847" y="6047546"/>
            <a:ext cx="2624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&amp; chorus</a:t>
            </a:r>
          </a:p>
        </p:txBody>
      </p:sp>
    </p:spTree>
    <p:extLst>
      <p:ext uri="{BB962C8B-B14F-4D97-AF65-F5344CB8AC3E}">
        <p14:creationId xmlns:p14="http://schemas.microsoft.com/office/powerpoint/2010/main" val="598285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3EFA22-040C-B78C-2320-8FB1074E5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C829E1-1D87-6F2E-433C-29745FAD8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all will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C                 D                G            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DE8D71-89C6-7786-DC64-EB2548A77339}"/>
              </a:ext>
            </a:extLst>
          </p:cNvPr>
          <p:cNvSpPr txBox="1"/>
          <p:nvPr/>
        </p:nvSpPr>
        <p:spPr>
          <a:xfrm>
            <a:off x="8622127" y="6047546"/>
            <a:ext cx="15584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End</a:t>
            </a:r>
          </a:p>
        </p:txBody>
      </p:sp>
    </p:spTree>
    <p:extLst>
      <p:ext uri="{BB962C8B-B14F-4D97-AF65-F5344CB8AC3E}">
        <p14:creationId xmlns:p14="http://schemas.microsoft.com/office/powerpoint/2010/main" val="2599999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229</Words>
  <Application>Microsoft Macintosh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46</cp:revision>
  <dcterms:created xsi:type="dcterms:W3CDTF">2025-11-12T03:26:12Z</dcterms:created>
  <dcterms:modified xsi:type="dcterms:W3CDTF">2026-09-27T00:54:02Z</dcterms:modified>
</cp:coreProperties>
</file>