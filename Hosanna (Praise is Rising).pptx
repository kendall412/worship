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1" r:id="rId4"/>
    <p:sldId id="279" r:id="rId5"/>
    <p:sldId id="282" r:id="rId6"/>
    <p:sldId id="283" r:id="rId7"/>
    <p:sldId id="284" r:id="rId8"/>
    <p:sldId id="285" r:id="rId9"/>
    <p:sldId id="286" r:id="rId10"/>
    <p:sldId id="287" r:id="rId11"/>
    <p:sldId id="288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795"/>
  </p:normalViewPr>
  <p:slideViewPr>
    <p:cSldViewPr snapToGrid="0">
      <p:cViewPr varScale="1">
        <p:scale>
          <a:sx n="120" d="100"/>
          <a:sy n="120" d="100"/>
        </p:scale>
        <p:origin x="9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 (</a:t>
            </a:r>
            <a:r>
              <a:rPr lang="en-US" sz="6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Priase</a:t>
            </a:r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is Rising)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is rising,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eyes are turning to You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turn to You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Hope is stirring,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hearts are yearning for You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long for You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418CB7-1074-6960-5AFC-842751146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44CF641-399D-C1A2-07D2-42F714B7F3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'Cause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when we see You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find strength to face the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in Your presence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our fears are washed away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washed  away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4810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the God who saves us,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our praises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F9845A-5C38-8136-3BBB-8D69A65E6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445C5DE-984C-F80B-C9D3-5E0CCCD1C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the sound of hearts returning to You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turn to You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Your kingdom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broken lives are made new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make us new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6284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3DB330-69C0-F8C4-2AD6-2E652A266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3D63B76-9566-6117-076E-3F797355E8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'Cause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when we see You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find strength to face the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in Your presence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our fears are washed away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washed  away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1512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FC1D1E-D2AC-A969-8263-1E9AFF493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132B37-FB96-07FF-5093-4D838E5433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the God who saves us,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our praises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486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BA87F3-30A5-3C5A-BA70-70E1CE69C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BED1C2F-387A-D854-55D9-02E9DC03BA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have Your way among us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welcome You here Lord Jesus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7555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3BEC44-AF96-649C-C128-56006F24A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D8133E0-45F6-CA4C-CA19-1FA575A519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'Cause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when we see You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find strength to face the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in Your presence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our fears are washed away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washed  away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379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07794A-C9C9-9B11-998A-49C0D56D2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245251-37BB-CFC9-3AB0-AC9F8B5328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the God who saves us,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our praises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8293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3532E1-D17D-9F0C-B938-31E31F77F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3810DAA-321A-C99A-A48C-1D35EDD2A9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have Your way among us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welcome You here Lord Jesus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8738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</TotalTime>
  <Words>206</Words>
  <Application>Microsoft Macintosh PowerPoint</Application>
  <PresentationFormat>On-screen Show (4:3)</PresentationFormat>
  <Paragraphs>60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21</cp:revision>
  <dcterms:created xsi:type="dcterms:W3CDTF">2025-11-12T03:26:12Z</dcterms:created>
  <dcterms:modified xsi:type="dcterms:W3CDTF">2026-07-12T04:17:40Z</dcterms:modified>
</cp:coreProperties>
</file>