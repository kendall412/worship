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9" r:id="rId4"/>
    <p:sldId id="281" r:id="rId5"/>
    <p:sldId id="290" r:id="rId6"/>
    <p:sldId id="279" r:id="rId7"/>
    <p:sldId id="299" r:id="rId8"/>
    <p:sldId id="282" r:id="rId9"/>
    <p:sldId id="291" r:id="rId10"/>
    <p:sldId id="292" r:id="rId11"/>
    <p:sldId id="293" r:id="rId12"/>
    <p:sldId id="294" r:id="rId13"/>
    <p:sldId id="285" r:id="rId14"/>
    <p:sldId id="295" r:id="rId15"/>
    <p:sldId id="296" r:id="rId16"/>
    <p:sldId id="300" r:id="rId17"/>
    <p:sldId id="301" r:id="rId18"/>
    <p:sldId id="297" r:id="rId19"/>
    <p:sldId id="298" r:id="rId20"/>
    <p:sldId id="30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44"/>
  </p:normalViewPr>
  <p:slideViewPr>
    <p:cSldViewPr snapToGrid="0">
      <p:cViewPr varScale="1">
        <p:scale>
          <a:sx n="119" d="100"/>
          <a:sy n="11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 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(Praise is Rising)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4CD98A-E3B6-81F1-62FD-FA5E7E43693F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and Music by Brenton Brown &amp; Paul Baloch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2005, 2006 Thankyou Music Ltd; Integrity's Hosanna! Music; </a:t>
            </a:r>
            <a:r>
              <a:rPr lang="en-US" dirty="0" err="1">
                <a:solidFill>
                  <a:schemeClr val="bg1"/>
                </a:solidFill>
              </a:rPr>
              <a:t>Leadworship</a:t>
            </a:r>
            <a:r>
              <a:rPr lang="en-US" dirty="0">
                <a:solidFill>
                  <a:schemeClr val="bg1"/>
                </a:solidFill>
              </a:rPr>
              <a:t> Songs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Used By Permission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is rising,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eyes are turning to You</a:t>
            </a:r>
          </a:p>
          <a:p>
            <a:b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C9001-F50E-F88A-6862-3CE49900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CE0E62-FB08-40D6-CBEF-FAD3641C5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is stirring,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hearts are yearning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long for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34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18CB7-1074-6960-5AFC-84275114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4CF641-399D-C1A2-07D2-42F714B7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810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792E6-4C21-D2D6-B268-AF8CB127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DA119B-E019-1B0C-84F8-E8B6A0CF2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24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60A57-05C0-13A6-0948-45323D32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694E79-5B4C-CFC3-27E7-F19C45D6D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067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9845A-5C38-8136-3BBB-8D69A65E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5C5DE-984C-F80B-C9D3-5E0CCCD1C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the sound of hearts returning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84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2E848-3726-1937-FD67-6C46C53A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B7CA7A-27E0-9F28-0CE7-7AA5B2DAE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kingdom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broken lives are made new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make us new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49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E3B7E-6A4C-4B3D-3B04-373AC390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70656A-99E5-DC2B-B1AA-76D635E1E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63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41B99-0DDC-4E64-A558-C52BDD5A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E33B434-B4AF-BE5B-44BC-4E612B65A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486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075F7E-A24A-ACA0-2681-5D4B6A8D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082A1D-402E-79F3-2C7A-D16B92525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712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A87F3-30A5-3C5A-BA70-70E1CE69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ED1C2F-387A-D854-55D9-02E9DC03B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55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A3DA7-1648-8817-47B0-4261A38D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7737B6-A2A4-3873-61B1-06ABFB01F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789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8F19B-66A9-5E2B-4A69-BF383AC7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5C878E-F51A-E4A0-7174-22BE6C002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46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86856-D969-3276-F51A-BDE21F46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F4E430A-97D2-6E79-55A2-AAB0CEAE4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21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2847F-47EB-1BCE-C80A-4B1E59530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731EFD-C994-5F18-BADF-ABC1350B9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16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BD63A-823B-0D34-7FB9-2E3D11E7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A74D5E-AE57-77DB-D5EE-C9D27476E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53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4EE5E-113B-B298-1CB5-A95D1FA9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6C3612-2797-38DA-41A9-CD2DFA697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91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0BE81-645A-4BA6-5790-96FC7344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80D504-616D-D4A9-A56C-57F3706A3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986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5266</TotalTime>
  <Words>293</Words>
  <Application>Microsoft Macintosh PowerPoint</Application>
  <PresentationFormat>On-screen Show (4:3)</PresentationFormat>
  <Paragraphs>103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29</cp:revision>
  <dcterms:created xsi:type="dcterms:W3CDTF">2025-11-12T03:26:12Z</dcterms:created>
  <dcterms:modified xsi:type="dcterms:W3CDTF">2026-10-29T05:28:56Z</dcterms:modified>
</cp:coreProperties>
</file>