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9" r:id="rId4"/>
    <p:sldId id="281" r:id="rId5"/>
    <p:sldId id="290" r:id="rId6"/>
    <p:sldId id="279" r:id="rId7"/>
    <p:sldId id="282" r:id="rId8"/>
    <p:sldId id="291" r:id="rId9"/>
    <p:sldId id="292" r:id="rId10"/>
    <p:sldId id="293" r:id="rId11"/>
    <p:sldId id="294" r:id="rId12"/>
    <p:sldId id="285" r:id="rId13"/>
    <p:sldId id="295" r:id="rId14"/>
    <p:sldId id="296" r:id="rId15"/>
    <p:sldId id="297" r:id="rId16"/>
    <p:sldId id="298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 </a:t>
            </a:r>
          </a:p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(Praise is Rising)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4CD98A-E3B6-81F1-62FD-FA5E7E43693F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and Music by Brenton Brown &amp; Paul Baloch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2005, 2006 Thankyou Music Ltd; Integrity's Hosanna! Music; </a:t>
            </a:r>
            <a:r>
              <a:rPr lang="en-US" dirty="0" err="1">
                <a:solidFill>
                  <a:schemeClr val="bg1"/>
                </a:solidFill>
              </a:rPr>
              <a:t>Leadworship</a:t>
            </a:r>
            <a:r>
              <a:rPr lang="en-US" dirty="0">
                <a:solidFill>
                  <a:schemeClr val="bg1"/>
                </a:solidFill>
              </a:rPr>
              <a:t> Songs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Used By Permission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is rising,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eyes are turning to You</a:t>
            </a:r>
          </a:p>
          <a:p>
            <a:b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EC9001-F50E-F88A-6862-3CE499008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CE0E62-FB08-40D6-CBEF-FAD3641C5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is stirring,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hearts are yearning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long for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934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418CB7-1074-6960-5AFC-842751146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4CF641-399D-C1A2-07D2-42F714B7F3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4810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6792E6-4C21-D2D6-B268-AF8CB127A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0DA119B-E019-1B0C-84F8-E8B6A0CF2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24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F9845A-5C38-8136-3BBB-8D69A65E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445C5DE-984C-F80B-C9D3-5E0CCCD1C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Hear the sound of hearts returning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turn to You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628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2E848-3726-1937-FD67-6C46C53A3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B7CA7A-27E0-9F28-0CE7-7AA5B2DAE0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Your kingdom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broken lives are made new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make us new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498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CE3B7E-6A4C-4B3D-3B04-373AC390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70656A-99E5-DC2B-B1AA-76D635E1E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63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B41B99-0DDC-4E64-A558-C52BDD5A3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E33B434-B4AF-BE5B-44BC-4E612B65A4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4868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075F7E-A24A-ACA0-2681-5D4B6A8D6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082A1D-402E-79F3-2C7A-D16B92525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712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BA87F3-30A5-3C5A-BA70-70E1CE69C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ED1C2F-387A-D854-55D9-02E9DC03BA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among us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Jesus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7555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7A3DA7-1648-8817-47B0-4261A38D5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7737B6-A2A4-3873-61B1-06ABFB01F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'Cause</a:t>
            </a:r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when we see You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find strength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face the day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4789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58F19B-66A9-5E2B-4A69-BF383AC7C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F5C878E-F51A-E4A0-7174-22BE6C002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in Your presence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our fears are washed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washed  away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446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BD63A-823B-0D34-7FB9-2E3D11E7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5A74D5E-AE57-77DB-D5EE-C9D27476E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the God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saves us,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worthy of all our praises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531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F4EE5E-113B-B298-1CB5-A95D1FA9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6C3612-2797-38DA-41A9-CD2DFA6970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Hosanna, hosanna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have Your way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among us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welcome You here </a:t>
            </a:r>
          </a:p>
          <a:p>
            <a:r>
              <a:rPr lang="en-US" sz="5400" b="1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Jesus</a:t>
            </a:r>
          </a:p>
          <a:p>
            <a:endParaRPr lang="en-US" sz="5400" b="1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791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5262</TotalTime>
  <Words>238</Words>
  <Application>Microsoft Macintosh PowerPoint</Application>
  <PresentationFormat>On-screen Show (4:3)</PresentationFormat>
  <Paragraphs>79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28</cp:revision>
  <dcterms:created xsi:type="dcterms:W3CDTF">2025-11-12T03:26:12Z</dcterms:created>
  <dcterms:modified xsi:type="dcterms:W3CDTF">2026-07-18T18:30:17Z</dcterms:modified>
</cp:coreProperties>
</file>