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74" r:id="rId2"/>
    <p:sldId id="280" r:id="rId3"/>
    <p:sldId id="289" r:id="rId4"/>
    <p:sldId id="281" r:id="rId5"/>
    <p:sldId id="290" r:id="rId6"/>
    <p:sldId id="279" r:id="rId7"/>
    <p:sldId id="282" r:id="rId8"/>
    <p:sldId id="291" r:id="rId9"/>
    <p:sldId id="292" r:id="rId10"/>
    <p:sldId id="293" r:id="rId11"/>
    <p:sldId id="294" r:id="rId12"/>
    <p:sldId id="285" r:id="rId13"/>
    <p:sldId id="295" r:id="rId14"/>
    <p:sldId id="296" r:id="rId15"/>
    <p:sldId id="297" r:id="rId16"/>
    <p:sldId id="298" r:id="rId1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1348"/>
    <p:restoredTop sz="94795"/>
  </p:normalViewPr>
  <p:slideViewPr>
    <p:cSldViewPr snapToGrid="0">
      <p:cViewPr varScale="1">
        <p:scale>
          <a:sx n="120" d="100"/>
          <a:sy n="120" d="100"/>
        </p:scale>
        <p:origin x="584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8800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09915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77330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02759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7/14/26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87191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7/14/26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6101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7/14/26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53262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44981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74609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82452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92246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59A0DE-F190-5444-87AC-4719D5F20D15}" type="datetimeFigureOut">
              <a:rPr lang="en-US" smtClean="0"/>
              <a:t>7/14/26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4679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C7F1709-70D9-7011-5D92-F7E57F5604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C25DBF04-8174-1226-1E95-AC7FB0F1B0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pPr algn="l"/>
            <a:r>
              <a:rPr lang="en-US" sz="6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Hosanna </a:t>
            </a:r>
          </a:p>
          <a:p>
            <a:pPr algn="l"/>
            <a:r>
              <a:rPr lang="en-US" sz="6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(Praise is Rising)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84CD98A-E3B6-81F1-62FD-FA5E7E43693F}"/>
              </a:ext>
            </a:extLst>
          </p:cNvPr>
          <p:cNvSpPr txBox="1"/>
          <p:nvPr/>
        </p:nvSpPr>
        <p:spPr>
          <a:xfrm>
            <a:off x="168442" y="5444311"/>
            <a:ext cx="880711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Authors(Brenton Brown, Paul Baloch)</a:t>
            </a:r>
          </a:p>
          <a:p>
            <a:pPr algn="ctr"/>
            <a:r>
              <a:rPr lang="en-US" dirty="0">
                <a:solidFill>
                  <a:schemeClr val="bg1"/>
                </a:solidFill>
              </a:rPr>
              <a:t>© 2005, 2006 Thankyou Music Ltd; Integrity's Hosanna! Music; </a:t>
            </a:r>
            <a:r>
              <a:rPr lang="en-US" dirty="0" err="1">
                <a:solidFill>
                  <a:schemeClr val="bg1"/>
                </a:solidFill>
              </a:rPr>
              <a:t>Leadworship</a:t>
            </a:r>
            <a:r>
              <a:rPr lang="en-US" dirty="0">
                <a:solidFill>
                  <a:schemeClr val="bg1"/>
                </a:solidFill>
              </a:rPr>
              <a:t> Songs</a:t>
            </a:r>
          </a:p>
          <a:p>
            <a:pPr algn="ctr"/>
            <a:r>
              <a:rPr lang="en-US" dirty="0">
                <a:solidFill>
                  <a:schemeClr val="bg1"/>
                </a:solidFill>
              </a:rPr>
              <a:t>Used By Permission</a:t>
            </a:r>
          </a:p>
          <a:p>
            <a:pPr algn="ctr"/>
            <a:r>
              <a:rPr lang="en-US" dirty="0">
                <a:solidFill>
                  <a:schemeClr val="bg1"/>
                </a:solidFill>
              </a:rPr>
              <a:t>CCLI License #137776</a:t>
            </a:r>
          </a:p>
        </p:txBody>
      </p:sp>
    </p:spTree>
    <p:extLst>
      <p:ext uri="{BB962C8B-B14F-4D97-AF65-F5344CB8AC3E}">
        <p14:creationId xmlns:p14="http://schemas.microsoft.com/office/powerpoint/2010/main" val="31641634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B6DDA4A-E03B-8556-59B3-18DA3B2D19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618750F-9082-0A6E-6D44-28074BD5F0A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5400" b="1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5400" b="1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Praise is rising, </a:t>
            </a:r>
          </a:p>
          <a:p>
            <a:r>
              <a:rPr lang="en-US" sz="5400" b="1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eyes are turning to You</a:t>
            </a:r>
          </a:p>
          <a:p>
            <a:br>
              <a:rPr lang="en-US" sz="5400" b="1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</a:br>
            <a:r>
              <a:rPr lang="en-US" sz="5400" b="1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We turn to You</a:t>
            </a:r>
          </a:p>
          <a:p>
            <a:endParaRPr lang="en-US" sz="5400" b="1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5400" b="1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645265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6EC9001-F50E-F88A-6862-3CE499008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5CE0E62-FB08-40D6-CBEF-FAD3641C5B8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5400" b="1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5400" b="1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Hope is stirring, </a:t>
            </a:r>
          </a:p>
          <a:p>
            <a:r>
              <a:rPr lang="en-US" sz="5400" b="1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hearts are yearning </a:t>
            </a:r>
          </a:p>
          <a:p>
            <a:r>
              <a:rPr lang="en-US" sz="5400" b="1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for You</a:t>
            </a:r>
          </a:p>
          <a:p>
            <a:endParaRPr lang="en-US" sz="5400" b="1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5400" b="1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We long for You</a:t>
            </a:r>
          </a:p>
          <a:p>
            <a:endParaRPr lang="en-US" sz="5400" b="1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693473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2418CB7-1074-6960-5AFC-8427511468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944CF641-399D-C1A2-07D2-42F714B7F31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5400" b="1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5400" b="1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'Cause</a:t>
            </a:r>
            <a:r>
              <a:rPr lang="en-US" sz="5400" b="1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when we see You</a:t>
            </a:r>
          </a:p>
          <a:p>
            <a:r>
              <a:rPr lang="en-US" sz="5400" b="1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We find strength </a:t>
            </a:r>
          </a:p>
          <a:p>
            <a:r>
              <a:rPr lang="en-US" sz="5400" b="1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to face the day</a:t>
            </a:r>
          </a:p>
          <a:p>
            <a:endParaRPr lang="en-US" sz="5400" b="1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5400" b="1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948101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B6792E6-4C21-D2D6-B268-AF8CB127A2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C0DA119B-E019-1B0C-84F8-E8B6A0CF2D9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5400" b="1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5400" b="1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in Your presence </a:t>
            </a:r>
          </a:p>
          <a:p>
            <a:r>
              <a:rPr lang="en-US" sz="5400" b="1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our fears are washed away</a:t>
            </a:r>
          </a:p>
          <a:p>
            <a:endParaRPr lang="en-US" sz="5400" b="1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5400" b="1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washed  away</a:t>
            </a:r>
          </a:p>
          <a:p>
            <a:endParaRPr lang="en-US" sz="5400" b="1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822467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5BFBF6E-A800-A557-4607-B211D092B5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9C31C481-F61F-FA71-2898-FC5F29B5D3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4379" y="228600"/>
            <a:ext cx="8903369" cy="6431280"/>
          </a:xfrm>
        </p:spPr>
        <p:txBody>
          <a:bodyPr>
            <a:noAutofit/>
          </a:bodyPr>
          <a:lstStyle/>
          <a:p>
            <a:endParaRPr lang="en-US" sz="5400" b="1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5400" b="1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Hosanna, hosanna </a:t>
            </a:r>
          </a:p>
          <a:p>
            <a:r>
              <a:rPr lang="en-US" sz="5400" b="1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are the God </a:t>
            </a:r>
          </a:p>
          <a:p>
            <a:r>
              <a:rPr lang="en-US" sz="5400" b="1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who saves us, </a:t>
            </a:r>
          </a:p>
          <a:p>
            <a:r>
              <a:rPr lang="en-US" sz="5400" b="1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worthy of all our praises</a:t>
            </a:r>
          </a:p>
          <a:p>
            <a:endParaRPr lang="en-US" sz="5400" b="1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184130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6F9845A-5C38-8136-3BBB-8D69A65E66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1445C5DE-984C-F80B-C9D3-5E0CCCD1C16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4379" y="228600"/>
            <a:ext cx="8903369" cy="6431280"/>
          </a:xfrm>
        </p:spPr>
        <p:txBody>
          <a:bodyPr>
            <a:noAutofit/>
          </a:bodyPr>
          <a:lstStyle/>
          <a:p>
            <a:endParaRPr lang="en-US" sz="5400" b="1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5400" b="1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Hear the sound of hearts returning to You</a:t>
            </a:r>
          </a:p>
          <a:p>
            <a:endParaRPr lang="en-US" sz="5400" b="1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5400" b="1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We turn to You</a:t>
            </a:r>
          </a:p>
          <a:p>
            <a:endParaRPr lang="en-US" sz="5400" b="1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5400" b="1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962848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042E848-3726-1937-FD67-6C46C53A34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FB7CA7A-27E0-9F28-0CE7-7AA5B2DAE08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4379" y="228600"/>
            <a:ext cx="8903369" cy="6431280"/>
          </a:xfrm>
        </p:spPr>
        <p:txBody>
          <a:bodyPr>
            <a:noAutofit/>
          </a:bodyPr>
          <a:lstStyle/>
          <a:p>
            <a:endParaRPr lang="en-US" sz="5400" b="1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5400" b="1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In Your kingdom </a:t>
            </a:r>
          </a:p>
          <a:p>
            <a:r>
              <a:rPr lang="en-US" sz="5400" b="1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broken lives are made new</a:t>
            </a:r>
          </a:p>
          <a:p>
            <a:endParaRPr lang="en-US" sz="5400" b="1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5400" b="1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make us new</a:t>
            </a:r>
          </a:p>
          <a:p>
            <a:endParaRPr lang="en-US" sz="5400" b="1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334983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ACE3B7E-6A4C-4B3D-3B04-373AC39043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070656A-99E5-DC2B-B1AA-76D635E1E9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5400" b="1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5400" b="1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'Cause</a:t>
            </a:r>
            <a:r>
              <a:rPr lang="en-US" sz="5400" b="1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when we see You</a:t>
            </a:r>
          </a:p>
          <a:p>
            <a:r>
              <a:rPr lang="en-US" sz="5400" b="1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We find strength </a:t>
            </a:r>
          </a:p>
          <a:p>
            <a:r>
              <a:rPr lang="en-US" sz="5400" b="1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to face the day</a:t>
            </a:r>
          </a:p>
          <a:p>
            <a:endParaRPr lang="en-US" sz="5400" b="1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5400" b="1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096394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0B41B99-0DDC-4E64-A558-C52BDD5A32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5E33B434-B4AF-BE5B-44BC-4E612B65A4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5400" b="1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5400" b="1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in Your presence </a:t>
            </a:r>
          </a:p>
          <a:p>
            <a:r>
              <a:rPr lang="en-US" sz="5400" b="1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our fears are washed away</a:t>
            </a:r>
          </a:p>
          <a:p>
            <a:endParaRPr lang="en-US" sz="5400" b="1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5400" b="1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washed  away</a:t>
            </a:r>
          </a:p>
          <a:p>
            <a:endParaRPr lang="en-US" sz="5400" b="1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84868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2075F7E-A24A-ACA0-2681-5D4B6A8D6C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44082A1D-402E-79F3-2C7A-D16B925254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4379" y="228600"/>
            <a:ext cx="8903369" cy="6431280"/>
          </a:xfrm>
        </p:spPr>
        <p:txBody>
          <a:bodyPr>
            <a:noAutofit/>
          </a:bodyPr>
          <a:lstStyle/>
          <a:p>
            <a:endParaRPr lang="en-US" sz="5400" b="1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5400" b="1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Hosanna, hosanna </a:t>
            </a:r>
          </a:p>
          <a:p>
            <a:r>
              <a:rPr lang="en-US" sz="5400" b="1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are the God </a:t>
            </a:r>
          </a:p>
          <a:p>
            <a:r>
              <a:rPr lang="en-US" sz="5400" b="1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who saves us, </a:t>
            </a:r>
          </a:p>
          <a:p>
            <a:r>
              <a:rPr lang="en-US" sz="5400" b="1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worthy of all our praises</a:t>
            </a:r>
          </a:p>
          <a:p>
            <a:endParaRPr lang="en-US" sz="5400" b="1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717127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6BA87F3-30A5-3C5A-BA70-70E1CE69C9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BED1C2F-387A-D854-55D9-02E9DC03BA9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4379" y="228600"/>
            <a:ext cx="8903369" cy="6431280"/>
          </a:xfrm>
        </p:spPr>
        <p:txBody>
          <a:bodyPr>
            <a:noAutofit/>
          </a:bodyPr>
          <a:lstStyle/>
          <a:p>
            <a:endParaRPr lang="en-US" sz="5400" b="1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5400" b="1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Hosanna, hosanna </a:t>
            </a:r>
          </a:p>
          <a:p>
            <a:r>
              <a:rPr lang="en-US" sz="5400" b="1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Come have Your way </a:t>
            </a:r>
          </a:p>
          <a:p>
            <a:r>
              <a:rPr lang="en-US" sz="5400" b="1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among us</a:t>
            </a:r>
          </a:p>
          <a:p>
            <a:r>
              <a:rPr lang="en-US" sz="5400" b="1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We welcome You here </a:t>
            </a:r>
          </a:p>
          <a:p>
            <a:r>
              <a:rPr lang="en-US" sz="5400" b="1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Lord Jesus</a:t>
            </a:r>
          </a:p>
          <a:p>
            <a:endParaRPr lang="en-US" sz="5400" b="1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275552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E7A3DA7-1648-8817-47B0-4261A38D54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47737B6-A2A4-3873-61B1-06ABFB01F40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5400" b="1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5400" b="1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'Cause</a:t>
            </a:r>
            <a:r>
              <a:rPr lang="en-US" sz="5400" b="1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when we see You</a:t>
            </a:r>
          </a:p>
          <a:p>
            <a:r>
              <a:rPr lang="en-US" sz="5400" b="1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We find strength </a:t>
            </a:r>
          </a:p>
          <a:p>
            <a:r>
              <a:rPr lang="en-US" sz="5400" b="1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to face the day</a:t>
            </a:r>
          </a:p>
          <a:p>
            <a:endParaRPr lang="en-US" sz="5400" b="1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5400" b="1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2478961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C58F19B-66A9-5E2B-4A69-BF383AC7C0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F5C878E-F51A-E4A0-7174-22BE6C0024C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5400" b="1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5400" b="1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in Your presence </a:t>
            </a:r>
          </a:p>
          <a:p>
            <a:r>
              <a:rPr lang="en-US" sz="5400" b="1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our fears are washed away</a:t>
            </a:r>
          </a:p>
          <a:p>
            <a:endParaRPr lang="en-US" sz="5400" b="1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5400" b="1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washed  away</a:t>
            </a:r>
          </a:p>
          <a:p>
            <a:endParaRPr lang="en-US" sz="5400" b="1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0744681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25BD63A-823B-0D34-7FB9-2E3D11E7A8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C5A74D5E-AE57-77DB-D5EE-C9D27476E02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4379" y="228600"/>
            <a:ext cx="8903369" cy="6431280"/>
          </a:xfrm>
        </p:spPr>
        <p:txBody>
          <a:bodyPr>
            <a:noAutofit/>
          </a:bodyPr>
          <a:lstStyle/>
          <a:p>
            <a:endParaRPr lang="en-US" sz="5400" b="1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5400" b="1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Hosanna, hosanna </a:t>
            </a:r>
          </a:p>
          <a:p>
            <a:r>
              <a:rPr lang="en-US" sz="5400" b="1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are the God </a:t>
            </a:r>
          </a:p>
          <a:p>
            <a:r>
              <a:rPr lang="en-US" sz="5400" b="1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who saves us, </a:t>
            </a:r>
          </a:p>
          <a:p>
            <a:r>
              <a:rPr lang="en-US" sz="5400" b="1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worthy of all our praises</a:t>
            </a:r>
          </a:p>
          <a:p>
            <a:endParaRPr lang="en-US" sz="5400" b="1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055317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6F4EE5E-113B-B298-1CB5-A95D1FA930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96C3612-2797-38DA-41A9-CD2DFA6970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4379" y="228600"/>
            <a:ext cx="8903369" cy="6431280"/>
          </a:xfrm>
        </p:spPr>
        <p:txBody>
          <a:bodyPr>
            <a:noAutofit/>
          </a:bodyPr>
          <a:lstStyle/>
          <a:p>
            <a:endParaRPr lang="en-US" sz="5400" b="1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5400" b="1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Hosanna, hosanna </a:t>
            </a:r>
          </a:p>
          <a:p>
            <a:r>
              <a:rPr lang="en-US" sz="5400" b="1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Come have Your way </a:t>
            </a:r>
          </a:p>
          <a:p>
            <a:r>
              <a:rPr lang="en-US" sz="5400" b="1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among us</a:t>
            </a:r>
          </a:p>
          <a:p>
            <a:r>
              <a:rPr lang="en-US" sz="5400" b="1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We welcome You here </a:t>
            </a:r>
          </a:p>
          <a:p>
            <a:r>
              <a:rPr lang="en-US" sz="5400" b="1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Lord Jesus</a:t>
            </a:r>
          </a:p>
          <a:p>
            <a:endParaRPr lang="en-US" sz="5400" b="1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967911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64</TotalTime>
  <Words>237</Words>
  <Application>Microsoft Macintosh PowerPoint</Application>
  <PresentationFormat>On-screen Show (4:3)</PresentationFormat>
  <Paragraphs>79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Aptos</vt:lpstr>
      <vt:lpstr>Aptos Display</vt:lpstr>
      <vt:lpstr>Arial</vt:lpstr>
      <vt:lpstr>Avenir Medium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Danny Hur</dc:creator>
  <cp:lastModifiedBy>Danny Hur</cp:lastModifiedBy>
  <cp:revision>27</cp:revision>
  <dcterms:created xsi:type="dcterms:W3CDTF">2025-11-12T03:26:12Z</dcterms:created>
  <dcterms:modified xsi:type="dcterms:W3CDTF">2026-07-15T03:52:33Z</dcterms:modified>
</cp:coreProperties>
</file>