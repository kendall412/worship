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85" r:id="rId4"/>
    <p:sldId id="276" r:id="rId5"/>
    <p:sldId id="286" r:id="rId6"/>
    <p:sldId id="287" r:id="rId7"/>
    <p:sldId id="288" r:id="rId8"/>
    <p:sldId id="28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656"/>
  </p:normalViewPr>
  <p:slideViewPr>
    <p:cSldViewPr snapToGrid="0">
      <p:cViewPr varScale="1">
        <p:scale>
          <a:sx n="91" d="100"/>
          <a:sy n="91" d="100"/>
        </p:scale>
        <p:origin x="208" y="17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5005371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Only A Holy God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/ C / F / C  </a:t>
            </a:r>
            <a:r>
              <a:rPr lang="en-US" sz="3600" dirty="0">
                <a:solidFill>
                  <a:schemeClr val="accent1">
                    <a:lumMod val="20000"/>
                    <a:lumOff val="80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CAPO 2</a:t>
            </a:r>
            <a:r>
              <a:rPr lang="en-US" sz="3600" baseline="30000" dirty="0">
                <a:solidFill>
                  <a:schemeClr val="accent1">
                    <a:lumMod val="20000"/>
                    <a:lumOff val="80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nd</a:t>
            </a:r>
            <a:r>
              <a:rPr lang="en-US" sz="3600" dirty="0">
                <a:solidFill>
                  <a:schemeClr val="accent1">
                    <a:lumMod val="20000"/>
                    <a:lumOff val="80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 for Marina</a:t>
            </a:r>
            <a:r>
              <a:rPr lang="en-US" sz="3600">
                <a:solidFill>
                  <a:schemeClr val="accent1">
                    <a:lumMod val="20000"/>
                    <a:lumOff val="80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, Skyler</a:t>
            </a:r>
            <a:endParaRPr lang="en-US" sz="3600" dirty="0">
              <a:solidFill>
                <a:schemeClr val="accent1">
                  <a:lumMod val="20000"/>
                  <a:lumOff val="80000"/>
                </a:schemeClr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C                F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else commands all the hosts of heaven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C                F                  C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else could make	every king bow down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C                F                  C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else can whisper	and	darkness trembles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G	      C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Only a Holy God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4FFE59-388D-EE4A-20EB-B530C97A7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6788C20-E1F1-8F5E-B0AC-DDA8ED4840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C             F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other beauty demands such praises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C                F          C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other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splendour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outshines the sun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C    F                  C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other majesty rules with justice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G	      C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Only a Holy God</a:t>
            </a:r>
          </a:p>
        </p:txBody>
      </p:sp>
    </p:spTree>
    <p:extLst>
      <p:ext uri="{BB962C8B-B14F-4D97-AF65-F5344CB8AC3E}">
        <p14:creationId xmlns:p14="http://schemas.microsoft.com/office/powerpoint/2010/main" val="1803805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	              F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and behold Him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 G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	One	 and	 the	Only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	              F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Cry out, sing	holy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G     Am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Forever a Holy God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F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and worship the Holy God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ECE80D-BB37-21EF-5E19-44FECF9A6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97BE86D-3EC3-C4BD-2C09-4157D72414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C             F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other glory consumes like fire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C        F             C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other power can raise the dead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C            F               C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other name	 remains undefeated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G	      C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Only a Holy God</a:t>
            </a:r>
          </a:p>
        </p:txBody>
      </p:sp>
    </p:spTree>
    <p:extLst>
      <p:ext uri="{BB962C8B-B14F-4D97-AF65-F5344CB8AC3E}">
        <p14:creationId xmlns:p14="http://schemas.microsoft.com/office/powerpoint/2010/main" val="30876747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0A5BA1-EC57-2DD0-534C-0CA925B7E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B98AA49-8148-72B2-3BFC-F52BB40FA4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	              F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and behold Him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 G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	One	 and	 the	Only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	              F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Cry out, sing	holy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G     Am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Forever a Holy God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F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and worship the Holy God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9495A1-C153-A8BA-3F84-C5A2E0001537}"/>
              </a:ext>
            </a:extLst>
          </p:cNvPr>
          <p:cNvSpPr txBox="1"/>
          <p:nvPr/>
        </p:nvSpPr>
        <p:spPr>
          <a:xfrm>
            <a:off x="10930597" y="5877544"/>
            <a:ext cx="76495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bg1"/>
                </a:solidFill>
              </a:rPr>
              <a:t>x2</a:t>
            </a:r>
          </a:p>
        </p:txBody>
      </p:sp>
    </p:spTree>
    <p:extLst>
      <p:ext uri="{BB962C8B-B14F-4D97-AF65-F5344CB8AC3E}">
        <p14:creationId xmlns:p14="http://schemas.microsoft.com/office/powerpoint/2010/main" val="4820408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EDAC4C-223B-3408-320B-752696C4D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8B325B7-B24C-99A1-59D2-4ABAE23DC9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C                F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else could rescue me	 from my failing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C     F             C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else would offer His only Son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C                       F        C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else invites me to call Him Father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G	      C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Only a Holy God</a:t>
            </a:r>
          </a:p>
        </p:txBody>
      </p:sp>
    </p:spTree>
    <p:extLst>
      <p:ext uri="{BB962C8B-B14F-4D97-AF65-F5344CB8AC3E}">
        <p14:creationId xmlns:p14="http://schemas.microsoft.com/office/powerpoint/2010/main" val="33337594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A13A65-EB72-D1BC-2C16-E5794831C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7DBE5F2-BF3E-3EF6-B768-F5755D6E1F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	              F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and behold Him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 G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	One	 and	 the	Only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	              F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Cry out, sing	holy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G     Am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Forever a Holy God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F                 G</a:t>
            </a:r>
          </a:p>
          <a:p>
            <a:pPr algn="l"/>
            <a:r>
              <a:rPr lang="en-US" sz="36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and worship the Holy God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E0429ED-D90A-208A-D2CA-124911DE55EB}"/>
              </a:ext>
            </a:extLst>
          </p:cNvPr>
          <p:cNvSpPr txBox="1"/>
          <p:nvPr/>
        </p:nvSpPr>
        <p:spPr>
          <a:xfrm>
            <a:off x="10654478" y="5924436"/>
            <a:ext cx="131478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bg1"/>
                </a:solidFill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29499896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</TotalTime>
  <Words>373</Words>
  <Application>Microsoft Macintosh PowerPoint</Application>
  <PresentationFormat>Widescreen</PresentationFormat>
  <Paragraphs>71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49</cp:revision>
  <dcterms:created xsi:type="dcterms:W3CDTF">2025-11-12T03:26:12Z</dcterms:created>
  <dcterms:modified xsi:type="dcterms:W3CDTF">2026-07-26T00:11:15Z</dcterms:modified>
</cp:coreProperties>
</file>