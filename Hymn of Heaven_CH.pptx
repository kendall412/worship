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58" r:id="rId4"/>
    <p:sldId id="260" r:id="rId5"/>
    <p:sldId id="275" r:id="rId6"/>
    <p:sldId id="265" r:id="rId7"/>
    <p:sldId id="276" r:id="rId8"/>
    <p:sldId id="270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06"/>
  </p:normalViewPr>
  <p:slideViewPr>
    <p:cSldViewPr snapToGrid="0">
      <p:cViewPr varScale="1">
        <p:scale>
          <a:sx n="100" d="100"/>
          <a:sy n="100" d="100"/>
        </p:scale>
        <p:origin x="18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ountain with a red sky&#10;&#10;AI-generated content may be incorrect.">
            <a:extLst>
              <a:ext uri="{FF2B5EF4-FFF2-40B4-BE49-F238E27FC236}">
                <a16:creationId xmlns:a16="http://schemas.microsoft.com/office/drawing/2014/main" id="{F8A33EF8-8399-C39F-50A0-F9B748F8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1" t="9091" r="2722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497702"/>
            <a:ext cx="11671300" cy="5966598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the air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Am           F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and mercy fills the streets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F                          C 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one who bled to save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F                   G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8972D1-9DD2-4BAD-B07A-8B71ABA994B1}"/>
              </a:ext>
            </a:extLst>
          </p:cNvPr>
          <p:cNvSpPr txBox="1"/>
          <p:nvPr/>
        </p:nvSpPr>
        <p:spPr>
          <a:xfrm>
            <a:off x="9308162" y="6006355"/>
            <a:ext cx="2633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0070D0-F8B7-8DCD-335C-10A2CA5FD83C}"/>
              </a:ext>
            </a:extLst>
          </p:cNvPr>
          <p:cNvSpPr txBox="1"/>
          <p:nvPr/>
        </p:nvSpPr>
        <p:spPr>
          <a:xfrm>
            <a:off x="9716158" y="6006355"/>
            <a:ext cx="2225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F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in desperation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        F                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 we sang through doubt and fear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F                      C       G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it was worth it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  G           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wipe away our tears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5C9DD2-43BE-5E61-CEEA-528906B2FC39}"/>
              </a:ext>
            </a:extLst>
          </p:cNvPr>
          <p:cNvSpPr txBox="1"/>
          <p:nvPr/>
        </p:nvSpPr>
        <p:spPr>
          <a:xfrm>
            <a:off x="9206403" y="6006355"/>
            <a:ext cx="2735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767A5-1040-0B0E-42CB-60FCAC3E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544F2D-181E-4237-C2C4-9E0C7F0F6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51C2DD-506E-D65A-334F-3F7D79579142}"/>
              </a:ext>
            </a:extLst>
          </p:cNvPr>
          <p:cNvSpPr txBox="1"/>
          <p:nvPr/>
        </p:nvSpPr>
        <p:spPr>
          <a:xfrm>
            <a:off x="9716158" y="6006355"/>
            <a:ext cx="2225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2182182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A09E45-A060-1811-9653-0CE09BE11A00}"/>
              </a:ext>
            </a:extLst>
          </p:cNvPr>
          <p:cNvSpPr txBox="1"/>
          <p:nvPr/>
        </p:nvSpPr>
        <p:spPr>
          <a:xfrm>
            <a:off x="9716158" y="6006355"/>
            <a:ext cx="2225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0E32-01C4-4D80-A2A1-C201A67C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5681B1-27E9-A129-5D47-E725637F5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G      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“Forever He shall reign”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AEF3E3-8FD9-D62B-3CE1-FA5287092DD2}"/>
              </a:ext>
            </a:extLst>
          </p:cNvPr>
          <p:cNvSpPr txBox="1"/>
          <p:nvPr/>
        </p:nvSpPr>
        <p:spPr>
          <a:xfrm>
            <a:off x="9206403" y="6006355"/>
            <a:ext cx="2735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199728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E7897-A55E-6262-6393-541243C3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C9CC9F-D7E2-6F47-C910-4E3E02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22D9AF-AFD9-56B1-4988-CF76EDE37612}"/>
              </a:ext>
            </a:extLst>
          </p:cNvPr>
          <p:cNvSpPr txBox="1"/>
          <p:nvPr/>
        </p:nvSpPr>
        <p:spPr>
          <a:xfrm>
            <a:off x="9206403" y="6006355"/>
            <a:ext cx="2735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2973635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4243B-246E-2EB9-4D86-85009412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C05771-7487-C67B-8498-493E3A69B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9375569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3C2F6C-06BE-1A16-BBF1-3C4979094C46}"/>
              </a:ext>
            </a:extLst>
          </p:cNvPr>
          <p:cNvSpPr txBox="1"/>
          <p:nvPr/>
        </p:nvSpPr>
        <p:spPr>
          <a:xfrm>
            <a:off x="10832489" y="6006355"/>
            <a:ext cx="1109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668530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491</Words>
  <Application>Microsoft Macintosh PowerPoint</Application>
  <PresentationFormat>Widescreen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12</cp:revision>
  <dcterms:created xsi:type="dcterms:W3CDTF">2025-11-12T03:26:12Z</dcterms:created>
  <dcterms:modified xsi:type="dcterms:W3CDTF">2026-10-29T05:32:50Z</dcterms:modified>
</cp:coreProperties>
</file>