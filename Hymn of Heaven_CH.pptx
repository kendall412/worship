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3"/>
    <p:sldId id="258" r:id="rId4"/>
    <p:sldId id="260" r:id="rId5"/>
    <p:sldId id="275" r:id="rId6"/>
    <p:sldId id="265" r:id="rId7"/>
    <p:sldId id="276" r:id="rId8"/>
    <p:sldId id="270" r:id="rId9"/>
    <p:sldId id="277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498"/>
    <p:restoredTop sz="94613"/>
  </p:normalViewPr>
  <p:slideViewPr>
    <p:cSldViewPr snapToGrid="0">
      <p:cViewPr varScale="1">
        <p:scale>
          <a:sx n="101" d="100"/>
          <a:sy n="101" d="100"/>
        </p:scale>
        <p:origin x="232" y="1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mountain with a red sky&#10;&#10;AI-generated content may be incorrect.">
            <a:extLst>
              <a:ext uri="{FF2B5EF4-FFF2-40B4-BE49-F238E27FC236}">
                <a16:creationId xmlns:a16="http://schemas.microsoft.com/office/drawing/2014/main" id="{F8A33EF8-8399-C39F-50A0-F9B748F8C2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1" t="9091" r="27222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000" i="1" dirty="0">
                <a:solidFill>
                  <a:schemeClr val="bg1"/>
                </a:solidFill>
                <a:latin typeface="Avenir Oblique" panose="02000503020000020003" pitchFamily="2" charset="0"/>
                <a:ea typeface="Bodoni Ornaments" pitchFamily="2" charset="0"/>
              </a:rPr>
              <a:t>Hymn of Heaven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rgbClr val="FFFF00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C          </a:t>
            </a:r>
            <a:r>
              <a:rPr lang="en-US" sz="28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I long to breathe the air of Heaven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 Am           F    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pain is gone and mercy fills the streets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  F                          C      G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look upon the one who bled to save me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F                   G          C      </a:t>
            </a:r>
            <a:r>
              <a:rPr lang="en-US" sz="28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walk with Him for all eternity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97AA4F-6DB9-E773-223F-A914B162B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718BD2-4DDC-7FA1-35A2-586A13A3D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    F               G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There will be a day When all will bow before Him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F               Am   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 When death will be no more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   F               G                          C     G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 With He who died and rose again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G              C 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9242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581AFB-6378-F9CB-86D9-0C945A6E0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9F9F15-E5D6-33EC-7B73-DAF032B1C9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  F 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Every prayer we prayed in desperation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  Am         F                    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songs of faith we sang through doubt and fear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C              F                      C       G 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the end we’ll see that it was worth it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F           G                      C          </a:t>
            </a:r>
            <a:r>
              <a:rPr lang="en-US" sz="28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He returns to wipe away our tears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92540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F767A5-1040-0B0E-42CB-60FCAC3E3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7544F2D-181E-4237-C2C4-9E0C7F0F6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C                       F               G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There will be a day When all will bow before Him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C      F               Am   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 will be a day When death will be no more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C          F               G                          C     G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Standing face to face With He who died and rose again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G              C 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821821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9F9209-9E9A-6DE6-D13F-ADB369977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F1D2590-69D4-C086-7DB2-EBE408F429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F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that day we join the resurrection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Am            F   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stand beside the heroes of the faith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F                C      G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one voice a thousand generations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F                    G                       C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“worthy is the Lamb who was slain”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988623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1E0E32-01C4-4D80-A2A1-C201A67C4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65681B1-27E9-A129-5D47-E725637F58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C          F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On that day we join the resurrection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Am            F   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stand beside the heroes of the faith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C                 F                C      G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one voice a thousand generations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F                    G                       C    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Sing “worthy is the Lamb who was slain”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F      G                C      </a:t>
            </a:r>
            <a:r>
              <a:rPr lang="en-US" sz="28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“Forever He shall reign”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7286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4E7897-A55E-6262-6393-541243C3F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AC9CC9F-D7E2-6F47-C910-4E3E025A2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   F          G     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let it be today we shout the hymn of Heaven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F               Am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angels and the Saints we raise a mighty roar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F                G                 C          G  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“Glory to our God” who gave us life beyond the grave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G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3635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030A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B4243B-246E-2EB9-4D86-850094129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FC05771-7487-C67B-8498-493E3A69BA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               F          G                             C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 let it be today we shout the hymn of Heaven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               C           F               Am                  G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angels and the Saints we raise a mighty roar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                    F                G                 C          G      Am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“Glory to our God” who gave us life beyond the grave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G              Am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G              Am  </a:t>
            </a: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pPr algn="l"/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F       G              C       </a:t>
            </a:r>
            <a:r>
              <a:rPr lang="en-US" sz="2800" dirty="0" err="1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Csus</a:t>
            </a:r>
            <a:r>
              <a:rPr lang="en-US" sz="2800" dirty="0">
                <a:solidFill>
                  <a:srgbClr val="FFFF00"/>
                </a:solidFill>
                <a:latin typeface="Avenir Medium" panose="02000503020000020003" pitchFamily="2" charset="0"/>
                <a:ea typeface="Bodoni Ornaments" pitchFamily="2" charset="0"/>
              </a:rPr>
              <a:t>     C</a:t>
            </a:r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2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Holy holy is the Lord</a:t>
            </a:r>
          </a:p>
          <a:p>
            <a:pPr algn="l"/>
            <a:endParaRPr lang="en-US" sz="2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8530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476</Words>
  <Application>Microsoft Macintosh PowerPoint</Application>
  <PresentationFormat>Widescreen</PresentationFormat>
  <Paragraphs>79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11</cp:revision>
  <dcterms:created xsi:type="dcterms:W3CDTF">2025-11-12T03:26:12Z</dcterms:created>
  <dcterms:modified xsi:type="dcterms:W3CDTF">2026-06-01T02:38:16Z</dcterms:modified>
</cp:coreProperties>
</file>