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4" r:id="rId3"/>
    <p:sldId id="285" r:id="rId4"/>
    <p:sldId id="286" r:id="rId5"/>
    <p:sldId id="287" r:id="rId6"/>
    <p:sldId id="288" r:id="rId7"/>
    <p:sldId id="289" r:id="rId8"/>
    <p:sldId id="290" r:id="rId9"/>
    <p:sldId id="291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6928"/>
    <p:restoredTop sz="94650"/>
  </p:normalViewPr>
  <p:slideViewPr>
    <p:cSldViewPr snapToGrid="0">
      <p:cViewPr varScale="1">
        <p:scale>
          <a:sx n="84" d="100"/>
          <a:sy n="84" d="100"/>
        </p:scale>
        <p:origin x="208" y="9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023359" cy="1208141"/>
          </a:xfrm>
        </p:spPr>
        <p:txBody>
          <a:bodyPr>
            <a:normAutofit fontScale="77500" lnSpcReduction="20000"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America the Beautiful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D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beautiful for spacious skies,  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D7                      G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amber waves of grain  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      D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purple mountain majesties,  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A              A7       D    D7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the fruited plain! 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403A78-1E2C-B55C-AA9F-508E762D6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59F8FEE-AC94-CBE9-7AEC-D96143047A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D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America! America!  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D7                         G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God shed his grace on thee  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C                                    G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crown thy good with brotherhood,  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C        D7        G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from sea to shining sea! </a:t>
            </a:r>
          </a:p>
        </p:txBody>
      </p:sp>
    </p:spTree>
    <p:extLst>
      <p:ext uri="{BB962C8B-B14F-4D97-AF65-F5344CB8AC3E}">
        <p14:creationId xmlns:p14="http://schemas.microsoft.com/office/powerpoint/2010/main" val="15007981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8B7A9D-F3C7-B9B8-C8A3-D8C0E5EEB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FE7C110-FF7F-B8CA-57CC-1B0D6A0D64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G                  D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beautiful for pilgrim feet,  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D7                         G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whose stern impassioned stress 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  D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thoroughfare of freedom beat,  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A              A7    D   D7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across the wilderness! </a:t>
            </a:r>
          </a:p>
        </p:txBody>
      </p:sp>
    </p:spTree>
    <p:extLst>
      <p:ext uri="{BB962C8B-B14F-4D97-AF65-F5344CB8AC3E}">
        <p14:creationId xmlns:p14="http://schemas.microsoft.com/office/powerpoint/2010/main" val="18910787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510AA8-1313-C815-FCCF-DA87DF55A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9AD8E01-01BF-850A-9957-2E9B0BC7B8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G            D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America! America!  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D7                         G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God mend thine every flaw  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C                        G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Confirm thy soul in self-control,  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D7   G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Thy liberty in law!</a:t>
            </a:r>
          </a:p>
        </p:txBody>
      </p:sp>
    </p:spTree>
    <p:extLst>
      <p:ext uri="{BB962C8B-B14F-4D97-AF65-F5344CB8AC3E}">
        <p14:creationId xmlns:p14="http://schemas.microsoft.com/office/powerpoint/2010/main" val="42325458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9F659C-D517-D3B0-FC61-8CC8B53F4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3056F31-3B7E-1014-798D-6914B4026D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G                  D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beautiful for patriot dream,  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D7                      G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sees beyond the years  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D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Thine alabaster cities gleam,  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A                 A7        D    D7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undimmed by human tears! </a:t>
            </a:r>
          </a:p>
        </p:txBody>
      </p:sp>
    </p:spTree>
    <p:extLst>
      <p:ext uri="{BB962C8B-B14F-4D97-AF65-F5344CB8AC3E}">
        <p14:creationId xmlns:p14="http://schemas.microsoft.com/office/powerpoint/2010/main" val="17345277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A87CA7-622D-5B3D-84D5-4C136B2E1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6941FDD-5B32-200A-4FF0-6F109E38E4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G           D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America! America!  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D7                         G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God shed his grace on thee  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C                                    G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crown thy good with brotherhood,  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C        D7        G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from sea to shining sea!</a:t>
            </a:r>
          </a:p>
        </p:txBody>
      </p:sp>
    </p:spTree>
    <p:extLst>
      <p:ext uri="{BB962C8B-B14F-4D97-AF65-F5344CB8AC3E}">
        <p14:creationId xmlns:p14="http://schemas.microsoft.com/office/powerpoint/2010/main" val="29799823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61CAA4-0173-1D1F-7906-D9D5FE557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7BA5DF3-071A-E814-6CCE-56BDBF8A99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G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beautiful for pilgrims feet,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D7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Whose stem impassioned stress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thoroughfare for freedom beat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          A7 D            D7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Across the wilderness!</a:t>
            </a:r>
          </a:p>
        </p:txBody>
      </p:sp>
    </p:spTree>
    <p:extLst>
      <p:ext uri="{BB962C8B-B14F-4D97-AF65-F5344CB8AC3E}">
        <p14:creationId xmlns:p14="http://schemas.microsoft.com/office/powerpoint/2010/main" val="31326625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52B345-8380-D2BA-B6CC-4EDE1CD83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736364E-6537-C68D-F1DA-A5F444E0BF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America! America!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D7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God shed his grace on thee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C                                                      G                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Till paths be wrought through wilds of thought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C         D7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By pilgrim foot and knee!</a:t>
            </a:r>
          </a:p>
        </p:txBody>
      </p:sp>
    </p:spTree>
    <p:extLst>
      <p:ext uri="{BB962C8B-B14F-4D97-AF65-F5344CB8AC3E}">
        <p14:creationId xmlns:p14="http://schemas.microsoft.com/office/powerpoint/2010/main" val="14404709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</TotalTime>
  <Words>276</Words>
  <Application>Microsoft Macintosh PowerPoint</Application>
  <PresentationFormat>Widescreen</PresentationFormat>
  <Paragraphs>74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44</cp:revision>
  <dcterms:created xsi:type="dcterms:W3CDTF">2025-11-12T03:26:12Z</dcterms:created>
  <dcterms:modified xsi:type="dcterms:W3CDTF">2026-06-24T00:03:18Z</dcterms:modified>
</cp:coreProperties>
</file>