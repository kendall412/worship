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00" d="100"/>
          <a:sy n="100" d="100"/>
        </p:scale>
        <p:origin x="18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America the Beautiful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spacious skies,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D7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amber waves of grain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purple mountain majesties,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A              A7       D 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the fruited plain! 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03A78-1E2C-B55C-AA9F-508E762D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59F8FEE-AC94-CBE9-7AEC-D96143047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D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crown thy good with brotherhood,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D7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sea to shining sea! </a:t>
            </a:r>
          </a:p>
        </p:txBody>
      </p:sp>
    </p:spTree>
    <p:extLst>
      <p:ext uri="{BB962C8B-B14F-4D97-AF65-F5344CB8AC3E}">
        <p14:creationId xmlns:p14="http://schemas.microsoft.com/office/powerpoint/2010/main" val="150079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B7A9D-F3C7-B9B8-C8A3-D8C0E5EEB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E7C110-FF7F-B8CA-57CC-1B0D6A0D6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pilgrim feet,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whose stern impassioned stress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thoroughfare of freedom beat,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A              A7    D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across the wilderness! </a:t>
            </a:r>
          </a:p>
        </p:txBody>
      </p:sp>
    </p:spTree>
    <p:extLst>
      <p:ext uri="{BB962C8B-B14F-4D97-AF65-F5344CB8AC3E}">
        <p14:creationId xmlns:p14="http://schemas.microsoft.com/office/powerpoint/2010/main" val="1891078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10AA8-1313-C815-FCCF-DA87DF55A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9AD8E01-01BF-850A-9957-2E9B0BC7B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mend thine every flaw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Confirm thy soul in self-control,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D7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liberty in law!</a:t>
            </a:r>
          </a:p>
        </p:txBody>
      </p:sp>
    </p:spTree>
    <p:extLst>
      <p:ext uri="{BB962C8B-B14F-4D97-AF65-F5344CB8AC3E}">
        <p14:creationId xmlns:p14="http://schemas.microsoft.com/office/powerpoint/2010/main" val="423254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F659C-D517-D3B0-FC61-8CC8B53F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056F31-3B7E-1014-798D-6914B4026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patriot dream,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sees beyond the years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Thine alabaster cities gleam,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                 A7        D 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undimmed by human tears! </a:t>
            </a:r>
          </a:p>
        </p:txBody>
      </p:sp>
    </p:spTree>
    <p:extLst>
      <p:ext uri="{BB962C8B-B14F-4D97-AF65-F5344CB8AC3E}">
        <p14:creationId xmlns:p14="http://schemas.microsoft.com/office/powerpoint/2010/main" val="1734527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87CA7-622D-5B3D-84D5-4C136B2E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941FDD-5B32-200A-4FF0-6F109E38E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crown thy good with brotherhood,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D7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sea to shining sea!</a:t>
            </a:r>
          </a:p>
        </p:txBody>
      </p:sp>
    </p:spTree>
    <p:extLst>
      <p:ext uri="{BB962C8B-B14F-4D97-AF65-F5344CB8AC3E}">
        <p14:creationId xmlns:p14="http://schemas.microsoft.com/office/powerpoint/2010/main" val="2979982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61CAA4-0173-1D1F-7906-D9D5FE55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BA5DF3-071A-E814-6CCE-56BDBF8A9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pilgrims feet,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D7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Whose stem impassioned stress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thoroughfare for freedom beat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          A7 D            D7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Across the wilderness!</a:t>
            </a:r>
          </a:p>
        </p:txBody>
      </p:sp>
    </p:spTree>
    <p:extLst>
      <p:ext uri="{BB962C8B-B14F-4D97-AF65-F5344CB8AC3E}">
        <p14:creationId xmlns:p14="http://schemas.microsoft.com/office/powerpoint/2010/main" val="3132662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52B345-8380-D2BA-B6CC-4EDE1CD8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36364E-6537-C68D-F1DA-A5F444E0B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                        G   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paths be wrought through wilds of thought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D7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pilgrim foot and knee!</a:t>
            </a:r>
          </a:p>
        </p:txBody>
      </p:sp>
    </p:spTree>
    <p:extLst>
      <p:ext uri="{BB962C8B-B14F-4D97-AF65-F5344CB8AC3E}">
        <p14:creationId xmlns:p14="http://schemas.microsoft.com/office/powerpoint/2010/main" val="1440470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276</Words>
  <Application>Microsoft Macintosh PowerPoint</Application>
  <PresentationFormat>Widescreen</PresentationFormat>
  <Paragraphs>74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44</cp:revision>
  <dcterms:created xsi:type="dcterms:W3CDTF">2025-11-12T03:26:12Z</dcterms:created>
  <dcterms:modified xsi:type="dcterms:W3CDTF">2026-06-26T06:40:02Z</dcterms:modified>
</cp:coreProperties>
</file>