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85" r:id="rId4"/>
    <p:sldId id="286" r:id="rId5"/>
    <p:sldId id="287" r:id="rId6"/>
    <p:sldId id="288" r:id="rId7"/>
    <p:sldId id="28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708"/>
  </p:normalViewPr>
  <p:slideViewPr>
    <p:cSldViewPr snapToGrid="0">
      <p:cViewPr varScale="1">
        <p:scale>
          <a:sx n="84" d="100"/>
          <a:sy n="84" d="100"/>
        </p:scale>
        <p:origin x="208" y="1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208141"/>
          </a:xfrm>
        </p:spPr>
        <p:txBody>
          <a:bodyPr>
            <a:normAutofit fontScale="77500" lnSpcReduction="200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America the Beautiful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D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beautiful for spacious skies,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D7                      G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amber waves of grain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   D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purple mountain majesties,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A              A7       D    D7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the fruited plain! 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403A78-1E2C-B55C-AA9F-508E762D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59F8FEE-AC94-CBE9-7AEC-D96143047A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7" y="152399"/>
            <a:ext cx="10614074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D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America! America!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D7                         G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shed his grace on thee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C                                    G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crown thy good with brotherhood,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D7        G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from sea to shining sea! </a:t>
            </a:r>
          </a:p>
        </p:txBody>
      </p:sp>
    </p:spTree>
    <p:extLst>
      <p:ext uri="{BB962C8B-B14F-4D97-AF65-F5344CB8AC3E}">
        <p14:creationId xmlns:p14="http://schemas.microsoft.com/office/powerpoint/2010/main" val="1500798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8B7A9D-F3C7-B9B8-C8A3-D8C0E5EEB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FE7C110-FF7F-B8CA-57CC-1B0D6A0D64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G                  D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beautiful for pilgrim feet,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D7                         G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whose stern impassioned stress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D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thoroughfare of freedom beat,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A              A7    D   D7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across the wilderness! </a:t>
            </a:r>
          </a:p>
        </p:txBody>
      </p:sp>
    </p:spTree>
    <p:extLst>
      <p:ext uri="{BB962C8B-B14F-4D97-AF65-F5344CB8AC3E}">
        <p14:creationId xmlns:p14="http://schemas.microsoft.com/office/powerpoint/2010/main" val="1891078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510AA8-1313-C815-FCCF-DA87DF55A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9AD8E01-01BF-850A-9957-2E9B0BC7B8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G            D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America! America!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D7                         G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mend thine every flaw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C                        G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Confirm thy soul in self-control,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D7   G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liberty in law!</a:t>
            </a:r>
          </a:p>
        </p:txBody>
      </p:sp>
    </p:spTree>
    <p:extLst>
      <p:ext uri="{BB962C8B-B14F-4D97-AF65-F5344CB8AC3E}">
        <p14:creationId xmlns:p14="http://schemas.microsoft.com/office/powerpoint/2010/main" val="4232545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9F659C-D517-D3B0-FC61-8CC8B53F4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3056F31-3B7E-1014-798D-6914B4026D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G                  D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beautiful for patriot dream,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D7                      G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sees beyond the years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D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Thine alabaster cities gleam,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A                 A7        D    D7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undimmed by human tears! </a:t>
            </a:r>
          </a:p>
        </p:txBody>
      </p:sp>
    </p:spTree>
    <p:extLst>
      <p:ext uri="{BB962C8B-B14F-4D97-AF65-F5344CB8AC3E}">
        <p14:creationId xmlns:p14="http://schemas.microsoft.com/office/powerpoint/2010/main" val="1734527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A87CA7-622D-5B3D-84D5-4C136B2E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6941FDD-5B32-200A-4FF0-6F109E38E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G           D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America! America!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D7                         G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shed his grace on thee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C                                    G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crown thy good with brotherhood,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D7        G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from sea to shining sea!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F68571-49F4-206E-48AA-92A353B239A8}"/>
              </a:ext>
            </a:extLst>
          </p:cNvPr>
          <p:cNvSpPr txBox="1"/>
          <p:nvPr/>
        </p:nvSpPr>
        <p:spPr>
          <a:xfrm>
            <a:off x="10257692" y="6273225"/>
            <a:ext cx="15005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979982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210</Words>
  <Application>Microsoft Macintosh PowerPoint</Application>
  <PresentationFormat>Widescreen</PresentationFormat>
  <Paragraphs>57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47</cp:revision>
  <dcterms:created xsi:type="dcterms:W3CDTF">2025-11-12T03:26:12Z</dcterms:created>
  <dcterms:modified xsi:type="dcterms:W3CDTF">2026-06-27T23:42:34Z</dcterms:modified>
</cp:coreProperties>
</file>