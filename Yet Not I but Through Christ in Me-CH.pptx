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88" r:id="rId8"/>
    <p:sldId id="289" r:id="rId9"/>
    <p:sldId id="290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088"/>
    <p:restoredTop sz="94602"/>
  </p:normalViewPr>
  <p:slideViewPr>
    <p:cSldViewPr snapToGrid="0">
      <p:cViewPr varScale="1">
        <p:scale>
          <a:sx n="92" d="100"/>
          <a:sy n="92" d="100"/>
        </p:scale>
        <p:origin x="176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042071"/>
            <a:ext cx="7786671" cy="179358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F  C  F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    C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gift of grace is Jesus my redeemer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  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more for heaven now to give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joy, my righteousness, and freedom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   G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steadfast love, my deep and boundless peace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F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hold, my hope is only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F       C     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life is wholly bound to His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Dm               C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how strange and divine, I can sing all is mine,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C     F   C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09865-FB07-652F-1AE2-745C11647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870F10-2193-0B69-824C-F8191579F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night is dark, but I am not forsaken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   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by my side, the Savior, He will stay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labor on in weakness and rejoicing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G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in my need, His power is displayed</a:t>
            </a:r>
          </a:p>
        </p:txBody>
      </p:sp>
    </p:spTree>
    <p:extLst>
      <p:ext uri="{BB962C8B-B14F-4D97-AF65-F5344CB8AC3E}">
        <p14:creationId xmlns:p14="http://schemas.microsoft.com/office/powerpoint/2010/main" val="174186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8A1F1-7255-F432-7DA3-C654AC21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A45019-6D8B-EC2E-BDFE-8B843CECD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F   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hold, my Shepherd will defend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F 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deepest valley He will lead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 Dm             C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night has been won, and I shall overcome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 C    F   C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</p:spTree>
    <p:extLst>
      <p:ext uri="{BB962C8B-B14F-4D97-AF65-F5344CB8AC3E}">
        <p14:creationId xmlns:p14="http://schemas.microsoft.com/office/powerpoint/2010/main" val="184632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6B8ED-7236-973A-D361-838236E0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0C5889-6228-1254-FE20-94E48411B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fate I dread, I know I am forgiven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    Am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future sure, the price it has been paid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Jesus bled and suffered for my pardon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G 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He was raised to overthrow the grave</a:t>
            </a:r>
          </a:p>
        </p:txBody>
      </p:sp>
    </p:spTree>
    <p:extLst>
      <p:ext uri="{BB962C8B-B14F-4D97-AF65-F5344CB8AC3E}">
        <p14:creationId xmlns:p14="http://schemas.microsoft.com/office/powerpoint/2010/main" val="303113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3A5DE-9ADA-275A-9FAD-950EE493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228D9B-F9AC-468C-38AA-D46DBC3F3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F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hold, my sin has been defeated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C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now and ever is my plea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Dm               C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the chains are released, I can sing I am free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G           C        F   C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</p:spTree>
    <p:extLst>
      <p:ext uri="{BB962C8B-B14F-4D97-AF65-F5344CB8AC3E}">
        <p14:creationId xmlns:p14="http://schemas.microsoft.com/office/powerpoint/2010/main" val="1403709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9C126-010D-E8F3-CADF-E6A1D88A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6DAFB2-9087-22FD-B123-EB2B1009E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I long to follow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  Am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has said that He will bring me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day by day I know He will renew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    G    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stand with joy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2003305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9CCC0-3869-112D-04A5-9DA2804B4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8CD823-B4A6-4711-77C4-BC07C91B0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0617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F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this I hold, my hope is only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F       C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glory evermore to Him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        Dm              C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complete, still my lips shall repeat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25EEB-D4D9-6531-A835-E2B5CA84AD59}"/>
              </a:ext>
            </a:extLst>
          </p:cNvPr>
          <p:cNvSpPr txBox="1"/>
          <p:nvPr/>
        </p:nvSpPr>
        <p:spPr>
          <a:xfrm>
            <a:off x="10081694" y="5985991"/>
            <a:ext cx="1887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dirty="0">
                <a:solidFill>
                  <a:schemeClr val="bg1"/>
                </a:solidFill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279744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C01C5-9AF3-0E50-D50F-7F6FF090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874585-2C25-45A7-0BF6-CB81B384B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        Dm              C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race is complete, still my lips shall repeat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Am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Am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G            C      F   C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not I but through Christ in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86D3F-8B2E-E3B5-7ADC-BFBF4C544ED7}"/>
              </a:ext>
            </a:extLst>
          </p:cNvPr>
          <p:cNvSpPr txBox="1"/>
          <p:nvPr/>
        </p:nvSpPr>
        <p:spPr>
          <a:xfrm>
            <a:off x="10784321" y="5985991"/>
            <a:ext cx="11849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000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646962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501</Words>
  <Application>Microsoft Macintosh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53</cp:revision>
  <dcterms:created xsi:type="dcterms:W3CDTF">2025-11-12T03:26:12Z</dcterms:created>
  <dcterms:modified xsi:type="dcterms:W3CDTF">2026-10-29T04:42:03Z</dcterms:modified>
</cp:coreProperties>
</file>