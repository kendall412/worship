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7" r:id="rId4"/>
    <p:sldId id="285" r:id="rId5"/>
    <p:sldId id="288" r:id="rId6"/>
    <p:sldId id="286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31"/>
  </p:normalViewPr>
  <p:slideViewPr>
    <p:cSldViewPr snapToGrid="0">
      <p:cViewPr varScale="1">
        <p:scale>
          <a:sx n="109" d="100"/>
          <a:sy n="109" d="100"/>
        </p:scale>
        <p:origin x="21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7961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F   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O God my Father,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C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turning with Thee;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C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Thy compassions they fail not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Thou forever wilt be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5C349-FB1F-4850-F274-DC32930F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7E25BF-DF50-AFAC-A286-9B59BA0D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</p:spTree>
    <p:extLst>
      <p:ext uri="{BB962C8B-B14F-4D97-AF65-F5344CB8AC3E}">
        <p14:creationId xmlns:p14="http://schemas.microsoft.com/office/powerpoint/2010/main" val="24227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510D2-DB6E-2F76-C6DB-711CBF94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A1D61C-E8F9-1FAB-F668-6863393FC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F                 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and springtime and harvest,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C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in their courses above,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in manifold witness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mercy and love</a:t>
            </a:r>
          </a:p>
        </p:txBody>
      </p:sp>
    </p:spTree>
    <p:extLst>
      <p:ext uri="{BB962C8B-B14F-4D97-AF65-F5344CB8AC3E}">
        <p14:creationId xmlns:p14="http://schemas.microsoft.com/office/powerpoint/2010/main" val="197382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18CA8-5C33-981B-CAA1-A671A05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DECAA6-8DEE-F4AB-C2A8-2DC0ED8DF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 C     Am    F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me.</a:t>
            </a:r>
          </a:p>
        </p:txBody>
      </p:sp>
    </p:spTree>
    <p:extLst>
      <p:ext uri="{BB962C8B-B14F-4D97-AF65-F5344CB8AC3E}">
        <p14:creationId xmlns:p14="http://schemas.microsoft.com/office/powerpoint/2010/main" val="179962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9E54E-3A48-D99D-2EA3-4B8388BF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F247F3-9753-3E05-BA45-BE8CB8E89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a peace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C                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to cheer and to guide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bright hope for tomorrow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with ten thousand beside</a:t>
            </a:r>
          </a:p>
        </p:txBody>
      </p:sp>
    </p:spTree>
    <p:extLst>
      <p:ext uri="{BB962C8B-B14F-4D97-AF65-F5344CB8AC3E}">
        <p14:creationId xmlns:p14="http://schemas.microsoft.com/office/powerpoint/2010/main" val="17497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1148646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     Am    F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D88D1-2660-ABE0-BA1B-445F49451E6D}"/>
              </a:ext>
            </a:extLst>
          </p:cNvPr>
          <p:cNvSpPr txBox="1"/>
          <p:nvPr/>
        </p:nvSpPr>
        <p:spPr>
          <a:xfrm>
            <a:off x="10609384" y="6047546"/>
            <a:ext cx="1359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309</Words>
  <Application>Microsoft Macintosh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2026-06-20T05:35:16Z</dcterms:modified>
</cp:coreProperties>
</file>