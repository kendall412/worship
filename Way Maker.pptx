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4" r:id="rId2"/>
    <p:sldId id="280" r:id="rId3"/>
    <p:sldId id="284" r:id="rId4"/>
    <p:sldId id="282" r:id="rId5"/>
    <p:sldId id="283" r:id="rId6"/>
    <p:sldId id="285" r:id="rId7"/>
    <p:sldId id="286" r:id="rId8"/>
    <p:sldId id="287" r:id="rId9"/>
    <p:sldId id="288" r:id="rId10"/>
    <p:sldId id="289" r:id="rId11"/>
    <p:sldId id="290" r:id="rId12"/>
    <p:sldId id="291" r:id="rId13"/>
    <p:sldId id="292" r:id="rId14"/>
    <p:sldId id="293" r:id="rId15"/>
    <p:sldId id="294" r:id="rId16"/>
    <p:sldId id="295" r:id="rId17"/>
    <p:sldId id="296" r:id="rId18"/>
    <p:sldId id="297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3201"/>
    <p:restoredTop sz="94813"/>
  </p:normalViewPr>
  <p:slideViewPr>
    <p:cSldViewPr snapToGrid="0">
      <p:cViewPr varScale="1">
        <p:scale>
          <a:sx n="119" d="100"/>
          <a:sy n="119" d="100"/>
        </p:scale>
        <p:origin x="62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80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991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733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275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719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10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326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498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460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245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224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67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pPr algn="l"/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Way Maker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94038C-B358-C883-5794-16FF7CD54AD5}"/>
              </a:ext>
            </a:extLst>
          </p:cNvPr>
          <p:cNvSpPr txBox="1"/>
          <p:nvPr/>
        </p:nvSpPr>
        <p:spPr>
          <a:xfrm>
            <a:off x="168442" y="5444311"/>
            <a:ext cx="88071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Words &amp; Music by Osinachi Kalu Okoro </a:t>
            </a:r>
            <a:r>
              <a:rPr lang="en-US" dirty="0" err="1">
                <a:solidFill>
                  <a:schemeClr val="bg1"/>
                </a:solidFill>
              </a:rPr>
              <a:t>Egbu</a:t>
            </a:r>
            <a:r>
              <a:rPr lang="en-US" dirty="0">
                <a:solidFill>
                  <a:schemeClr val="bg1"/>
                </a:solidFill>
              </a:rPr>
              <a:t> (2016)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© 2016 Integrity Music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CCLI License #137776</a:t>
            </a:r>
          </a:p>
        </p:txBody>
      </p:sp>
    </p:spTree>
    <p:extLst>
      <p:ext uri="{BB962C8B-B14F-4D97-AF65-F5344CB8AC3E}">
        <p14:creationId xmlns:p14="http://schemas.microsoft.com/office/powerpoint/2010/main" val="3164163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6DDA4A-E03B-8556-59B3-18DA3B2D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18750F-9082-0A6E-6D44-28074BD5F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are here,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moving in our midst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worship You,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worship You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4526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0E9F4E-C3F7-B9A6-D1A7-CCE3FB5F6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4D94CD6-6EC0-2C49-3E5A-258DE4B842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are here,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working in this place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worship You, I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worship You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49802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042F58-2D1A-6554-DCB2-A560F3A28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7E7DA3C-592B-A58B-B894-B45DCA9AAD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57896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(You are) Way Maker, Miracle Worker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Promise Keeper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37474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E17939-6429-18A0-4DE9-ACF7243AF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47DB1AF-0C10-1A11-49F9-5560CDC401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57896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Light in the darkness,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God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is who You are 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38604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3A17EB-0C0F-C6A3-4CC3-69C9E3315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E824FE3-7BB9-6AFB-4C39-D8FC9FFC5C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are here,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touching every heart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worship You, </a:t>
            </a:r>
            <a:b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</a:br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worship You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94082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FB97D0-2768-2CCF-29C0-66C0747F3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1712452-BEBF-66AA-F013-1C684FEB27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are here,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healing every heart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worship You,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worship You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52185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A8C40D-E906-E604-7F17-63611B9B5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D5CC5BA-777C-EFE0-6319-88654B385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are here,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turning lives around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worship You,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worship You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69541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3794B0-DF6F-16D4-2907-1974A9272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511C2D7-7A47-DAB1-F8FE-702C2AA0B9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are here,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mending every heart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worship You,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worship You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84737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B62F47-3AC3-FEA4-0C2E-662C618CE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CD0797B-4862-8BF0-95FC-DD6E86D8D1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57896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(You are) Way Maker, Miracle Worker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Promise Keeper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91506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EA33A3-B748-9791-D3A9-544655B21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F926612-64ED-8667-72A2-CAE6682D94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57896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Light in the darkness,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God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is who You are 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50152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A90CE5-7569-1DA4-34A8-8A019CC67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586C551-F6FF-8CC6-CAFA-E242F2BCE2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57896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is who You are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5728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096825-5E1A-D6C6-CAC6-CB600AE9A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D84F368-857A-2CB5-8303-1208F15861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57896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(You are) Way Maker, Miracle Worker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Promise Keeper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96649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6EF49F-8042-303E-6BA7-E69F2FFD8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98EF642-10BD-0129-77CB-DB1659DC15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57896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Light in the darkness,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God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is who You are 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88785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E8063E-7BE6-D793-DCEE-3E212366E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4CAA5E4-099A-524A-EBB0-BB1D97A91F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926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Even when I don't see it, You're working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19119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C565D3-FAC9-5896-900E-911D4D39B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74287A8-5264-C8B4-618C-E4289F16D2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57896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(You are) Way Maker, Miracle Worker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Promise Keeper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64227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79EB7F-F5E8-F3FF-9B5F-89DDAB2AE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2924486-EA46-A47E-AC9A-A782DE721E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57896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Light in the darkness,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God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is who You are 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83574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57D106-C228-2F54-4F98-CE4ACE37F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A0F66C-F099-13DB-5CBD-F2DCEE0C84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57896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is who You are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75617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172</TotalTime>
  <Words>220</Words>
  <Application>Microsoft Macintosh PowerPoint</Application>
  <PresentationFormat>On-screen Show (4:3)</PresentationFormat>
  <Paragraphs>76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Avenir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25</cp:revision>
  <dcterms:created xsi:type="dcterms:W3CDTF">2025-11-12T03:26:12Z</dcterms:created>
  <dcterms:modified xsi:type="dcterms:W3CDTF">2026-10-22T03:49:41Z</dcterms:modified>
</cp:coreProperties>
</file>