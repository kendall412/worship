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1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67"/>
    <p:restoredTop sz="94675"/>
  </p:normalViewPr>
  <p:slideViewPr>
    <p:cSldViewPr snapToGrid="0">
      <p:cViewPr varScale="1">
        <p:scale>
          <a:sx n="89" d="100"/>
          <a:sy n="89" d="100"/>
        </p:scale>
        <p:origin x="200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5DB70-8BB3-5F93-5915-D42D26043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" r="1232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2B8C82-4E52-A2E1-4649-536E048DC9EE}"/>
              </a:ext>
            </a:extLst>
          </p:cNvPr>
          <p:cNvSpPr txBox="1"/>
          <p:nvPr/>
        </p:nvSpPr>
        <p:spPr>
          <a:xfrm>
            <a:off x="648392" y="864523"/>
            <a:ext cx="2809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I Exalt Thee</a:t>
            </a: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0D60A-8A40-68FC-D974-A0C7AF0C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4262AE-4998-8DB9-D50B-85FC29466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80C5A-6BBD-F8DF-43FD-7B92C365B4B1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Aptos" panose="02110004020202020204"/>
              </a:rPr>
              <a:t>1 of 2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76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5A1C2-CA48-31D5-BD71-59990BC8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4D0CCE-3247-3FC8-55A1-D1784F66A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EA94E-DE28-0C97-7042-04CA992B9FCE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Aptos" panose="02110004020202020204"/>
              </a:rPr>
              <a:t>2 of 2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44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0540-F1ED-73F6-57F6-D47CA0FD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1464B6-3227-4545-6D6A-EBC1AD63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00025"/>
            <a:ext cx="11388436" cy="635793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A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             Em    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A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47D69-8EAF-9A33-ED4F-ED66EF15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3D5CD6-AF31-536E-392B-C2A1A3700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DAC60-D22A-8045-0431-0DBC21A68E58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Aptos" panose="02110004020202020204"/>
              </a:rPr>
              <a:t>1 of 2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06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2FCCE-EE15-D505-704A-CC0D91B2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770953-B491-DAA5-DEA8-5FC78058B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2C0076-0F73-2133-C1CF-BCAE4DB8346E}"/>
              </a:ext>
            </a:extLst>
          </p:cNvPr>
          <p:cNvSpPr txBox="1"/>
          <p:nvPr/>
        </p:nvSpPr>
        <p:spPr>
          <a:xfrm>
            <a:off x="9715500" y="6273225"/>
            <a:ext cx="2476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Aptos" panose="02110004020202020204"/>
              </a:rPr>
              <a:t>2 of 2 &amp; END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87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241</Words>
  <Application>Microsoft Macintosh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10</cp:revision>
  <dcterms:created xsi:type="dcterms:W3CDTF">2026-04-04T15:41:28Z</dcterms:created>
  <dcterms:modified xsi:type="dcterms:W3CDTF">2026-06-27T23:15:21Z</dcterms:modified>
</cp:coreProperties>
</file>