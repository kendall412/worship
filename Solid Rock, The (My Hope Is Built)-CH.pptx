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85" r:id="rId4"/>
    <p:sldId id="288" r:id="rId5"/>
    <p:sldId id="286" r:id="rId6"/>
    <p:sldId id="289" r:id="rId7"/>
    <p:sldId id="287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219925" cy="2259929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The Solid Rock</a:t>
            </a: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(My Hope Is Built)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hope is built on nothing less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Than Jesus' blood and righteousness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C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dare not trust the sweetest frame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             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But wholly lean on Jesus' name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DE98F4-A7A6-08C6-CF3A-9FA23F8D2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A01E9F-5199-B666-CB42-94FE83412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darkness veils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G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lovely face I rest on his unchanging grace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C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every high and stormy gale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anchor holds within the veil</a:t>
            </a:r>
          </a:p>
        </p:txBody>
      </p:sp>
    </p:spTree>
    <p:extLst>
      <p:ext uri="{BB962C8B-B14F-4D97-AF65-F5344CB8AC3E}">
        <p14:creationId xmlns:p14="http://schemas.microsoft.com/office/powerpoint/2010/main" val="291219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FF1423-0A80-1008-F63F-B09BA1E3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15473A-A217-7D93-A9DC-BB5F4AC12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G         C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212454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945C12-5A2A-2832-2530-C738BF97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9EA354-A3F1-F182-8976-F5E1EB6AC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oath His covenant His blood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F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Support me in the whelming flood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C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all around my soul gives way</a:t>
            </a:r>
          </a:p>
          <a:p>
            <a:pPr algn="l"/>
            <a:r>
              <a:rPr lang="en-US" sz="3600" b="1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then is all my hope and stay</a:t>
            </a:r>
          </a:p>
        </p:txBody>
      </p:sp>
    </p:spTree>
    <p:extLst>
      <p:ext uri="{BB962C8B-B14F-4D97-AF65-F5344CB8AC3E}">
        <p14:creationId xmlns:p14="http://schemas.microsoft.com/office/powerpoint/2010/main" val="370934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437FC5-F169-96D6-0CFF-03363B306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3E5329C-3D66-8614-2D47-2ECCC5AA8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</p:spTree>
    <p:extLst>
      <p:ext uri="{BB962C8B-B14F-4D97-AF65-F5344CB8AC3E}">
        <p14:creationId xmlns:p14="http://schemas.microsoft.com/office/powerpoint/2010/main" val="4283903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33AE27-FFB0-AC04-4A62-8E4AC03AD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1F2854-B505-721F-B7B2-B2376D044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C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He shall come with trumpet sound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F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 may I then in Him be found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C    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Dressed In His righteousness alone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F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Faultless to stand before the throne</a:t>
            </a:r>
          </a:p>
        </p:txBody>
      </p:sp>
    </p:spTree>
    <p:extLst>
      <p:ext uri="{BB962C8B-B14F-4D97-AF65-F5344CB8AC3E}">
        <p14:creationId xmlns:p14="http://schemas.microsoft.com/office/powerpoint/2010/main" val="4273333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9" y="211015"/>
            <a:ext cx="6956538" cy="6482862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               F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On Christ the solid rock I stand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C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C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other ground is sinking sand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C74F20-83AE-4447-136F-5E6EDB779813}"/>
              </a:ext>
            </a:extLst>
          </p:cNvPr>
          <p:cNvSpPr txBox="1"/>
          <p:nvPr/>
        </p:nvSpPr>
        <p:spPr>
          <a:xfrm>
            <a:off x="7735330" y="6047546"/>
            <a:ext cx="46293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00"/>
                </a:solidFill>
              </a:rPr>
              <a:t>Play twice and END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241</Words>
  <Application>Microsoft Macintosh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47</cp:revision>
  <dcterms:created xsi:type="dcterms:W3CDTF">2025-11-12T03:26:12Z</dcterms:created>
  <dcterms:modified xsi:type="dcterms:W3CDTF">2026-06-20T22:29:58Z</dcterms:modified>
</cp:coreProperties>
</file>