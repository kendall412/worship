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4" r:id="rId2"/>
    <p:sldId id="296" r:id="rId3"/>
    <p:sldId id="285" r:id="rId4"/>
    <p:sldId id="286" r:id="rId5"/>
    <p:sldId id="287" r:id="rId6"/>
    <p:sldId id="276" r:id="rId7"/>
    <p:sldId id="289" r:id="rId8"/>
    <p:sldId id="290" r:id="rId9"/>
    <p:sldId id="291" r:id="rId10"/>
    <p:sldId id="292" r:id="rId11"/>
    <p:sldId id="293" r:id="rId12"/>
    <p:sldId id="295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308"/>
    <p:restoredTop sz="94709"/>
  </p:normalViewPr>
  <p:slideViewPr>
    <p:cSldViewPr snapToGrid="0">
      <p:cViewPr varScale="1">
        <p:scale>
          <a:sx n="101" d="100"/>
          <a:sy n="101" d="100"/>
        </p:scale>
        <p:origin x="208" y="1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888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46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387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55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995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9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380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323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54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296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759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831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340243"/>
            <a:ext cx="8119754" cy="6124352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Living Hope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F931C3-B9CC-8120-2643-7E11A50B9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2A6CEC-18F9-26BF-D6BF-40C124686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2" y="382773"/>
            <a:ext cx="8314377" cy="6081822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323455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" y="190500"/>
            <a:ext cx="8572500" cy="6375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2900" y="241300"/>
            <a:ext cx="8521700" cy="6248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such boundless grace?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stepped down from glory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228600"/>
            <a:ext cx="8432800" cy="6400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00" y="254000"/>
            <a:ext cx="84963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254000"/>
            <a:ext cx="8119754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DA7E8E-A250-DFD6-C0B1-A1D632DA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6D1DC0-A400-8203-3944-4066F16E6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00" y="266700"/>
            <a:ext cx="85725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</p:txBody>
      </p:sp>
    </p:spTree>
    <p:extLst>
      <p:ext uri="{BB962C8B-B14F-4D97-AF65-F5344CB8AC3E}">
        <p14:creationId xmlns:p14="http://schemas.microsoft.com/office/powerpoint/2010/main" val="842656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76500C-6117-479E-52F8-FE4E4E7B4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5B0D5D-78C6-1574-4009-1E68CC34F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100" y="279400"/>
            <a:ext cx="8585200" cy="63499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88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AC288-0C96-727C-1C25-C731C100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560BE-DFD9-2F84-282E-C87B22BC26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400" y="292100"/>
            <a:ext cx="84582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</p:txBody>
      </p:sp>
    </p:spTree>
    <p:extLst>
      <p:ext uri="{BB962C8B-B14F-4D97-AF65-F5344CB8AC3E}">
        <p14:creationId xmlns:p14="http://schemas.microsoft.com/office/powerpoint/2010/main" val="1401643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42DA16-AD5D-275D-B36E-EEDFB3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350F34E-29FB-F982-B18F-849781E43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241300"/>
            <a:ext cx="85852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548000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177800"/>
            <a:ext cx="8610600" cy="64261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1B17B2-05C0-CDED-4DD7-3095F177FDBF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</TotalTime>
  <Words>273</Words>
  <Application>Microsoft Macintosh PowerPoint</Application>
  <PresentationFormat>On-screen Show (4:3)</PresentationFormat>
  <Paragraphs>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36</cp:revision>
  <dcterms:created xsi:type="dcterms:W3CDTF">2025-11-12T03:26:12Z</dcterms:created>
  <dcterms:modified xsi:type="dcterms:W3CDTF">2026-06-27T23:31:23Z</dcterms:modified>
</cp:coreProperties>
</file>