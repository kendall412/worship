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4" r:id="rId2"/>
    <p:sldId id="296" r:id="rId3"/>
    <p:sldId id="285" r:id="rId4"/>
    <p:sldId id="286" r:id="rId5"/>
    <p:sldId id="287" r:id="rId6"/>
    <p:sldId id="276" r:id="rId7"/>
    <p:sldId id="289" r:id="rId8"/>
    <p:sldId id="290" r:id="rId9"/>
    <p:sldId id="291" r:id="rId10"/>
    <p:sldId id="292" r:id="rId11"/>
    <p:sldId id="293" r:id="rId12"/>
    <p:sldId id="29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26"/>
  </p:normalViewPr>
  <p:slideViewPr>
    <p:cSldViewPr snapToGrid="0">
      <p:cViewPr varScale="1">
        <p:scale>
          <a:sx n="120" d="100"/>
          <a:sy n="120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8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4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87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5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95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95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8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23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5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96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75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31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340243"/>
            <a:ext cx="8119754" cy="6124352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Living Hope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22BD85-4B24-7AC2-1F93-E3BB80F0A9FD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Musci by Phil Wickham and Brian Johnson (2017)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Bethel Music Publishing (ASCAP), Phil Wickham Music (BMI), Simply Global Songs (BMI), and Sing My Songs (BMI) (2017)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931C3-B9CC-8120-2643-7E11A50B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2A6CEC-18F9-26BF-D6BF-40C124686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2" y="382773"/>
            <a:ext cx="8314377" cy="6081822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3234550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90500"/>
            <a:ext cx="8572500" cy="63753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900" y="241300"/>
            <a:ext cx="8521700" cy="62483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such boundless grace?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stepped down from glory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600" y="228600"/>
            <a:ext cx="8432800" cy="64007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00" y="254000"/>
            <a:ext cx="8496300" cy="62737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set me free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254000"/>
            <a:ext cx="8119754" cy="63372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sealed the promise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A7E8E-A250-DFD6-C0B1-A1D632DA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6D1DC0-A400-8203-3944-4066F16E6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00" y="266700"/>
            <a:ext cx="8572500" cy="63372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</p:txBody>
      </p:sp>
    </p:spTree>
    <p:extLst>
      <p:ext uri="{BB962C8B-B14F-4D97-AF65-F5344CB8AC3E}">
        <p14:creationId xmlns:p14="http://schemas.microsoft.com/office/powerpoint/2010/main" val="842656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6500C-6117-479E-52F8-FE4E4E7B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5B0D5D-78C6-1574-4009-1E68CC34F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100" y="279400"/>
            <a:ext cx="8585200" cy="63499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sealed the promise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8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AC288-0C96-727C-1C25-C731C100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6560BE-DFD9-2F84-282E-C87B22BC2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" y="292100"/>
            <a:ext cx="8458200" cy="62737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</p:txBody>
      </p:sp>
    </p:spTree>
    <p:extLst>
      <p:ext uri="{BB962C8B-B14F-4D97-AF65-F5344CB8AC3E}">
        <p14:creationId xmlns:p14="http://schemas.microsoft.com/office/powerpoint/2010/main" val="1401643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2DA16-AD5D-275D-B36E-EEDFB3EB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50F34E-29FB-F982-B18F-849781E43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241300"/>
            <a:ext cx="8585200" cy="63372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set me free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548000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400" y="177800"/>
            <a:ext cx="8610600" cy="64261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</TotalTime>
  <Words>315</Words>
  <Application>Microsoft Macintosh PowerPoint</Application>
  <PresentationFormat>On-screen Show (4:3)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38</cp:revision>
  <dcterms:created xsi:type="dcterms:W3CDTF">2025-11-12T03:26:12Z</dcterms:created>
  <dcterms:modified xsi:type="dcterms:W3CDTF">2026-08-29T20:37:23Z</dcterms:modified>
</cp:coreProperties>
</file>