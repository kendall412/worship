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84" r:id="rId3"/>
    <p:sldId id="285" r:id="rId4"/>
    <p:sldId id="286" r:id="rId5"/>
    <p:sldId id="287" r:id="rId6"/>
    <p:sldId id="276" r:id="rId7"/>
    <p:sldId id="289" r:id="rId8"/>
    <p:sldId id="290" r:id="rId9"/>
    <p:sldId id="291" r:id="rId10"/>
    <p:sldId id="292" r:id="rId11"/>
    <p:sldId id="293" r:id="rId12"/>
    <p:sldId id="295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9401"/>
    <p:restoredTop sz="94679"/>
  </p:normalViewPr>
  <p:slideViewPr>
    <p:cSldViewPr snapToGrid="0">
      <p:cViewPr varScale="1">
        <p:scale>
          <a:sx n="76" d="100"/>
          <a:sy n="76" d="100"/>
        </p:scale>
        <p:origin x="200" y="9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FC4881-024B-CA4F-1A53-33C2DC0E749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0D2959-CEED-C8E4-130C-7C436E2473A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BBB692-36FC-D0C6-12D7-33A0E66EA0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817876-8CFB-960B-6A57-C7F9FD39D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548E83-1153-3307-5818-CD7F2833A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48818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C6B7EA-B38C-12D1-5730-E271A11FB9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8D1A30-880C-91DF-D6D6-0BE623BC9F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753098-E2DC-41B2-9361-756938A8EB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63E6B5-5EA8-FE6C-FA06-4515DC0C0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A6D58-9856-3B55-DBEA-1B9A3269B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3120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03BE6-BFB2-0EF8-7BD3-99B4FF56B7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E87140-F157-4DFF-CE20-2F5B759FC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19DC89-D1D7-E179-4B62-551014DFE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C033CF-70D2-4EFC-5477-15F7486A8F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97ECCF9-ED4E-20EE-67CD-F55D0D853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6666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D7124-6407-E388-DFAC-CEAEF342D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54C6C2-33DA-0102-6360-654F993BD7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2B2A58-052B-B454-9932-012243039D0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B92D04-ECBD-D55F-A459-4C28DF6A8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69ACAC-11AF-A864-BD18-A4B426A4A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3C5DAC-E196-CEC3-6A6B-376BB3F3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3024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632820-190D-235F-CEAA-9558C5413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693254-6651-D942-4099-84C9B6A31C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D4DAC3-CF47-11DC-83E8-0B1192A442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49067B-AD0F-C796-4C8F-C043DB6FD3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D0695B-675B-E8DD-D931-29E639B3E5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F5423C-A80C-353A-6ADA-AD2195CCE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54C085-1B7B-06F2-2F97-8BE5AED3D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6C6B0A2-57CB-16B8-1E9B-CA6DA6337B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579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14C2D-A9C6-E4FF-86E0-5392660962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EBDED3-8FA2-E14E-6132-DBF06C0043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4FF1715-78D0-6155-47B7-64F32ECF5F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EE70D1-30EB-D2A6-F6C0-29E5A0681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6678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D2DAB5-6AD5-15BC-026B-B80E346783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19D2783-D2E4-47AE-70D6-B4A209E13C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09A41F5-9D51-17BE-FB49-C0DC79F1FB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43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535ED-82D6-0936-3EEB-AD9435F5ED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3B2A4-A7AB-CDB0-D7F1-279536A270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29566A-3ACC-2A16-1AAE-6B0281DB7E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3518F2-2B74-8F2D-171A-15986F3C5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F8701B-4899-C3D0-CB2F-6C31378A5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240FD0-A8F8-EFCD-2A69-21AB0FB07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778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3467F-CDAF-BF3C-2E6D-F2EBB52C7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D374E6-7653-1FED-90D8-27F8F5A5A55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318631D-B68A-86EE-A551-F2FE300250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AD5574-CD0C-0EDC-7EA2-BBDDAA07A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4ADA4F2-15B1-95FF-AFC8-0BCFB4E4E7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7356D-53C5-30FE-E0FE-A480BE6A8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7107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5C597-3152-5765-EBC1-B17D995154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BA5F73E-18E1-021C-9878-B37DC31E28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83AF53-E0B5-2F63-C15E-4BF621A318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A465D-C46F-7FA4-9154-773B748695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A3BEE5-DE05-B54F-20CA-E8C336AE9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55875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2C72931-C193-DCDC-01FD-20CDA0AD45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5B2C1B-4D9D-9A62-13D7-01C6580B78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445465-66E1-00A0-A5D2-D034616CC3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53519E-C69A-9396-C73F-1ACB407745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85BFC6-ABA4-44D2-E110-CE59D7D2A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85973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707FE23-AD5C-E492-4625-B3FFD7D65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35509A-545F-6691-9119-47A073D014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8FCAAE-1AD5-9CBF-A0F6-52A814732FD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3/31/26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229717-0F21-BE11-1F19-88106B6408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8A247-FF8D-F68A-7E74-66F74B44BB8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5378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2" name="Rectangle 61">
            <a:extLst>
              <a:ext uri="{FF2B5EF4-FFF2-40B4-BE49-F238E27FC236}">
                <a16:creationId xmlns:a16="http://schemas.microsoft.com/office/drawing/2014/main" id="{E91DC736-0EF8-4F87-9146-EBF1D2EE4D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E3D071A-7EC9-4E7A-7E64-AC5A66667EF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3298" b="9091"/>
          <a:stretch>
            <a:fillRect/>
          </a:stretch>
        </p:blipFill>
        <p:spPr>
          <a:xfrm>
            <a:off x="3523488" y="10"/>
            <a:ext cx="8668512" cy="6857990"/>
          </a:xfrm>
          <a:prstGeom prst="rect">
            <a:avLst/>
          </a:prstGeom>
        </p:spPr>
      </p:pic>
      <p:sp>
        <p:nvSpPr>
          <p:cNvPr id="64" name="Rectangle 63">
            <a:extLst>
              <a:ext uri="{FF2B5EF4-FFF2-40B4-BE49-F238E27FC236}">
                <a16:creationId xmlns:a16="http://schemas.microsoft.com/office/drawing/2014/main" id="{097CD68E-23E3-4007-8847-CD0944C4F7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756601" cy="6858000"/>
          </a:xfrm>
          <a:prstGeom prst="rect">
            <a:avLst/>
          </a:prstGeom>
          <a:gradFill>
            <a:gsLst>
              <a:gs pos="58000">
                <a:schemeClr val="bg1"/>
              </a:gs>
              <a:gs pos="35000">
                <a:schemeClr val="bg1">
                  <a:alpha val="79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DDF4048-2958-B759-F7D1-45755BE99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81029" y="1397671"/>
            <a:ext cx="4023359" cy="1208141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latin typeface="Avenir Medium" panose="02000503020000020003" pitchFamily="2" charset="0"/>
              <a:ea typeface="Bodoni Ornaments" pitchFamily="2" charset="0"/>
            </a:endParaRPr>
          </a:p>
          <a:p>
            <a:pPr algn="l"/>
            <a:r>
              <a:rPr lang="en-US" sz="4400" i="1" dirty="0">
                <a:latin typeface="Avenir Oblique" panose="02000503020000020003" pitchFamily="2" charset="0"/>
                <a:ea typeface="Bodoni Ornaments" pitchFamily="2" charset="0"/>
              </a:rPr>
              <a:t>Living Hope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rgbClr val="D5D5D5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878888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great the chasm that lay between us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How high the mountain I could not climb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In desperation, I turned to heaven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spoke Your name into the night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37EF9-CF9F-D39D-36A5-3019E24E7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46F3AC8-E07E-264E-4D50-B3A09CBC04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through the darkness,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loving kindness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Tore through the shadows of my soul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work is ﬁnished, the end is written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3738332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61DAC1-733C-4F5B-DF92-6058C435AB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875ACE9C-EC07-A1D2-A30C-40E399AF0F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could imagine so great a mercy?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What heart could fathom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such boundless grace?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God of ages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stepped down from glory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To wear my sin and bear my shame</a:t>
            </a:r>
          </a:p>
        </p:txBody>
      </p:sp>
    </p:spTree>
    <p:extLst>
      <p:ext uri="{BB962C8B-B14F-4D97-AF65-F5344CB8AC3E}">
        <p14:creationId xmlns:p14="http://schemas.microsoft.com/office/powerpoint/2010/main" val="908263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69E5CE-ECF5-2C85-6F0D-D030C683AB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C0568BD-F994-B513-CD99-03F09EBF45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cross has spoken, I am forgiven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 King of kings calls me His own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Beautiful Savior, I'm Yours forever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26742541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D5DAF-1228-688F-AC5D-84D7896107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D67DCF2B-D83E-E796-6421-AEAC1CE315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71310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6DA7E8E-A250-DFD6-C0B1-A1D632DA06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F6D1DC0-A400-8203-3944-4066F16E69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</p:txBody>
      </p:sp>
    </p:spTree>
    <p:extLst>
      <p:ext uri="{BB962C8B-B14F-4D97-AF65-F5344CB8AC3E}">
        <p14:creationId xmlns:p14="http://schemas.microsoft.com/office/powerpoint/2010/main" val="8426566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76500C-6117-479E-52F8-FE4E4E7B4B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ED5B0D5D-78C6-1574-4009-1E68CC34F55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Then came the morning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that sealed the promise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Your buried body began to breathe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0880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AC288-0C96-727C-1C25-C731C1001F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6560BE-DFD9-2F84-282E-C87B22BC263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Out of the silence, the Roaring Lion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Declared the grave has no claim on me</a:t>
            </a: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Jesus, Yours is the victory</a:t>
            </a:r>
          </a:p>
        </p:txBody>
      </p:sp>
    </p:spTree>
    <p:extLst>
      <p:ext uri="{BB962C8B-B14F-4D97-AF65-F5344CB8AC3E}">
        <p14:creationId xmlns:p14="http://schemas.microsoft.com/office/powerpoint/2010/main" val="14016436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942DA16-AD5D-275D-B36E-EEDFB3EB65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350F34E-29FB-F982-B18F-849781E4326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praise the One 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set me free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Hallelujah, death has lost its grip on 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You have broken every chain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There's salvation in Your name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35480006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5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C5F4357-2370-385D-0B57-33EF9E113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0EDD212-770A-54CB-55F6-5B869B15EA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831" y="497702"/>
            <a:ext cx="10826338" cy="5862596"/>
          </a:xfrm>
        </p:spPr>
        <p:txBody>
          <a:bodyPr>
            <a:noAutofit/>
          </a:bodyPr>
          <a:lstStyle/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4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Christ, my living hope</a:t>
            </a:r>
          </a:p>
          <a:p>
            <a:r>
              <a:rPr lang="en-US" sz="44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God, You are my living hope</a:t>
            </a:r>
          </a:p>
        </p:txBody>
      </p:sp>
    </p:spTree>
    <p:extLst>
      <p:ext uri="{BB962C8B-B14F-4D97-AF65-F5344CB8AC3E}">
        <p14:creationId xmlns:p14="http://schemas.microsoft.com/office/powerpoint/2010/main" val="4033732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85</TotalTime>
  <Words>270</Words>
  <Application>Microsoft Macintosh PowerPoint</Application>
  <PresentationFormat>Widescreen</PresentationFormat>
  <Paragraphs>65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Aptos Display</vt:lpstr>
      <vt:lpstr>Arial</vt:lpstr>
      <vt:lpstr>Avenir Medium</vt:lpstr>
      <vt:lpstr>Avenir Oblique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32</cp:revision>
  <dcterms:created xsi:type="dcterms:W3CDTF">2025-11-12T03:26:12Z</dcterms:created>
  <dcterms:modified xsi:type="dcterms:W3CDTF">2026-04-01T04:19:01Z</dcterms:modified>
</cp:coreProperties>
</file>