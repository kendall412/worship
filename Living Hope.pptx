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84" r:id="rId2"/>
    <p:sldId id="296" r:id="rId3"/>
    <p:sldId id="285" r:id="rId4"/>
    <p:sldId id="286" r:id="rId5"/>
    <p:sldId id="287" r:id="rId6"/>
    <p:sldId id="276" r:id="rId7"/>
    <p:sldId id="289" r:id="rId8"/>
    <p:sldId id="290" r:id="rId9"/>
    <p:sldId id="291" r:id="rId10"/>
    <p:sldId id="292" r:id="rId11"/>
    <p:sldId id="293" r:id="rId12"/>
    <p:sldId id="295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178"/>
    <p:restoredTop sz="94714"/>
  </p:normalViewPr>
  <p:slideViewPr>
    <p:cSldViewPr snapToGrid="0">
      <p:cViewPr varScale="1">
        <p:scale>
          <a:sx n="101" d="100"/>
          <a:sy n="101" d="100"/>
        </p:scale>
        <p:origin x="200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888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646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387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555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995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95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380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323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154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296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375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831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340243"/>
            <a:ext cx="8119754" cy="6124352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Living Hope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22BD85-4B24-7AC2-1F93-E3BB80F0A9FD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Musci by Phil Wickham and Brian Johnson (2017)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Bethel Music Publishing (ASCAP), Phil Wickham Music (BMI), Simply Global Songs (BMI), and Sing My Songs (BMI) (2017)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F931C3-B9CC-8120-2643-7E11A50B9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F2A6CEC-18F9-26BF-D6BF-40C124686D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2" y="382773"/>
            <a:ext cx="8314377" cy="6081822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the chasm that lay between us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high the mountain I could not climb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desperation, I turned to heaven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spoke Your name into the night</a:t>
            </a:r>
          </a:p>
        </p:txBody>
      </p:sp>
    </p:spTree>
    <p:extLst>
      <p:ext uri="{BB962C8B-B14F-4D97-AF65-F5344CB8AC3E}">
        <p14:creationId xmlns:p14="http://schemas.microsoft.com/office/powerpoint/2010/main" val="3234550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37EF9-CF9F-D39D-36A5-3019E24E7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6F3AC8-E07E-264E-4D50-B3A09CBC0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" y="190500"/>
            <a:ext cx="8572500" cy="63753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through the darkness,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loving kindness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Tore through the shadows of my soul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work is ﬁnished, the end is written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373833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61DAC1-733C-4F5B-DF92-6058C435A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5ACE9C-EC07-A1D2-A30C-40E399AF0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2900" y="241300"/>
            <a:ext cx="8521700" cy="62483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could imagine so great a mercy?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heart could fathom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such boundless grace?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God of ages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stepped down from glory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wear my sin and bear my shame</a:t>
            </a:r>
          </a:p>
        </p:txBody>
      </p:sp>
    </p:spTree>
    <p:extLst>
      <p:ext uri="{BB962C8B-B14F-4D97-AF65-F5344CB8AC3E}">
        <p14:creationId xmlns:p14="http://schemas.microsoft.com/office/powerpoint/2010/main" val="90826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69E5CE-ECF5-2C85-6F0D-D030C683A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0568BD-F994-B513-CD99-03F09EBF45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600" y="228600"/>
            <a:ext cx="8432800" cy="64007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cross has spoken, I am forgiven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King of kings calls me His own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Beautiful Savior, I'm Yours forever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2674254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4000" y="254000"/>
            <a:ext cx="8496300" cy="62737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set me free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D5DAF-1228-688F-AC5D-84D789610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DCF2B-D83E-E796-6421-AEAC1CE315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254000"/>
            <a:ext cx="8119754" cy="63372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came the morning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sealed the promise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buried body began to breathe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131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DA7E8E-A250-DFD6-C0B1-A1D632DA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6D1DC0-A400-8203-3944-4066F16E69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00" y="266700"/>
            <a:ext cx="8572500" cy="63372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the silence, the Roaring Lion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Declared the grave has no claim on me</a:t>
            </a:r>
          </a:p>
        </p:txBody>
      </p:sp>
    </p:spTree>
    <p:extLst>
      <p:ext uri="{BB962C8B-B14F-4D97-AF65-F5344CB8AC3E}">
        <p14:creationId xmlns:p14="http://schemas.microsoft.com/office/powerpoint/2010/main" val="842656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76500C-6117-479E-52F8-FE4E4E7B4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5B0D5D-78C6-1574-4009-1E68CC34F5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2100" y="279400"/>
            <a:ext cx="8585200" cy="63499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came the morning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sealed the promise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buried body began to breathe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88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AC288-0C96-727C-1C25-C731C1001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6560BE-DFD9-2F84-282E-C87B22BC26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6400" y="292100"/>
            <a:ext cx="8458200" cy="62737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the silence, the Roaring Lion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Declared the grave has no claim on me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Yours is the victory</a:t>
            </a:r>
          </a:p>
        </p:txBody>
      </p:sp>
    </p:spTree>
    <p:extLst>
      <p:ext uri="{BB962C8B-B14F-4D97-AF65-F5344CB8AC3E}">
        <p14:creationId xmlns:p14="http://schemas.microsoft.com/office/powerpoint/2010/main" val="1401643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42DA16-AD5D-275D-B36E-EEDFB3EB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350F34E-29FB-F982-B18F-849781E432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" y="241300"/>
            <a:ext cx="8585200" cy="63372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set me free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5480006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5F4357-2370-385D-0B57-33EF9E113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0EDD212-770A-54CB-55F6-5B869B15EA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9400" y="177800"/>
            <a:ext cx="8610600" cy="64261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God, You are my living hope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1B17B2-05C0-CDED-4DD7-3095F177FDBF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4033732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</TotalTime>
  <Words>318</Words>
  <Application>Microsoft Macintosh PowerPoint</Application>
  <PresentationFormat>On-screen Show (4:3)</PresentationFormat>
  <Paragraphs>75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37</cp:revision>
  <dcterms:created xsi:type="dcterms:W3CDTF">2025-11-12T03:26:12Z</dcterms:created>
  <dcterms:modified xsi:type="dcterms:W3CDTF">2026-08-07T02:47:56Z</dcterms:modified>
</cp:coreProperties>
</file>