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76" r:id="rId7"/>
    <p:sldId id="289" r:id="rId8"/>
    <p:sldId id="296" r:id="rId9"/>
    <p:sldId id="2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Living Hope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Em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D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C          Em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such boundless grace?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stepped down from glory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D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that sealed the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D           G   (Em)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D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456F60-33BA-51C6-444E-5233465F5641}"/>
              </a:ext>
            </a:extLst>
          </p:cNvPr>
          <p:cNvSpPr txBox="1"/>
          <p:nvPr/>
        </p:nvSpPr>
        <p:spPr>
          <a:xfrm>
            <a:off x="10257692" y="6273225"/>
            <a:ext cx="1500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375</Words>
  <Application>Microsoft Macintosh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39</cp:revision>
  <dcterms:created xsi:type="dcterms:W3CDTF">2025-11-12T03:26:12Z</dcterms:created>
  <dcterms:modified xsi:type="dcterms:W3CDTF">2026-06-27T22:58:37Z</dcterms:modified>
</cp:coreProperties>
</file>