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7" r:id="rId4"/>
    <p:sldId id="276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401"/>
    <p:restoredTop sz="94679"/>
  </p:normalViewPr>
  <p:slideViewPr>
    <p:cSldViewPr snapToGrid="0">
      <p:cViewPr varScale="1">
        <p:scale>
          <a:sx n="76" d="100"/>
          <a:sy n="76" d="100"/>
        </p:scale>
        <p:origin x="200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7DA14-CBBD-C8B6-B730-2FD80E3F72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0" r="17526" b="7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53" y="1397671"/>
            <a:ext cx="4023359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Old Rugged Cross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DFF7F-A7AF-B016-173E-8639CE3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AADC52-6434-6795-A457-57E97496E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</p:txBody>
      </p:sp>
    </p:spTree>
    <p:extLst>
      <p:ext uri="{BB962C8B-B14F-4D97-AF65-F5344CB8AC3E}">
        <p14:creationId xmlns:p14="http://schemas.microsoft.com/office/powerpoint/2010/main" val="3176881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B2027-A9F3-ECA6-D77E-D9EB6DE0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89129F-59E0-D186-9091-B108B3453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01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5F712-6C4A-B27C-24C4-7A986C64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D4777C-F0DB-B32E-5DA8-88495BCCD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</p:txBody>
      </p:sp>
    </p:spTree>
    <p:extLst>
      <p:ext uri="{BB962C8B-B14F-4D97-AF65-F5344CB8AC3E}">
        <p14:creationId xmlns:p14="http://schemas.microsoft.com/office/powerpoint/2010/main" val="85735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B8507-2E93-95AB-B389-0BBC98C7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0E62C6-0CC3-2564-490A-1E626FCB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36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EC472-1C0C-8340-E862-916590D3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029FC0-C4B4-086D-80FA-307DBB5CF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</p:txBody>
      </p:sp>
    </p:spTree>
    <p:extLst>
      <p:ext uri="{BB962C8B-B14F-4D97-AF65-F5344CB8AC3E}">
        <p14:creationId xmlns:p14="http://schemas.microsoft.com/office/powerpoint/2010/main" val="4033103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210</Words>
  <Application>Microsoft Macintosh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2026-04-01T03:52:52Z</dcterms:modified>
</cp:coreProperties>
</file>