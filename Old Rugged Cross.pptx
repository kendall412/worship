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4" r:id="rId2"/>
    <p:sldId id="294" r:id="rId3"/>
    <p:sldId id="277" r:id="rId4"/>
    <p:sldId id="276" r:id="rId5"/>
    <p:sldId id="286" r:id="rId6"/>
    <p:sldId id="287" r:id="rId7"/>
    <p:sldId id="295" r:id="rId8"/>
    <p:sldId id="290" r:id="rId9"/>
    <p:sldId id="291" r:id="rId10"/>
    <p:sldId id="29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58"/>
  </p:normalViewPr>
  <p:slideViewPr>
    <p:cSldViewPr snapToGrid="0">
      <p:cViewPr varScale="1">
        <p:scale>
          <a:sx n="120" d="100"/>
          <a:sy n="120" d="100"/>
        </p:scale>
        <p:origin x="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640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86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98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504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13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20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6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430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883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62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13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10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0" y="127591"/>
            <a:ext cx="8739101" cy="6549656"/>
          </a:xfrm>
        </p:spPr>
        <p:txBody>
          <a:bodyPr>
            <a:noAutofit/>
          </a:bodyPr>
          <a:lstStyle/>
          <a:p>
            <a:pPr algn="l"/>
            <a:endParaRPr lang="en-US" sz="7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7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Old Rugged Cross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E07660-9797-12AA-A945-10B568B5FAC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George Bennard (1913)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Public Domain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8CD03-7DF8-6D01-AD0A-B66F7B219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2716E9-BD45-484C-2C0B-CCA12388B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72995"/>
            <a:ext cx="8119754" cy="6376086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a hill far away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stood an old rugged cross,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emblem of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suff’ring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shame,</a:t>
            </a:r>
          </a:p>
        </p:txBody>
      </p:sp>
    </p:spTree>
    <p:extLst>
      <p:ext uri="{BB962C8B-B14F-4D97-AF65-F5344CB8AC3E}">
        <p14:creationId xmlns:p14="http://schemas.microsoft.com/office/powerpoint/2010/main" val="2649732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134" y="197708"/>
            <a:ext cx="8563233" cy="6425513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love that old cross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the Dearest and Best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For a world of lost sinners was slain.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492" y="197709"/>
            <a:ext cx="8563232" cy="631430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crown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737DA7-8C8E-FBA7-4464-713026D6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A09BC1-4614-96C7-F99B-7D39C60338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422" y="210065"/>
            <a:ext cx="8748583" cy="641315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that old rugged cross,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despised by the world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Has a wondrous attraction for me</a:t>
            </a:r>
          </a:p>
        </p:txBody>
      </p:sp>
    </p:spTree>
    <p:extLst>
      <p:ext uri="{BB962C8B-B14F-4D97-AF65-F5344CB8AC3E}">
        <p14:creationId xmlns:p14="http://schemas.microsoft.com/office/powerpoint/2010/main" val="868937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9B19D-8C95-EA9E-68E8-5AC7D629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90EEF6-A5F3-3FA9-CAC7-9AEFF86CEC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422" y="197709"/>
            <a:ext cx="8723870" cy="6413156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the dear Lamb of God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left His glory above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To bear it to dark Calvary</a:t>
            </a:r>
          </a:p>
        </p:txBody>
      </p:sp>
    </p:spTree>
    <p:extLst>
      <p:ext uri="{BB962C8B-B14F-4D97-AF65-F5344CB8AC3E}">
        <p14:creationId xmlns:p14="http://schemas.microsoft.com/office/powerpoint/2010/main" val="3486774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98186-5FCE-5DCF-4562-4C35C3B84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F18DB0-CF82-ED90-98B7-C78DFDA97C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492" y="197709"/>
            <a:ext cx="8563232" cy="631430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crown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54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243F4-CB94-4B76-F4FF-E83C2857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D418CD-25A3-F123-3FB3-BBD6FDAC04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6562" y="222422"/>
            <a:ext cx="8587946" cy="6437869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old rugged cross,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stained with blood so divine,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A wondrous beauty I see;</a:t>
            </a:r>
          </a:p>
        </p:txBody>
      </p:sp>
    </p:spTree>
    <p:extLst>
      <p:ext uri="{BB962C8B-B14F-4D97-AF65-F5344CB8AC3E}">
        <p14:creationId xmlns:p14="http://schemas.microsoft.com/office/powerpoint/2010/main" val="1369999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7D9DD-9FDF-188B-B04F-CC4F610B7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DC8BB0-FF14-6E79-C19F-DC425DCC2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1848" y="247135"/>
            <a:ext cx="8513805" cy="640080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’twas on that old cross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suffered and died,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To pardon and sanctify me</a:t>
            </a:r>
          </a:p>
        </p:txBody>
      </p:sp>
    </p:spTree>
    <p:extLst>
      <p:ext uri="{BB962C8B-B14F-4D97-AF65-F5344CB8AC3E}">
        <p14:creationId xmlns:p14="http://schemas.microsoft.com/office/powerpoint/2010/main" val="743354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2B186-6AAF-F54B-D60E-E0AF5726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119F4E9-64FA-F6A3-B49C-DB67473E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492" y="197709"/>
            <a:ext cx="8563232" cy="631430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crown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485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</TotalTime>
  <Words>222</Words>
  <Application>Microsoft Macintosh PowerPoint</Application>
  <PresentationFormat>On-screen Show (4:3)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25</cp:revision>
  <dcterms:created xsi:type="dcterms:W3CDTF">2025-11-12T03:26:12Z</dcterms:created>
  <dcterms:modified xsi:type="dcterms:W3CDTF">2026-08-23T03:10:37Z</dcterms:modified>
</cp:coreProperties>
</file>