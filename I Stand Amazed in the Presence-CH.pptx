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76" r:id="rId4"/>
    <p:sldId id="285" r:id="rId5"/>
    <p:sldId id="287" r:id="rId6"/>
    <p:sldId id="286" r:id="rId7"/>
    <p:sldId id="28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28"/>
    <p:restoredTop sz="94657"/>
  </p:normalViewPr>
  <p:slideViewPr>
    <p:cSldViewPr snapToGrid="0">
      <p:cViewPr varScale="1">
        <p:scale>
          <a:sx n="110" d="100"/>
          <a:sy n="110" d="100"/>
        </p:scale>
        <p:origin x="17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 fontScale="77500" lnSpcReduction="200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I Stand Amazed in the Presence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amazed in the presence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Jesus the Nazarene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wonder how He could love me,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G              D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sinner, condemned, unclean.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A9B697-C955-8929-B13A-EF8BCDAD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5A0F67-AE7D-7B50-CD03-8D69CDB73D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took my sins and my sorrows;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made them His very 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C   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bore the burden to Calvary,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G                  D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suffered and died alone</a:t>
            </a:r>
          </a:p>
        </p:txBody>
      </p:sp>
    </p:spTree>
    <p:extLst>
      <p:ext uri="{BB962C8B-B14F-4D97-AF65-F5344CB8AC3E}">
        <p14:creationId xmlns:p14="http://schemas.microsoft.com/office/powerpoint/2010/main" val="3171971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54C427-EB31-1FCA-0E2D-2E20B1CF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662E-1B4A-F57A-C7F5-EFEE6E1FCE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3487407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E64903-A72F-68AE-28CD-CA9A9F94A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E30622F-8745-A195-2576-EBD60F643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with the ransomed in glory,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face I at last shall see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C                        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’Twill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be my joy through the ages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     D            G 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sing of His love for me</a:t>
            </a:r>
          </a:p>
        </p:txBody>
      </p:sp>
    </p:spTree>
    <p:extLst>
      <p:ext uri="{BB962C8B-B14F-4D97-AF65-F5344CB8AC3E}">
        <p14:creationId xmlns:p14="http://schemas.microsoft.com/office/powerpoint/2010/main" val="4076461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AA134-1261-AB8F-6262-F1113AC1D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6A1FAF-F546-8A9B-B7FA-8785E2DE23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my song shall ever be: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Em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marvelous, How wonderful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G         D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my Savior's love for me</a:t>
            </a:r>
          </a:p>
        </p:txBody>
      </p:sp>
    </p:spTree>
    <p:extLst>
      <p:ext uri="{BB962C8B-B14F-4D97-AF65-F5344CB8AC3E}">
        <p14:creationId xmlns:p14="http://schemas.microsoft.com/office/powerpoint/2010/main" val="969729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214</Words>
  <Application>Microsoft Macintosh PowerPoint</Application>
  <PresentationFormat>Widescreen</PresentationFormat>
  <Paragraphs>56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45</cp:revision>
  <dcterms:created xsi:type="dcterms:W3CDTF">2025-11-12T03:26:12Z</dcterms:created>
  <dcterms:modified xsi:type="dcterms:W3CDTF">2026-06-26T07:11:18Z</dcterms:modified>
</cp:coreProperties>
</file>