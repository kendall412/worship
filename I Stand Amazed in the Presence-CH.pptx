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7" r:id="rId6"/>
    <p:sldId id="286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46"/>
    <p:restoredTop sz="94648"/>
  </p:normalViewPr>
  <p:slideViewPr>
    <p:cSldViewPr snapToGrid="0">
      <p:cViewPr varScale="1">
        <p:scale>
          <a:sx n="120" d="100"/>
          <a:sy n="120" d="100"/>
        </p:scale>
        <p:origin x="208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D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unclean.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9B697-C955-8929-B13A-EF8BCDAD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5A0F67-AE7D-7B50-CD03-8D69CDB7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D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</p:txBody>
      </p:sp>
    </p:spTree>
    <p:extLst>
      <p:ext uri="{BB962C8B-B14F-4D97-AF65-F5344CB8AC3E}">
        <p14:creationId xmlns:p14="http://schemas.microsoft.com/office/powerpoint/2010/main" val="3171971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C427-EB31-1FCA-0E2D-2E20B1CF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662E-1B4A-F57A-C7F5-EFEE6E1FC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348740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4903-A72F-68AE-28CD-CA9A9F94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30622F-8745-A195-2576-EBD60F643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D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</p:txBody>
      </p:sp>
    </p:spTree>
    <p:extLst>
      <p:ext uri="{BB962C8B-B14F-4D97-AF65-F5344CB8AC3E}">
        <p14:creationId xmlns:p14="http://schemas.microsoft.com/office/powerpoint/2010/main" val="4076461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AA134-1261-AB8F-6262-F1113AC1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6A1FAF-F546-8A9B-B7FA-8785E2DE2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F1F59-D2E7-3F36-19B3-040E10C6F7D5}"/>
              </a:ext>
            </a:extLst>
          </p:cNvPr>
          <p:cNvSpPr txBox="1"/>
          <p:nvPr/>
        </p:nvSpPr>
        <p:spPr>
          <a:xfrm>
            <a:off x="11153552" y="6273225"/>
            <a:ext cx="103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972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215</Words>
  <Application>Microsoft Macintosh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2026-06-27T23:16:55Z</dcterms:modified>
</cp:coreProperties>
</file>