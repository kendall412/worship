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8" r:id="rId4"/>
    <p:sldId id="281" r:id="rId5"/>
    <p:sldId id="289" r:id="rId6"/>
    <p:sldId id="282" r:id="rId7"/>
    <p:sldId id="290" r:id="rId8"/>
    <p:sldId id="283" r:id="rId9"/>
    <p:sldId id="291" r:id="rId10"/>
    <p:sldId id="284" r:id="rId11"/>
    <p:sldId id="292" r:id="rId12"/>
    <p:sldId id="285" r:id="rId13"/>
    <p:sldId id="293" r:id="rId14"/>
    <p:sldId id="286" r:id="rId15"/>
    <p:sldId id="294" r:id="rId16"/>
    <p:sldId id="287" r:id="rId17"/>
    <p:sldId id="29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882"/>
  </p:normalViewPr>
  <p:slideViewPr>
    <p:cSldViewPr snapToGrid="0">
      <p:cViewPr varScale="1">
        <p:scale>
          <a:sx n="119" d="100"/>
          <a:sy n="119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Keith Getty and Stuart Townend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2001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found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strength,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15BA3-58B2-777E-4322-A3680CFF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A5569-F645-F50C-46F8-D76F341C9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solid ground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361411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1B526-AAA7-113C-1D32-8FF2774D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6466F6-3345-A0F1-AA28-87C0FA7D7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depths of peace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strivings cease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8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A4966-F8E3-836C-CED4-40A38703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0FBD1A-07CD-0693-E286-BD6C5087C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all in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09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219A9-FD4D-F5B3-06EC-2F90422E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2BAAAB-FD3C-F562-448E-4D91431B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took on flesh</a:t>
            </a:r>
          </a:p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1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0A1D3-0483-FC96-BAE9-5FA7A480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1E960A-2F14-7C9B-19EC-24CC82DAD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came to save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8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A0F2C-3A87-8DFD-C1E7-DBF2DACC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293E3-98C6-CE13-AD10-74CFD514E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Jesus died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satisfied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87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0E142-03C5-577F-81B0-323FBA94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9D29B0-2088-F18F-E692-B66534748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Him was laid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live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3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C3BBB-7C3C-80B5-E4A0-353049B1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DF2A09-4C27-862D-54B0-293E9F271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body lay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8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F3DC2-953B-C736-F511-0288AD12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49E7B0-1EBF-CFD7-04B4-DFE78C1B0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glorious day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rose again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83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65EF3-C2FF-F3C9-66CA-B560CA55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D63EE1-8E59-B471-BDE1-9B7BBDF3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victory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its grip on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84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4A621-4C4D-034D-318C-A3716B94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6A626-BA64-12B7-0D2A-1E9A6328B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precious blood of Christ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7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BEF13-813B-B3FE-9DEA-CD2FF5E4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13E3C-7D24-C10B-5DD8-9F69A7C1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fear in death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9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C3032-A262-DE75-0486-D88E5D8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6D9D45-2ADD-9DC2-7C05-C5B7F8771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final breath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</a:t>
            </a: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esus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commands my destiny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194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279BA-1B08-2776-8F03-904F6B90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C98A3D-8585-53B3-0825-C175A8E8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scheme of man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His hand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1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236EA-9959-5735-4BEF-3D228FBC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BE4F9B-7CDC-EFD4-6802-B7B4293C9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calls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I'll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260</Words>
  <Application>Microsoft Macintosh PowerPoint</Application>
  <PresentationFormat>On-screen Show (4:3)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27</cp:revision>
  <dcterms:created xsi:type="dcterms:W3CDTF">2025-11-12T03:26:12Z</dcterms:created>
  <dcterms:modified xsi:type="dcterms:W3CDTF">2026-10-02T03:04:32Z</dcterms:modified>
</cp:coreProperties>
</file>