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085"/>
    <p:restoredTop sz="94875"/>
  </p:normalViewPr>
  <p:slideViewPr>
    <p:cSldViewPr snapToGrid="0">
      <p:cViewPr varScale="1">
        <p:scale>
          <a:sx n="93" d="100"/>
          <a:sy n="93" d="100"/>
        </p:scale>
        <p:origin x="22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Keith Getty and Stuart Townend (2002)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2001 Thankyou Music Ltd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 my hope is found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my light, my strength, my song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cornerstone, this solid ground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through the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fiercest drought and storm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11B526-AAA7-113C-1D32-8FF2774D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6466F6-3345-A0F1-AA28-87C0FA7D7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heights of love,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depths of peace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fears are stilled,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strivings cease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comforter, my all in all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love of Christ I stand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98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1219A9-FD4D-F5B3-06EC-2F90422E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2BAAAB-FD3C-F562-448E-4D91431B2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Christ alone, who took on flesh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Fullness of God in helpless babe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gift of love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righteousness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Scorned by the ones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came to save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8419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1A0F2C-3A87-8DFD-C1E7-DBF2DACCC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D293E3-98C6-CE13-AD10-74CFD514E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b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on that cross as Jesus died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wrath of God was satisfied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every sin on Him was laid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death of Christ I live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877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C3BBB-7C3C-80B5-E4A0-353049B10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DF2A09-4C27-862D-54B0-293E9F271C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the ground His body lay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by darkness slain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bursting forth in glorious day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grave He rose again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88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765EF3-C2FF-F3C9-66CA-B560CA559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4D63EE1-8E59-B471-BDE1-9B7BBDF340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as He stands in victory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Sin's curse has lost its grip on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I am His and He is mine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Bought with the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precious blood of Christ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8842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BEF13-813B-B3FE-9DEA-CD2FF5E43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F13E3C-7D24-C10B-5DD8-9F69A7C145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guilt of life,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fear in death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is the power of Christ in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life's first cry to final breath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commands my destiny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893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D279BA-1B08-2776-8F03-904F6B90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C98A3D-8585-53B3-0825-C175A8E81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power of hell,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scheme of man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ever pluck me from His hand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'Til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He returns or calls me home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in the power </a:t>
            </a:r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</a:t>
            </a:r>
          </a:p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I'll stand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85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247</TotalTime>
  <Words>258</Words>
  <Application>Microsoft Macintosh PowerPoint</Application>
  <PresentationFormat>On-screen Show (4:3)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25</cp:revision>
  <dcterms:created xsi:type="dcterms:W3CDTF">2025-11-12T03:26:12Z</dcterms:created>
  <dcterms:modified xsi:type="dcterms:W3CDTF">2026-09-25T05:54:36Z</dcterms:modified>
</cp:coreProperties>
</file>