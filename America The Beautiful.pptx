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3" r:id="rId4"/>
    <p:sldId id="281" r:id="rId5"/>
    <p:sldId id="284" r:id="rId6"/>
    <p:sldId id="282" r:id="rId7"/>
    <p:sldId id="28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086"/>
    <p:restoredTop sz="94830"/>
  </p:normalViewPr>
  <p:slideViewPr>
    <p:cSldViewPr snapToGrid="0">
      <p:cViewPr varScale="1">
        <p:scale>
          <a:sx n="73" d="100"/>
          <a:sy n="73" d="100"/>
        </p:scale>
        <p:origin x="208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 The Beautiful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spacious skies,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amber waves of grain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purple mountain majesties,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the fruited plain!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64566-1F66-DAC3-F526-A8ECD671C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7B878B-F8AE-DE92-1E69-2EC14D4C4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2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CCC26-73F0-47DB-BEE1-54E99D34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81D14-DDA7-4F5F-6088-450CFCCA4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pilgrim feet,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whose stern impassioned stress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thoroughfare of freedom beat,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across the wilderness!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93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084B1-5397-B22D-ED26-095EAD01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C85907-F3A4-E432-87E2-9362DDDE3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mend thine every flaw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Confirm thy soul in self-control,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liberty in law!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23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94665-E3E4-AAC1-F24D-60B75AF7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49F29E-405A-5F01-C1E4-701E5F57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patriot dream,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sees beyond the years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Thine alabaster cities gleam,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undimmed by human tears!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551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F4A83-0601-2777-662E-24ACD038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6E85D4-D112-2EA8-A399-93ED9FD46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9EC47-E0E7-C5CE-BCF5-81D8B8FA3EBC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76026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134</Words>
  <Application>Microsoft Macintosh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19</cp:revision>
  <dcterms:created xsi:type="dcterms:W3CDTF">2025-11-12T03:26:12Z</dcterms:created>
  <dcterms:modified xsi:type="dcterms:W3CDTF">2026-06-27T23:46:01Z</dcterms:modified>
</cp:coreProperties>
</file>