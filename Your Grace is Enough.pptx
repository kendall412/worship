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9" r:id="rId4"/>
    <p:sldId id="281" r:id="rId5"/>
    <p:sldId id="282" r:id="rId6"/>
    <p:sldId id="283" r:id="rId7"/>
    <p:sldId id="290" r:id="rId8"/>
    <p:sldId id="284" r:id="rId9"/>
    <p:sldId id="285" r:id="rId10"/>
    <p:sldId id="286" r:id="rId11"/>
    <p:sldId id="287" r:id="rId12"/>
    <p:sldId id="288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95"/>
  </p:normalViewPr>
  <p:slideViewPr>
    <p:cSldViewPr snapToGrid="0">
      <p:cViewPr varScale="1">
        <p:scale>
          <a:sx n="120" d="100"/>
          <a:sy n="120" d="100"/>
        </p:scale>
        <p:origin x="9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Matt Maher (2003)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2003 Thankyou Music Ltd; SPIRITANDSONG.COM PUBLISHING)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Your faithfulness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wrestle with the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sinner's heart</a:t>
            </a: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4B173-67A5-7741-1B21-6E7D7731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968CA9-8E01-420E-AEA2-2F1599CBE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lead us by still waters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to mercy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nothing can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keep us apart</a:t>
            </a:r>
          </a:p>
        </p:txBody>
      </p:sp>
    </p:spTree>
    <p:extLst>
      <p:ext uri="{BB962C8B-B14F-4D97-AF65-F5344CB8AC3E}">
        <p14:creationId xmlns:p14="http://schemas.microsoft.com/office/powerpoint/2010/main" val="638546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7345FB-8EEB-D3D2-5BC3-F014C918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191FD1-E912-309A-4FF2-3B2763178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Oh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294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C9E52-A5B3-5EA9-9002-21EBB0489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537918-C0B4-14F0-DAFA-49A4A5423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796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2B370-AEC6-DEC3-BF92-FC9256634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9EB70E-BB0C-F80F-8593-288626012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Your love and justice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use the weak to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lead the strong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0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89571-B83F-5045-DC54-BAD5AB4A1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845214-5B83-748A-CF7D-FE83DBBCB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lead us in the song of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salvation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Your people sing along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678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22696-AE14-A2E3-70F3-BB4C52A37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D94FE1-ADE0-554E-E709-A47B883E3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Oh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240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2694D-0899-ED86-E0CA-D8B443F9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93E1F5-E57B-3198-70A2-50EA9E3A3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395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6E3784-E4E0-36D3-6D07-9A18E3F8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55F256-D7B0-AFCC-9407-7C889F880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Oh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425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F977AB-6F75-4978-2489-9E7781BB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298114-ED32-24CB-7014-3638BD19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682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03B46-5376-ACAF-4960-AD2E687B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D3C12F-6E82-0268-3932-FBE4E5805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Heaven reaching down to us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 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I see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00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7784D-98CE-91D8-C0AA-8F416D5C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24DAE8-1C84-401B-5F39-D76D39E4E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I am covered in Your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me…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496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</TotalTime>
  <Words>200</Words>
  <Application>Microsoft Macintosh PowerPoint</Application>
  <PresentationFormat>On-screen Show (4:3)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2026-09-05T05:47:01Z</dcterms:modified>
</cp:coreProperties>
</file>