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0" r:id="rId1"/>
  </p:sldMasterIdLst>
  <p:sldIdLst>
    <p:sldId id="284" r:id="rId2"/>
    <p:sldId id="290" r:id="rId3"/>
    <p:sldId id="276" r:id="rId4"/>
    <p:sldId id="285" r:id="rId5"/>
    <p:sldId id="291" r:id="rId6"/>
    <p:sldId id="287" r:id="rId7"/>
    <p:sldId id="292" r:id="rId8"/>
    <p:sldId id="289" r:id="rId9"/>
    <p:sldId id="293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847"/>
    <p:restoredTop sz="94665"/>
  </p:normalViewPr>
  <p:slideViewPr>
    <p:cSldViewPr snapToGrid="0">
      <p:cViewPr varScale="1">
        <p:scale>
          <a:sx n="143" d="100"/>
          <a:sy n="143" d="100"/>
        </p:scale>
        <p:origin x="200" y="84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09648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766368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54960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1275110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864091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936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2870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999526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74043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35755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5340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759A0DE-F190-5444-87AC-4719D5F20D15}" type="datetimeFigureOut">
              <a:rPr lang="en-US" smtClean="0"/>
              <a:t>6/6/26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D063D89-8794-8A41-A79B-A67E558340A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600926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9949692-4242-1BDD-62FE-734DDB9A1C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F5D3E287-021A-C1DA-0AA5-23097B43302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1364" y="107576"/>
            <a:ext cx="8758517" cy="6624917"/>
          </a:xfrm>
        </p:spPr>
        <p:txBody>
          <a:bodyPr>
            <a:noAutofit/>
          </a:bodyPr>
          <a:lstStyle/>
          <a:p>
            <a:pPr algn="l"/>
            <a:r>
              <a:rPr lang="en-US" sz="96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</p:txBody>
      </p:sp>
    </p:spTree>
    <p:extLst>
      <p:ext uri="{BB962C8B-B14F-4D97-AF65-F5344CB8AC3E}">
        <p14:creationId xmlns:p14="http://schemas.microsoft.com/office/powerpoint/2010/main" val="89724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9DFFBA1-BD0A-5545-0FEC-984D52DF41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A4C9D68-1A73-9231-7FA3-C1A6F21DFBA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03200" y="152400"/>
            <a:ext cx="8724900" cy="65277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hear the Savior say,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strength indeed is small,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Child of weakness,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watch and pray,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Find in Me thine all in all</a:t>
            </a:r>
          </a:p>
        </p:txBody>
      </p:sp>
    </p:spTree>
    <p:extLst>
      <p:ext uri="{BB962C8B-B14F-4D97-AF65-F5344CB8AC3E}">
        <p14:creationId xmlns:p14="http://schemas.microsoft.com/office/powerpoint/2010/main" val="340423678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105C7419-E011-28A7-9A00-12DEA80269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DA5D01-CA66-E4A3-D9BB-F19A657F51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9700"/>
            <a:ext cx="8737600" cy="65404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425418413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02F8C4-C310-6695-445F-C5432139E7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9114C0F-41AF-61A4-4323-81CE7AB71C9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14300"/>
            <a:ext cx="8699500" cy="65912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Lord, now indeed I find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Thy </a:t>
            </a:r>
            <a:r>
              <a:rPr lang="en-US" sz="4800" dirty="0" err="1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pow'r</a:t>
            </a:r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 and Thine alone,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Can change the leper's spots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melt the heart of stone</a:t>
            </a:r>
          </a:p>
        </p:txBody>
      </p:sp>
    </p:spTree>
    <p:extLst>
      <p:ext uri="{BB962C8B-B14F-4D97-AF65-F5344CB8AC3E}">
        <p14:creationId xmlns:p14="http://schemas.microsoft.com/office/powerpoint/2010/main" val="14128335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AADB3D3-59D0-7FCE-43CB-66903EC5E1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468C601F-8F67-04FE-9C77-9196A4EC4CC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9700"/>
            <a:ext cx="8737600" cy="65404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36722810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C2F54B8-25E1-6A75-E03E-174BCDC407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609C131E-B062-B7B3-31AB-1DA75B1CA0F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4000" y="127000"/>
            <a:ext cx="8699499" cy="65785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when, before the throne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I stand in Him complete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died my soul to save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My lips shall still repeat</a:t>
            </a:r>
          </a:p>
        </p:txBody>
      </p:sp>
    </p:spTree>
    <p:extLst>
      <p:ext uri="{BB962C8B-B14F-4D97-AF65-F5344CB8AC3E}">
        <p14:creationId xmlns:p14="http://schemas.microsoft.com/office/powerpoint/2010/main" val="26296074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4C7772D-9403-4BDB-A994-4A2C70D647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C38733F4-D531-52C3-71DA-0C927FC6B91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9700"/>
            <a:ext cx="8737600" cy="65404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</p:spTree>
    <p:extLst>
      <p:ext uri="{BB962C8B-B14F-4D97-AF65-F5344CB8AC3E}">
        <p14:creationId xmlns:p14="http://schemas.microsoft.com/office/powerpoint/2010/main" val="7338866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54AB838-284C-101E-2C70-2FAF7A959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A5565FA0-8E5E-BBD6-898E-A62DBAA788C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66700" y="165100"/>
            <a:ext cx="8547100" cy="64388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Oh praise the one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who paid my debt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And raised this life 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up from the dead</a:t>
            </a: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8358923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9E3C13C-B36C-DACE-B725-CED8495FAE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35856FF3-AD10-F106-688A-F754753A154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8600" y="139700"/>
            <a:ext cx="8737600" cy="6540499"/>
          </a:xfrm>
        </p:spPr>
        <p:txBody>
          <a:bodyPr>
            <a:noAutofit/>
          </a:bodyPr>
          <a:lstStyle/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endParaRPr lang="en-US" sz="4800" dirty="0">
              <a:solidFill>
                <a:schemeClr val="bg1"/>
              </a:solidFill>
              <a:latin typeface="Avenir Medium" panose="02000503020000020003" pitchFamily="2" charset="0"/>
              <a:ea typeface="Bodoni Ornaments" pitchFamily="2" charset="0"/>
            </a:endParaRP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Jesus paid it all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All to Him I owe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Sin had left a crimson stain</a:t>
            </a:r>
          </a:p>
          <a:p>
            <a:r>
              <a:rPr lang="en-US" sz="4800" dirty="0">
                <a:solidFill>
                  <a:schemeClr val="bg1"/>
                </a:solidFill>
                <a:latin typeface="Avenir Medium" panose="02000503020000020003" pitchFamily="2" charset="0"/>
                <a:ea typeface="Bodoni Ornaments" pitchFamily="2" charset="0"/>
              </a:rPr>
              <a:t>He washed it white as snow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233DC0E-75C8-FE32-0476-834277F5BEAB}"/>
              </a:ext>
            </a:extLst>
          </p:cNvPr>
          <p:cNvSpPr txBox="1"/>
          <p:nvPr/>
        </p:nvSpPr>
        <p:spPr>
          <a:xfrm>
            <a:off x="7390614" y="6488668"/>
            <a:ext cx="175338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bg1"/>
                </a:solidFill>
              </a:rPr>
              <a:t>CCLI#7102397</a:t>
            </a:r>
          </a:p>
        </p:txBody>
      </p:sp>
    </p:spTree>
    <p:extLst>
      <p:ext uri="{BB962C8B-B14F-4D97-AF65-F5344CB8AC3E}">
        <p14:creationId xmlns:p14="http://schemas.microsoft.com/office/powerpoint/2010/main" val="152543248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446</TotalTime>
  <Words>179</Words>
  <Application>Microsoft Macintosh PowerPoint</Application>
  <PresentationFormat>On-screen Show (4:3)</PresentationFormat>
  <Paragraphs>50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Aptos Display</vt:lpstr>
      <vt:lpstr>Arial</vt:lpstr>
      <vt:lpstr>Avenir Medium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Danny Hur</dc:creator>
  <cp:lastModifiedBy>Danny Hur</cp:lastModifiedBy>
  <cp:revision>41</cp:revision>
  <dcterms:created xsi:type="dcterms:W3CDTF">2025-11-12T03:26:12Z</dcterms:created>
  <dcterms:modified xsi:type="dcterms:W3CDTF">2026-06-07T03:51:49Z</dcterms:modified>
</cp:coreProperties>
</file>