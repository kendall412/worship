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6" r:id="rId6"/>
    <p:sldId id="287" r:id="rId7"/>
    <p:sldId id="288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65"/>
  </p:normalViewPr>
  <p:slideViewPr>
    <p:cSldViewPr snapToGrid="0">
      <p:cViewPr varScale="1">
        <p:scale>
          <a:sx n="107" d="100"/>
          <a:sy n="107" d="100"/>
        </p:scale>
        <p:origin x="176" y="1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9C6446-1466-75F1-3BE4-D7E5F0F82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6782DE-E625-460C-FA48-97D7762949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482481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A350A-3CA0-994A-3FE1-62AF4A036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7E5E34-9AE7-53ED-43EA-48359B725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50274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171</Words>
  <Application>Microsoft Macintosh PowerPoint</Application>
  <PresentationFormat>Widescreen</PresentationFormat>
  <Paragraphs>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38</cp:revision>
  <dcterms:created xsi:type="dcterms:W3CDTF">2025-11-12T03:26:12Z</dcterms:created>
  <dcterms:modified xsi:type="dcterms:W3CDTF">2026-05-31T21:01:26Z</dcterms:modified>
</cp:coreProperties>
</file>