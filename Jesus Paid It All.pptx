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5" r:id="rId5"/>
    <p:sldId id="286" r:id="rId6"/>
    <p:sldId id="287" r:id="rId7"/>
    <p:sldId id="288" r:id="rId8"/>
    <p:sldId id="28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665"/>
  </p:normalViewPr>
  <p:slideViewPr>
    <p:cSldViewPr snapToGrid="0">
      <p:cViewPr varScale="1">
        <p:scale>
          <a:sx n="107" d="100"/>
          <a:sy n="107" d="100"/>
        </p:scale>
        <p:origin x="176" y="1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06C7EB-3032-7AB1-100A-F3BFFFA318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97" r="-1" b="37596"/>
          <a:stretch>
            <a:fillRect/>
          </a:stretch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5665" y="971634"/>
            <a:ext cx="397338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Jesus Paid It All</a:t>
            </a: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hear the Savior say,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strength indeed is small,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Child of weakness, watch and pray,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Find in Me thine all in all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2F8C4-C310-6695-445F-C5432139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9114C0F-41AF-61A4-4323-81CE7AB71C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Lord, now indeed I find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pow'r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Thine alone,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change the leper's spots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melt the heart of stone</a:t>
            </a:r>
          </a:p>
        </p:txBody>
      </p:sp>
    </p:spTree>
    <p:extLst>
      <p:ext uri="{BB962C8B-B14F-4D97-AF65-F5344CB8AC3E}">
        <p14:creationId xmlns:p14="http://schemas.microsoft.com/office/powerpoint/2010/main" val="1412833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9C6446-1466-75F1-3BE4-D7E5F0F82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76782DE-E625-460C-FA48-97D7762949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3482481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2F54B8-25E1-6A75-E03E-174BCDC4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9C131E-B062-B7B3-31AB-1DA75B1CA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when, before the throne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in Him complete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died my soul to save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lips shall still repeat</a:t>
            </a:r>
          </a:p>
        </p:txBody>
      </p:sp>
    </p:spTree>
    <p:extLst>
      <p:ext uri="{BB962C8B-B14F-4D97-AF65-F5344CB8AC3E}">
        <p14:creationId xmlns:p14="http://schemas.microsoft.com/office/powerpoint/2010/main" val="2629607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A350A-3CA0-994A-3FE1-62AF4A036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F7E5E34-9AE7-53ED-43EA-48359B7250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3502744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4AB838-284C-101E-2C70-2FAF7A959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565FA0-8E5E-BBD6-898E-A62DBAA788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who paid my debt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up from the dead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who paid my debt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up from the dead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589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442</TotalTime>
  <Words>171</Words>
  <Application>Microsoft Macintosh PowerPoint</Application>
  <PresentationFormat>Widescreen</PresentationFormat>
  <Paragraphs>44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Avenir Oblique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38</cp:revision>
  <dcterms:created xsi:type="dcterms:W3CDTF">2025-11-12T03:26:12Z</dcterms:created>
  <dcterms:modified xsi:type="dcterms:W3CDTF">2026-06-01T02:38:30Z</dcterms:modified>
</cp:coreProperties>
</file>