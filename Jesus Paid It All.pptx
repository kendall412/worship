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4" r:id="rId2"/>
    <p:sldId id="290" r:id="rId3"/>
    <p:sldId id="276" r:id="rId4"/>
    <p:sldId id="285" r:id="rId5"/>
    <p:sldId id="291" r:id="rId6"/>
    <p:sldId id="287" r:id="rId7"/>
    <p:sldId id="292" r:id="rId8"/>
    <p:sldId id="289" r:id="rId9"/>
    <p:sldId id="29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65"/>
  </p:normalViewPr>
  <p:slideViewPr>
    <p:cSldViewPr snapToGrid="0">
      <p:cViewPr varScale="1">
        <p:scale>
          <a:sx n="143" d="100"/>
          <a:sy n="143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6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6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9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75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40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3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8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5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0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7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4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9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4" y="107576"/>
            <a:ext cx="8758517" cy="662491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8F4DD-66CA-E94B-913C-8F879A08889F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Elvina M. </a:t>
            </a:r>
            <a:r>
              <a:rPr lang="en-US">
                <a:solidFill>
                  <a:schemeClr val="bg1"/>
                </a:solidFill>
              </a:rPr>
              <a:t>Hall (1865)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by John T. Grape (1868)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DFFBA1-BD0A-5545-0FEC-984D52DF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C9D68-1A73-9231-7FA3-C1A6F21DF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152400"/>
            <a:ext cx="8724900" cy="65277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 and pray,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404236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14300"/>
            <a:ext cx="8699500" cy="65912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DB3D3-59D0-7FCE-43CB-66903EC5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8C601F-8F67-04FE-9C77-9196A4EC4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67228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000" y="127000"/>
            <a:ext cx="8699499" cy="65785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7772D-9403-4BDB-A994-4A2C70D64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8733F4-D531-52C3-71DA-0C927FC6B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73388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165100"/>
            <a:ext cx="8547100" cy="64388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paid my debt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dead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3C13C-B36C-DACE-B725-CED8495F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856FF3-AD10-F106-688A-F754753A1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9700"/>
            <a:ext cx="8737600" cy="65404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52543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447</TotalTime>
  <Words>200</Words>
  <Application>Microsoft Macintosh PowerPoint</Application>
  <PresentationFormat>On-screen Show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43</cp:revision>
  <dcterms:created xsi:type="dcterms:W3CDTF">2025-11-12T03:26:12Z</dcterms:created>
  <dcterms:modified xsi:type="dcterms:W3CDTF">2026-07-19T04:50:45Z</dcterms:modified>
</cp:coreProperties>
</file>