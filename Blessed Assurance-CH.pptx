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7" r:id="rId5"/>
    <p:sldId id="286" r:id="rId6"/>
    <p:sldId id="285" r:id="rId7"/>
    <p:sldId id="28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04"/>
  </p:normalViewPr>
  <p:slideViewPr>
    <p:cSldViewPr snapToGrid="0">
      <p:cViewPr varScale="1">
        <p:scale>
          <a:sx n="90" d="100"/>
          <a:sy n="90" d="100"/>
        </p:scale>
        <p:origin x="240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6130786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Blessed Assurance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9411067" cy="654147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0000"/>
                </a:solidFill>
                <a:latin typeface="Avenir Medium" panose="02000503020000020003" pitchFamily="2" charset="0"/>
                <a:ea typeface="Bodoni Ornaments" pitchFamily="2" charset="0"/>
              </a:rPr>
              <a:t>CAPO @ 2nd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   F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assurance Jesus is mine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	G        F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what a foretaste of glory divine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 F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Heir of salvation purchase of God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 G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Born of His Spirit washed in His blood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AA361F-1661-6764-80AC-E0827A471448}"/>
              </a:ext>
            </a:extLst>
          </p:cNvPr>
          <p:cNvSpPr txBox="1"/>
          <p:nvPr/>
        </p:nvSpPr>
        <p:spPr>
          <a:xfrm>
            <a:off x="8763000" y="6211669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F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this is my song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    G			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all the day long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F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this is my song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G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all the day long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671345-C886-AE99-38D2-71C81E321E69}"/>
              </a:ext>
            </a:extLst>
          </p:cNvPr>
          <p:cNvSpPr txBox="1"/>
          <p:nvPr/>
        </p:nvSpPr>
        <p:spPr>
          <a:xfrm>
            <a:off x="8763000" y="6211669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VERSE 2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1A212-A1F0-FA3E-38E1-291836973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B2D009-8883-85F7-0364-82C95AAC7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F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 submission perfect delight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Am	G        F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Visions of rapture now burst on my sight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F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Angels descending bring from above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F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Echoes of mercy whisper of love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F73047-EBF1-D86E-0CE0-11BF737F2480}"/>
              </a:ext>
            </a:extLst>
          </p:cNvPr>
          <p:cNvSpPr txBox="1"/>
          <p:nvPr/>
        </p:nvSpPr>
        <p:spPr>
          <a:xfrm>
            <a:off x="8763000" y="6211669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2989127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121CC-D4E3-034E-7877-2308E7C8F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C2113-283C-8BF3-6AE0-6C8FBE5DE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F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this is my song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F             G			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all the day long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F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this is my song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G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all the day long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6A3054-3530-6EC1-E909-BCBDADEEC6A6}"/>
              </a:ext>
            </a:extLst>
          </p:cNvPr>
          <p:cNvSpPr txBox="1"/>
          <p:nvPr/>
        </p:nvSpPr>
        <p:spPr>
          <a:xfrm>
            <a:off x="8763000" y="5657671"/>
            <a:ext cx="342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Drums dies out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VERSE3</a:t>
            </a:r>
          </a:p>
        </p:txBody>
      </p:sp>
    </p:spTree>
    <p:extLst>
      <p:ext uri="{BB962C8B-B14F-4D97-AF65-F5344CB8AC3E}">
        <p14:creationId xmlns:p14="http://schemas.microsoft.com/office/powerpoint/2010/main" val="1390545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B92BBE-7171-3A0A-4F54-CB744B669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1A9FC3-618A-0194-7C86-4F7EDF6EC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F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 submission all is at rest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	G        F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in my Savior am happy and blest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C        F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Watching and waiting looking above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    G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His goodness lost in His love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3C87F6-1529-47B2-CB6B-1EE0A9E7703D}"/>
              </a:ext>
            </a:extLst>
          </p:cNvPr>
          <p:cNvSpPr txBox="1"/>
          <p:nvPr/>
        </p:nvSpPr>
        <p:spPr>
          <a:xfrm>
            <a:off x="7143750" y="164124"/>
            <a:ext cx="5048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DRUMS build at end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436606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07AAC-F755-CAAE-056A-04F9388C0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E1CB6F-8CCF-FE33-58E2-E6313CD25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F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this is my song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F             G			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all the day long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F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this is my song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G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all the day long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2C5DA0-71BB-C648-E5BD-92893E2142E5}"/>
              </a:ext>
            </a:extLst>
          </p:cNvPr>
          <p:cNvSpPr txBox="1"/>
          <p:nvPr/>
        </p:nvSpPr>
        <p:spPr>
          <a:xfrm>
            <a:off x="8763000" y="6211669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 &amp; END</a:t>
            </a:r>
          </a:p>
        </p:txBody>
      </p:sp>
    </p:spTree>
    <p:extLst>
      <p:ext uri="{BB962C8B-B14F-4D97-AF65-F5344CB8AC3E}">
        <p14:creationId xmlns:p14="http://schemas.microsoft.com/office/powerpoint/2010/main" val="786480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312</Words>
  <Application>Microsoft Macintosh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45</cp:revision>
  <dcterms:created xsi:type="dcterms:W3CDTF">2025-11-12T03:26:12Z</dcterms:created>
  <dcterms:modified xsi:type="dcterms:W3CDTF">2026-10-18T04:58:14Z</dcterms:modified>
</cp:coreProperties>
</file>