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7" r:id="rId3"/>
    <p:sldId id="280" r:id="rId4"/>
    <p:sldId id="281" r:id="rId5"/>
    <p:sldId id="288" r:id="rId6"/>
    <p:sldId id="282" r:id="rId7"/>
    <p:sldId id="289" r:id="rId8"/>
    <p:sldId id="283" r:id="rId9"/>
    <p:sldId id="290" r:id="rId10"/>
    <p:sldId id="284" r:id="rId11"/>
    <p:sldId id="291" r:id="rId12"/>
    <p:sldId id="285" r:id="rId13"/>
    <p:sldId id="292" r:id="rId14"/>
    <p:sldId id="29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Build My Life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9881B-6A98-3300-675D-079BD8D7C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B6CA4-EDB6-1218-7A78-FCB9F2B0E9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sing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bring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7955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91CB3E-990D-7DFF-20B6-E804D149F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03547D-6D02-EAD0-34A1-FCFC78E2D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</p:txBody>
      </p:sp>
    </p:spTree>
    <p:extLst>
      <p:ext uri="{BB962C8B-B14F-4D97-AF65-F5344CB8AC3E}">
        <p14:creationId xmlns:p14="http://schemas.microsoft.com/office/powerpoint/2010/main" val="3085160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345A-68EB-12C1-9343-57638A88C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FE605C-B93E-1EE9-4719-94EA694676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132155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F7924-8E20-E9FD-661C-1CDCCF77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834CC-3125-80AD-FF36-4367C2A00E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1139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B6CE6-C1FB-70B7-6B5A-CF1F3966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2752A6-C439-CFED-91AC-B9982CDFA6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659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93417-D23C-C0DD-4C36-EB8A659E8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6B7214-6FDA-DB3C-40C8-6B10EBDC1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other name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could ever save</a:t>
            </a:r>
          </a:p>
        </p:txBody>
      </p:sp>
    </p:spTree>
    <p:extLst>
      <p:ext uri="{BB962C8B-B14F-4D97-AF65-F5344CB8AC3E}">
        <p14:creationId xmlns:p14="http://schemas.microsoft.com/office/powerpoint/2010/main" val="357212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53ECAE-D798-4B80-7125-21650214C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F9FAE97-556F-2EF3-3CAA-B74A4F8C49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ever breathe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696135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9810D-6BC3-0F63-D153-332B7E51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98F530-F40F-0DEF-A053-08666EEA3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629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21FA9-EB70-C7AE-CCAD-0F83D843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A39DA4-8F5F-C79E-2EBB-1E2176F11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424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59531-CDDD-0EAF-CCC9-10BF02E4E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6F3413-02E2-6B03-81F0-64323C17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upon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endParaRPr lang="en-US" sz="400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will put my trust,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0739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8582F0-A05E-958C-42CD-6B73BF0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2340758-6221-529C-CE2C-F9A10BC09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is none beside You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667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13959-7005-B992-621B-D633D9930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DC2991-F9D2-9CFB-D793-4BA25F709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Show me who You are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21CC9-4D81-5D07-75D6-20E941773423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032078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247</Words>
  <Application>Microsoft Macintosh PowerPoint</Application>
  <PresentationFormat>On-screen Show (4:3)</PresentationFormat>
  <Paragraphs>67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2026-06-20T23:20:17Z</dcterms:modified>
</cp:coreProperties>
</file>