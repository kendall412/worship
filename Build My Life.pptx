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7" r:id="rId3"/>
    <p:sldId id="280" r:id="rId4"/>
    <p:sldId id="281" r:id="rId5"/>
    <p:sldId id="288" r:id="rId6"/>
    <p:sldId id="282" r:id="rId7"/>
    <p:sldId id="289" r:id="rId8"/>
    <p:sldId id="283" r:id="rId9"/>
    <p:sldId id="290" r:id="rId10"/>
    <p:sldId id="284" r:id="rId11"/>
    <p:sldId id="291" r:id="rId12"/>
    <p:sldId id="285" r:id="rId13"/>
    <p:sldId id="294" r:id="rId14"/>
    <p:sldId id="292" r:id="rId15"/>
    <p:sldId id="29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62"/>
  </p:normalViewPr>
  <p:slideViewPr>
    <p:cSldViewPr snapToGrid="0">
      <p:cViewPr varScale="1">
        <p:scale>
          <a:sx n="126" d="100"/>
          <a:sy n="126" d="100"/>
        </p:scale>
        <p:origin x="200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Build My Life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23BD53-E4D4-53C5-70F5-FE964F155C47}"/>
              </a:ext>
            </a:extLst>
          </p:cNvPr>
          <p:cNvSpPr txBox="1"/>
          <p:nvPr/>
        </p:nvSpPr>
        <p:spPr>
          <a:xfrm>
            <a:off x="168442" y="5444311"/>
            <a:ext cx="880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Brett Younker, Karl Martin, Kirby Kaple, Matt Redman, Pat Barrett (2016)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2016 Kaple Music; Capitol CMG Genesis; Housefires Sounds; Said And Done Music;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sixsteps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Thankyou Music Ltd; Vamos Publishing;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worshiptogether.com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songs; Martin, Karl Andrew; Bethel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881B-6A98-3300-675D-079BD8D7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B6CA4-EDB6-1218-7A78-FCB9F2B0E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sing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95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 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1CB3E-990D-7DFF-20B6-E804D149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03547D-6D02-EAD0-34A1-FCFC78E2D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other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could ever save</a:t>
            </a:r>
          </a:p>
        </p:txBody>
      </p:sp>
    </p:spTree>
    <p:extLst>
      <p:ext uri="{BB962C8B-B14F-4D97-AF65-F5344CB8AC3E}">
        <p14:creationId xmlns:p14="http://schemas.microsoft.com/office/powerpoint/2010/main" val="3085160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C345A-68EB-12C1-9343-57638A88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FE605C-B93E-1EE9-4719-94EA69467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132155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F7924-8E20-E9FD-661C-1CDCCF77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A834CC-3125-80AD-FF36-4367C2A00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3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B6CE6-C1FB-70B7-6B5A-CF1F3966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2752A6-C439-CFED-91AC-B9982CDFA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659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93417-D23C-C0DD-4C36-EB8A659E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6B7214-6FDA-DB3C-40C8-6B10EBDC1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other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could ever save</a:t>
            </a:r>
          </a:p>
        </p:txBody>
      </p:sp>
    </p:spTree>
    <p:extLst>
      <p:ext uri="{BB962C8B-B14F-4D97-AF65-F5344CB8AC3E}">
        <p14:creationId xmlns:p14="http://schemas.microsoft.com/office/powerpoint/2010/main" val="357212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3ECAE-D798-4B80-7125-21650214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9FAE97-556F-2EF3-3CAA-B74A4F8C4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696135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810D-6BC3-0F63-D153-332B7E51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98F530-F40F-0DEF-A053-08666EEA3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629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21FA9-EB70-C7AE-CCAD-0F83D843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A39DA4-8F5F-C79E-2EBB-1E2176F11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247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59531-CDDD-0EAF-CCC9-10BF02E4E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6F3413-02E2-6B03-81F0-64323C17C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upon Your love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739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4713E-8F09-B608-43BD-1F5FA4CE9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E7258A-0AFF-2029-F2DA-24EF47167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put my trust,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 alone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777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582F0-A05E-958C-42CD-6B73BF0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340758-6221-529C-CE2C-F9A10BC09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66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13959-7005-B992-621B-D633D993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C2991-F9D2-9CFB-D793-4BA25F709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078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308</Words>
  <Application>Microsoft Macintosh PowerPoint</Application>
  <PresentationFormat>On-screen Show (4:3)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2026-10-16T18:42:13Z</dcterms:modified>
</cp:coreProperties>
</file>