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1" r:id="rId4"/>
    <p:sldId id="282" r:id="rId5"/>
    <p:sldId id="283" r:id="rId6"/>
    <p:sldId id="284" r:id="rId7"/>
    <p:sldId id="285" r:id="rId8"/>
    <p:sldId id="286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797"/>
  </p:normalViewPr>
  <p:slideViewPr>
    <p:cSldViewPr snapToGrid="0">
      <p:cViewPr varScale="1">
        <p:scale>
          <a:sx n="126" d="100"/>
          <a:sy n="126" d="100"/>
        </p:scale>
        <p:origin x="200" y="1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Build My Life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song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ever sing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the praise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ever bring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ever breathe 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91CB3E-990D-7DFF-20B6-E804D149F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C03547D-6D02-EAD0-34A1-FCFC78E2D9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every other name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could ever save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ever breathe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3085160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1F7924-8E20-E9FD-661C-1CDCCF77B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CA834CC-3125-80AD-FF36-4367C2A00E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is none beside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Show me who You are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11392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93417-D23C-C0DD-4C36-EB8A659E8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D6B7214-6FDA-DB3C-40C8-6B10EBDC1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every other name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could ever save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ever breathe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357212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B9810D-6BC3-0F63-D153-332B7E51D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98F530-F40F-0DEF-A053-08666EEA3A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is none beside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Show me who You are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629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59531-CDDD-0EAF-CCC9-10BF02E4E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C6F3413-02E2-6B03-81F0-64323C17CF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build my life,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upon Your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a firm foundation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put my trust,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You alone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not be shaken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07399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FE3482-87DC-3DFB-7F79-AFC99C063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B0BE8B-CA1B-386F-B226-637B81E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is none beside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Show me who You are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096649-0FD7-C8A4-FF95-26CE424F1DF5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2273843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</TotalTime>
  <Words>247</Words>
  <Application>Microsoft Macintosh PowerPoint</Application>
  <PresentationFormat>On-screen Show (4:3)</PresentationFormat>
  <Paragraphs>60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19</cp:revision>
  <dcterms:created xsi:type="dcterms:W3CDTF">2025-11-12T03:26:12Z</dcterms:created>
  <dcterms:modified xsi:type="dcterms:W3CDTF">2026-06-19T22:46:38Z</dcterms:modified>
</cp:coreProperties>
</file>