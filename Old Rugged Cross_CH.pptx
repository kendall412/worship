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3" r:id="rId2"/>
    <p:sldId id="296" r:id="rId3"/>
    <p:sldId id="277" r:id="rId4"/>
    <p:sldId id="297" r:id="rId5"/>
    <p:sldId id="286" r:id="rId6"/>
    <p:sldId id="287" r:id="rId7"/>
    <p:sldId id="298" r:id="rId8"/>
    <p:sldId id="299" r:id="rId9"/>
    <p:sldId id="291" r:id="rId10"/>
    <p:sldId id="3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50"/>
  </p:normalViewPr>
  <p:slideViewPr>
    <p:cSldViewPr snapToGrid="0">
      <p:cViewPr varScale="1">
        <p:scale>
          <a:sx n="104" d="100"/>
          <a:sy n="104" d="100"/>
        </p:scale>
        <p:origin x="232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98D4D-8D79-8F19-08B0-5A75BD395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C741F-6B1E-AC9C-FCD6-A2BEBCB91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16D7B-6E12-185B-AAEA-3090739A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41F16-D9EB-1A19-73E7-512B5184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3AFEC-9A37-40D6-F4F8-77B98E6F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4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7B1D-1836-8A6C-D0D6-EEDF0257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1B4D9-97E3-14E5-72D5-935BBC25B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C13C-CD38-B92B-8CCB-44673B57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EF3D6-8DFE-0134-EF23-CC1BAFF8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896D4-70B6-F1EA-1B92-260D924D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2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4949-2C05-D959-1F5B-40E3321D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F73AF-F90E-8269-6A93-24F51E9D9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D0507-2355-CE11-777D-E5B78AB5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A1008-4658-47C1-F5B0-88E3FB52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58A6E-48AB-ECBE-679D-5FA69C44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4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3DD5-9ABE-579B-20A8-AC955E68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E217A-6953-9A7F-05C9-7A40A8B3B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AD303-F98B-E7BF-B5BB-ADCCE6AD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FF1F6-5A4A-7D2C-4E39-37F21493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1B788-3CC6-235A-8DA3-4ED8F26B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DB756-EB28-46B7-75A6-EDE44237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7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B0FF-86D6-22F2-EC96-372706E5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C51CD-5EC7-B436-C48A-01A148A02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78A4B-3152-2895-FF73-1799751C8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D2CA2-7807-EA26-6E3D-B73C61109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AFE03-0238-7315-9EA9-2D9166E15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64C57-59FD-5014-74B0-1752DB30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2FF2D-1CC5-4634-882D-19B36439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AED6A-8745-78A7-C82D-4B90732B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0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26B2-A71D-1A7D-6592-443C5134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E560F-B828-3C0F-5832-D1744B0F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031B9-3B7B-D546-8B4E-CABC4109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51C57-A1BB-56D0-0380-B3B1AE70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0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4425B-398A-D6A6-395B-3F801BEF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471BE-B008-BECC-97A6-EFAAD418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A9EC0-B905-9A1B-11BD-45CB7FA0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9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FEB2-0713-FF7C-6193-5440D8D8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D91A-019F-1AAD-D40A-FBBB204C5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6F9D3-FDDC-D415-9DC7-9CFC0756F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414F9-984F-B93A-9D2F-A9BCB2A7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DABA7-03F7-1366-7DB9-730053F6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CC0BC-D05A-6F5F-97CF-CE1F9379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3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3ED9-3CE3-5207-05D7-6C4EAE46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8285A1-0D14-56F2-085A-2ACE271B6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C5E14-7EBB-6C53-94FB-578798426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4992A-63BB-779F-3EB3-3668938F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D90E3-6CEE-012A-6A38-4576AD0EE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F15DF-6839-7353-BB85-2E7A11FD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9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6294-02E3-1F2D-24DF-57B490ED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98B96-31A8-BD19-908B-20D77B1BA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EB94-AECF-2B69-82DD-06857849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BB07B-5275-8EF7-5CB9-CF3E9186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FE21F-5028-1E95-D990-1638301B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9A95EF-D755-686E-8E37-A0FE91064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F8BA7-AAE8-76D8-F753-D6906A21D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3F048-854B-43D2-7E3E-DF001ECD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6E9E0-5ED2-0EC1-C238-BA0475DE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DFDD-5EAF-294C-E124-C7285679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6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0301F3-4BCD-DDBA-6DA2-7CC06A67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5A3C4-255E-A72C-DCA6-641D73AF4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1D384-8E50-2C7F-704C-95769C2F6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D37A0-9713-0D4B-8BFD-0D4CAF2F28E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4BA1-02FB-CC40-24C0-BCD052EEC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67566-C3DE-CFE4-0BAE-9C9BB1A3D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3D24B-34D1-0E4E-8CCB-81651DB27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3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8C09-3A26-A7C0-972E-A00D092E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1AD-9BA5-5279-DCE6-9751FE2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3146943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464584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6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707BE-8340-8280-7CCC-55B0444C76AD}"/>
              </a:ext>
            </a:extLst>
          </p:cNvPr>
          <p:cNvSpPr txBox="1"/>
          <p:nvPr/>
        </p:nvSpPr>
        <p:spPr>
          <a:xfrm>
            <a:off x="10565027" y="6273225"/>
            <a:ext cx="14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286</Words>
  <Application>Microsoft Macintosh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Book</vt:lpstr>
      <vt:lpstr>Avenir Book Oblique</vt:lpstr>
      <vt:lpstr>Avenir Medium</vt:lpstr>
      <vt:lpstr>Office Theme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</cp:revision>
  <dcterms:created xsi:type="dcterms:W3CDTF">2026-06-01T02:33:37Z</dcterms:created>
  <dcterms:modified xsi:type="dcterms:W3CDTF">2026-06-14T03:54:36Z</dcterms:modified>
</cp:coreProperties>
</file>