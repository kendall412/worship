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23" r:id="rId2"/>
    <p:sldId id="296" r:id="rId3"/>
    <p:sldId id="277" r:id="rId4"/>
    <p:sldId id="297" r:id="rId5"/>
    <p:sldId id="286" r:id="rId6"/>
    <p:sldId id="287" r:id="rId7"/>
    <p:sldId id="298" r:id="rId8"/>
    <p:sldId id="299" r:id="rId9"/>
    <p:sldId id="291" r:id="rId10"/>
    <p:sldId id="30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98D4D-8D79-8F19-08B0-5A75BD395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6C741F-6B1E-AC9C-FCD6-A2BEBCB91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216D7B-6E12-185B-AAEA-3090739A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41F16-D9EB-1A19-73E7-512B51842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B3AFEC-9A37-40D6-F4F8-77B98E6F0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49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7B1D-1836-8A6C-D0D6-EEDF0257F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1B4D9-97E3-14E5-72D5-935BBC25B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3C13C-CD38-B92B-8CCB-44673B578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EF3D6-8DFE-0134-EF23-CC1BAFF86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896D4-70B6-F1EA-1B92-260D924D6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422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14949-2C05-D959-1F5B-40E3321D7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F73AF-F90E-8269-6A93-24F51E9D9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4D0507-2355-CE11-777D-E5B78AB58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A1008-4658-47C1-F5B0-88E3FB526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E58A6E-48AB-ECBE-679D-5FA69C443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8448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63DD5-9ABE-579B-20A8-AC955E682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E217A-6953-9A7F-05C9-7A40A8B3B2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AD303-F98B-E7BF-B5BB-ADCCE6AD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4FF1F6-5A4A-7D2C-4E39-37F21493A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01B788-3CC6-235A-8DA3-4ED8F26B4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DDB756-EB28-46B7-75A6-EDE442377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172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4B0FF-86D6-22F2-EC96-372706E53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2C51CD-5EC7-B436-C48A-01A148A023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578A4B-3152-2895-FF73-1799751C8F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8D2CA2-7807-EA26-6E3D-B73C61109B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1AFE03-0238-7315-9EA9-2D9166E150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A64C57-59FD-5014-74B0-1752DB301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B2FF2D-1CC5-4634-882D-19B36439D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5AED6A-8745-78A7-C82D-4B90732BE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806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026B2-A71D-1A7D-6592-443C5134A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6E560F-B828-3C0F-5832-D1744B0F1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8031B9-3B7B-D546-8B4E-CABC41093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451C57-A1BB-56D0-0380-B3B1AE70F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306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84425B-398A-D6A6-395B-3F801BEFF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F471BE-B008-BECC-97A6-EFAAD4184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A9EC0-B905-9A1B-11BD-45CB7FA0F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496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FEB2-0713-FF7C-6193-5440D8D85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AD91A-019F-1AAD-D40A-FBBB204C5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46F9D3-FDDC-D415-9DC7-9CFC0756F3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1414F9-984F-B93A-9D2F-A9BCB2A76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DABA7-03F7-1366-7DB9-730053F64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FCC0BC-D05A-6F5F-97CF-CE1F93798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30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03ED9-3CE3-5207-05D7-6C4EAE46C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8285A1-0D14-56F2-085A-2ACE271B69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4C5E14-7EBB-6C53-94FB-578798426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B4992A-63BB-779F-3EB3-3668938F3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5D90E3-6CEE-012A-6A38-4576AD0EE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4F15DF-6839-7353-BB85-2E7A11FDA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696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F6294-02E3-1F2D-24DF-57B490EDD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198B96-31A8-BD19-908B-20D77B1BA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3EB94-AECF-2B69-82DD-068578494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BB07B-5275-8EF7-5CB9-CF3E9186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FE21F-5028-1E95-D990-1638301BC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1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9A95EF-D755-686E-8E37-A0FE91064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5F8BA7-AAE8-76D8-F753-D6906A21DD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3F048-854B-43D2-7E3E-DF001ECD1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D6E9E0-5ED2-0EC1-C238-BA0475DE1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BDFDD-5EAF-294C-E124-C72856793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368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0301F3-4BCD-DDBA-6DA2-7CC06A671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45A3C4-255E-A72C-DCA6-641D73AF4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1D384-8E50-2C7F-704C-95769C2F6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1D37A0-9713-0D4B-8BFD-0D4CAF2F28E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5E4BA1-02FB-CC40-24C0-BCD052EEC8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367566-C3DE-CFE4-0BAE-9C9BB1A3D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A3D24B-34D1-0E4E-8CCB-81651DB27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038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088C09-3A26-A7C0-972E-A00D092EC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3D1AD-9BA5-5279-DCE6-9751FE20B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/>
                </a:solidFill>
                <a:latin typeface="Avenir Book Oblique" panose="02000503020000020003" pitchFamily="2" charset="0"/>
              </a:rPr>
              <a:t>Old Rugged Cross</a:t>
            </a:r>
          </a:p>
        </p:txBody>
      </p:sp>
    </p:spTree>
    <p:extLst>
      <p:ext uri="{BB962C8B-B14F-4D97-AF65-F5344CB8AC3E}">
        <p14:creationId xmlns:p14="http://schemas.microsoft.com/office/powerpoint/2010/main" val="3146943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a hill far away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stood an old rugged cross,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emblem of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suff’ring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shame,</a:t>
            </a:r>
          </a:p>
        </p:txBody>
      </p:sp>
    </p:spTree>
    <p:extLst>
      <p:ext uri="{BB962C8B-B14F-4D97-AF65-F5344CB8AC3E}">
        <p14:creationId xmlns:p14="http://schemas.microsoft.com/office/powerpoint/2010/main" val="464584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love that old cross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the Dearest and Best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D                        C       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 world of lost sinners was slain.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8368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737DA7-8C8E-FBA7-4464-713026D6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A09BC1-4614-96C7-F99B-7D39C60338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that old rugged cross,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despised by the world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D 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Has a wondrous attraction for me</a:t>
            </a:r>
          </a:p>
        </p:txBody>
      </p:sp>
    </p:spTree>
    <p:extLst>
      <p:ext uri="{BB962C8B-B14F-4D97-AF65-F5344CB8AC3E}">
        <p14:creationId xmlns:p14="http://schemas.microsoft.com/office/powerpoint/2010/main" val="868937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9B19D-8C95-EA9E-68E8-5AC7D629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90EEF6-A5F3-3FA9-CAC7-9AEFF86CEC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the dear Lamb of God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left His glory above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C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bear it to dark Calvary</a:t>
            </a:r>
          </a:p>
        </p:txBody>
      </p:sp>
    </p:spTree>
    <p:extLst>
      <p:ext uri="{BB962C8B-B14F-4D97-AF65-F5344CB8AC3E}">
        <p14:creationId xmlns:p14="http://schemas.microsoft.com/office/powerpoint/2010/main" val="3486774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B07D70-9136-2D21-FAB5-2F1D97971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488AF1-1A9F-5E29-7619-4887A868F9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684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E243F4-CB94-4B76-F4FF-E83C2857E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D418CD-25A3-F123-3FB3-BBD6FDAC04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old rugged cross,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stained with blood so divine,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wondrous beauty I see;</a:t>
            </a:r>
          </a:p>
        </p:txBody>
      </p:sp>
    </p:spTree>
    <p:extLst>
      <p:ext uri="{BB962C8B-B14F-4D97-AF65-F5344CB8AC3E}">
        <p14:creationId xmlns:p14="http://schemas.microsoft.com/office/powerpoint/2010/main" val="1369999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B7D9DD-9FDF-188B-B04F-CC4F610B7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DC8BB0-FF14-6E79-C19F-DC425DCC2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’twas on that old cross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suffered and died,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                   C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pardon and sanctify me</a:t>
            </a:r>
          </a:p>
        </p:txBody>
      </p:sp>
    </p:spTree>
    <p:extLst>
      <p:ext uri="{BB962C8B-B14F-4D97-AF65-F5344CB8AC3E}">
        <p14:creationId xmlns:p14="http://schemas.microsoft.com/office/powerpoint/2010/main" val="743354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0CE6E1-3FFD-7C26-239E-DA4BE44AE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8FD1C5-E0F7-8987-8AF0-8FE910D5F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A707BE-8340-8280-7CCC-55B0444C76AD}"/>
              </a:ext>
            </a:extLst>
          </p:cNvPr>
          <p:cNvSpPr txBox="1"/>
          <p:nvPr/>
        </p:nvSpPr>
        <p:spPr>
          <a:xfrm>
            <a:off x="11277600" y="6378411"/>
            <a:ext cx="7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807009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</Words>
  <Application>Microsoft Macintosh PowerPoint</Application>
  <PresentationFormat>Widescreen</PresentationFormat>
  <Paragraphs>68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Avenir Book</vt:lpstr>
      <vt:lpstr>Avenir Book Oblique</vt:lpstr>
      <vt:lpstr>Avenir Medium</vt:lpstr>
      <vt:lpstr>Office Theme</vt:lpstr>
      <vt:lpstr>Old Rugged Cross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</cp:revision>
  <dcterms:created xsi:type="dcterms:W3CDTF">2026-06-01T02:33:37Z</dcterms:created>
  <dcterms:modified xsi:type="dcterms:W3CDTF">2026-06-01T02:34:35Z</dcterms:modified>
</cp:coreProperties>
</file>